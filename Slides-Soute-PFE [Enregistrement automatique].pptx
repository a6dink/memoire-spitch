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2.xml" ContentType="application/vnd.openxmlformats-officedocument.theme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heme/theme3.xml" ContentType="application/vnd.openxmlformats-officedocument.theme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4" r:id="rId2"/>
    <p:sldMasterId id="2147483700" r:id="rId3"/>
    <p:sldMasterId id="2147483726" r:id="rId4"/>
  </p:sldMasterIdLst>
  <p:notesMasterIdLst>
    <p:notesMasterId r:id="rId18"/>
  </p:notesMasterIdLst>
  <p:handoutMasterIdLst>
    <p:handoutMasterId r:id="rId19"/>
  </p:handoutMasterIdLst>
  <p:sldIdLst>
    <p:sldId id="371" r:id="rId5"/>
    <p:sldId id="370" r:id="rId6"/>
    <p:sldId id="381" r:id="rId7"/>
    <p:sldId id="385" r:id="rId8"/>
    <p:sldId id="382" r:id="rId9"/>
    <p:sldId id="386" r:id="rId10"/>
    <p:sldId id="387" r:id="rId11"/>
    <p:sldId id="391" r:id="rId12"/>
    <p:sldId id="389" r:id="rId13"/>
    <p:sldId id="392" r:id="rId14"/>
    <p:sldId id="393" r:id="rId15"/>
    <p:sldId id="394" r:id="rId16"/>
    <p:sldId id="361" r:id="rId17"/>
  </p:sldIdLst>
  <p:sldSz cx="9144000" cy="5143500" type="screen16x9"/>
  <p:notesSz cx="7099300" cy="1023461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E9EDF4"/>
          </a:solidFill>
        </a:fill>
      </a:tcStyle>
    </a:wholeTbl>
    <a:band1H>
      <a:tcStyle>
        <a:tcBdr/>
        <a:fill>
          <a:solidFill>
            <a:srgbClr val="D0D8E8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D0D8E8"/>
          </a:solidFill>
        </a:fill>
      </a:tcStyle>
    </a:band1V>
    <a:band2V>
      <a:tcStyle>
        <a:tcBdr/>
      </a:tcStyle>
    </a:band2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F81BD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F81BD"/>
          </a:solidFill>
        </a:fill>
      </a:tcStyle>
    </a:firstCol>
    <a:la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top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4F81BD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38103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4F81BD"/>
          </a:solidFill>
        </a:fill>
      </a:tcStyle>
    </a:firstRow>
  </a:tblStyle>
  <a:tblStyle styleId="{68D230F3-CF80-4859-8CE7-A43EE81993B5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top>
            <a:ln w="12701" cap="flat" cmpd="sng" algn="ctr">
              <a:solidFill>
                <a:srgbClr val="F79646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F79646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wholeTbl>
    <a:band1H>
      <a:tcStyle>
        <a:tcBdr/>
        <a:fill>
          <a:solidFill>
            <a:srgbClr val="F79646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F79646"/>
          </a:solidFill>
        </a:fill>
      </a:tcStyle>
    </a:band1V>
    <a:lastCol>
      <a:tcTxStyle b="on">
        <a:font>
          <a:latin typeface=""/>
          <a:ea typeface=""/>
          <a:cs typeface=""/>
        </a:font>
      </a:tcTxStyle>
      <a:tcStyle>
        <a:tcBdr/>
      </a:tcStyle>
    </a:lastCol>
    <a:firstCol>
      <a:tcTxStyle b="on">
        <a:font>
          <a:latin typeface=""/>
          <a:ea typeface=""/>
          <a:cs typeface=""/>
        </a:font>
      </a:tcTxStyle>
      <a:tcStyle>
        <a:tcBdr/>
      </a:tcStyle>
    </a:firstCol>
    <a:lastRow>
      <a:tcTxStyle b="on">
        <a:font>
          <a:latin typeface=""/>
          <a:ea typeface=""/>
          <a:cs typeface=""/>
        </a:font>
      </a:tcTxStyle>
      <a:tcStyle>
        <a:tcBdr>
          <a:top>
            <a:ln w="12701" cap="flat" cmpd="sng" algn="ctr">
              <a:solidFill>
                <a:srgbClr val="F79646"/>
              </a:solidFill>
              <a:prstDash val="solid"/>
              <a:round/>
              <a:headEnd type="none" w="med" len="med"/>
              <a:tailEnd type="none" w="med" len="med"/>
            </a:ln>
          </a:top>
        </a:tcBdr>
      </a:tcStyle>
    </a:lastRow>
    <a:firstRow>
      <a:tcTxStyle b="on">
        <a:font>
          <a:latin typeface=""/>
          <a:ea typeface=""/>
          <a:cs typeface=""/>
        </a:font>
      </a:tcTxStyle>
      <a:tcStyle>
        <a:tcBdr>
          <a:bottom>
            <a:ln w="12701" cap="flat" cmpd="sng" algn="ctr">
              <a:solidFill>
                <a:srgbClr val="F79646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firstRow>
  </a:tblStyle>
  <a:tblStyle styleId="{74C1A8A3-306A-4EB7-A6B1-4F7E0EB9C5D6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top>
            <a:ln w="25402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25402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FFFFFF"/>
          </a:solidFill>
        </a:fill>
      </a:tcStyle>
    </a:wholeTbl>
    <a:band1H>
      <a:tcStyle>
        <a:tcBdr/>
        <a:fill>
          <a:solidFill>
            <a:srgbClr val="E7E7E7"/>
          </a:solidFill>
        </a:fill>
      </a:tcStyle>
    </a:band1H>
    <a:band1V>
      <a:tcStyle>
        <a:tcBdr/>
        <a:fill>
          <a:solidFill>
            <a:srgbClr val="E7E7E7"/>
          </a:solidFill>
        </a:fill>
      </a:tcStyle>
    </a:band1V>
    <a:la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BACC6"/>
          </a:solidFill>
        </a:fill>
      </a:tcStyle>
    </a:lastCol>
    <a:firstCol>
      <a:tcTxStyle b="on">
        <a:font>
          <a:latin typeface="+mn-lt"/>
          <a:ea typeface="+mn-ea"/>
          <a:cs typeface="+mn-cs"/>
        </a:font>
        <a:srgbClr val="FFFFFF"/>
      </a:tcTxStyle>
      <a:tcStyle>
        <a:tcBdr/>
        <a:fill>
          <a:solidFill>
            <a:srgbClr val="4BACC6"/>
          </a:solidFill>
        </a:fill>
      </a:tcStyle>
    </a:firstCol>
    <a:lastRow>
      <a:tcTxStyle b="on">
        <a:font>
          <a:latin typeface=""/>
          <a:ea typeface=""/>
          <a:cs typeface=""/>
        </a:font>
      </a:tcTxStyle>
      <a:tcStyle>
        <a:tcBdr>
          <a:top>
            <a:ln w="50804" cap="flat" cmpd="dbl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</a:tcBdr>
        <a:fill>
          <a:solidFill>
            <a:srgbClr val="FFFFFF"/>
          </a:solidFill>
        </a:fill>
      </a:tcStyle>
    </a:lastRow>
    <a:firstRow>
      <a:tcTxStyle b="on">
        <a:font>
          <a:latin typeface="+mn-lt"/>
          <a:ea typeface="+mn-ea"/>
          <a:cs typeface="+mn-cs"/>
        </a:font>
        <a:srgbClr val="FFFFFF"/>
      </a:tcTxStyle>
      <a:tcStyle>
        <a:tcBdr>
          <a:bottom>
            <a:ln w="25402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</a:tcBdr>
        <a:fill>
          <a:solidFill>
            <a:srgbClr val="4BACC6"/>
          </a:solidFill>
        </a:fill>
      </a:tcStyle>
    </a:firstRow>
  </a:tblStyle>
  <a:tblStyle styleId="{BC89EF96-8CEA-46FF-86C4-4CE0E7609802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4F81BD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4F81BD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4F81BD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4F81BD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wholeTbl>
    <a:band1H>
      <a:tcStyle>
        <a:tcBdr/>
        <a:fill>
          <a:solidFill>
            <a:srgbClr val="4F81BD"/>
          </a:solidFill>
        </a:fill>
      </a:tcStyle>
    </a:band1H>
    <a:band1V>
      <a:tcStyle>
        <a:tcBdr/>
        <a:fill>
          <a:solidFill>
            <a:srgbClr val="4F81BD"/>
          </a:solidFill>
        </a:fill>
      </a:tcStyle>
    </a:band1V>
    <a:lastCol>
      <a:tcTxStyle b="on">
        <a:font>
          <a:latin typeface=""/>
          <a:ea typeface=""/>
          <a:cs typeface=""/>
        </a:font>
      </a:tcTxStyle>
      <a:tcStyle>
        <a:tcBdr/>
      </a:tcStyle>
    </a:lastCol>
    <a:firstCol>
      <a:tcTxStyle b="on">
        <a:font>
          <a:latin typeface=""/>
          <a:ea typeface=""/>
          <a:cs typeface=""/>
        </a:font>
      </a:tcTxStyle>
      <a:tcStyle>
        <a:tcBdr/>
      </a:tcStyle>
    </a:firstCol>
    <a:lastRow>
      <a:tcTxStyle b="on">
        <a:font>
          <a:latin typeface=""/>
          <a:ea typeface=""/>
          <a:cs typeface=""/>
        </a:font>
      </a:tcTxStyle>
      <a:tcStyle>
        <a:tcBdr>
          <a:top>
            <a:ln w="50804" cap="flat" cmpd="dbl" algn="ctr">
              <a:solidFill>
                <a:srgbClr val="4F81BD"/>
              </a:solidFill>
              <a:prstDash val="solid"/>
              <a:round/>
              <a:headEnd type="none" w="med" len="med"/>
              <a:tailEnd type="none" w="med" len="med"/>
            </a:ln>
          </a:top>
        </a:tcBdr>
      </a:tcStyle>
    </a:lastRow>
    <a:firstRow>
      <a:tcTxStyle b="on">
        <a:font>
          <a:latin typeface=""/>
          <a:ea typeface=""/>
          <a:cs typeface=""/>
        </a:font>
      </a:tcTxStyle>
      <a:tcStyle>
        <a:tcBdr>
          <a:bottom>
            <a:ln w="25402" cap="flat" cmpd="sng" algn="ctr">
              <a:solidFill>
                <a:srgbClr val="4F81BD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firstRow>
  </a:tblStyle>
  <a:tblStyle styleId="{616DA210-FB5B-4158-B5E0-FEB733F419B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wholeTbl>
    <a:band1H>
      <a:tcStyle>
        <a:tcBdr/>
        <a:fill>
          <a:solidFill>
            <a:srgbClr val="000000"/>
          </a:solidFill>
        </a:fill>
      </a:tcStyle>
    </a:band1H>
    <a:band1V>
      <a:tcStyle>
        <a:tcBdr/>
        <a:fill>
          <a:solidFill>
            <a:srgbClr val="000000"/>
          </a:solidFill>
        </a:fill>
      </a:tcStyle>
    </a:band1V>
    <a:lastCol>
      <a:tcTxStyle b="on">
        <a:font>
          <a:latin typeface=""/>
          <a:ea typeface=""/>
          <a:cs typeface=""/>
        </a:font>
      </a:tcTxStyle>
      <a:tcStyle>
        <a:tcBdr/>
      </a:tcStyle>
    </a:lastCol>
    <a:firstCol>
      <a:tcTxStyle b="on">
        <a:font>
          <a:latin typeface=""/>
          <a:ea typeface=""/>
          <a:cs typeface=""/>
        </a:font>
      </a:tcTxStyle>
      <a:tcStyle>
        <a:tcBdr/>
      </a:tcStyle>
    </a:firstCol>
    <a:lastRow>
      <a:tcTxStyle b="on">
        <a:font>
          <a:latin typeface=""/>
          <a:ea typeface=""/>
          <a:cs typeface=""/>
        </a:font>
      </a:tcTxStyle>
      <a:tcStyle>
        <a:tcBdr>
          <a:top>
            <a:ln w="50804" cap="flat" cmpd="dbl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</a:tcBdr>
      </a:tcStyle>
    </a:lastRow>
    <a:firstRow>
      <a:tcTxStyle b="on">
        <a:font>
          <a:latin typeface=""/>
          <a:ea typeface=""/>
          <a:cs typeface=""/>
        </a:font>
      </a:tcTxStyle>
      <a:tcStyle>
        <a:tcBdr>
          <a:bottom>
            <a:ln w="25402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firstRow>
  </a:tblStyle>
  <a:tblStyle styleId="{2D5ABB26-0587-4C30-8999-92F81FD0307C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/>
      </a:tcStyle>
    </a:wholeTbl>
  </a:tblStyle>
  <a:tblStyle styleId="{5940675A-B579-460E-94D1-54222C63F5DA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wholeTbl>
  </a:tblStyle>
  <a:tblStyle styleId="{5DA37D80-6434-44D0-A028-1B22A696006F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left>
            <a:ln w="12701" cap="flat" cmpd="sng" algn="ctr">
              <a:solidFill>
                <a:srgbClr val="C0504D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12701" cap="flat" cmpd="sng" algn="ctr">
              <a:solidFill>
                <a:srgbClr val="C0504D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12701" cap="flat" cmpd="sng" algn="ctr">
              <a:solidFill>
                <a:srgbClr val="C0504D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C0504D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wholeTbl>
    <a:band1H>
      <a:tcStyle>
        <a:tcBdr/>
        <a:fill>
          <a:solidFill>
            <a:srgbClr val="C0504D"/>
          </a:solidFill>
        </a:fill>
      </a:tcStyle>
    </a:band1H>
    <a:band1V>
      <a:tcStyle>
        <a:tcBdr/>
        <a:fill>
          <a:solidFill>
            <a:srgbClr val="C0504D"/>
          </a:solidFill>
        </a:fill>
      </a:tcStyle>
    </a:band1V>
    <a:lastCol>
      <a:tcTxStyle b="on">
        <a:font>
          <a:latin typeface=""/>
          <a:ea typeface=""/>
          <a:cs typeface=""/>
        </a:font>
      </a:tcTxStyle>
      <a:tcStyle>
        <a:tcBdr/>
      </a:tcStyle>
    </a:lastCol>
    <a:firstCol>
      <a:tcTxStyle b="on">
        <a:font>
          <a:latin typeface=""/>
          <a:ea typeface=""/>
          <a:cs typeface=""/>
        </a:font>
      </a:tcTxStyle>
      <a:tcStyle>
        <a:tcBdr/>
      </a:tcStyle>
    </a:firstCol>
    <a:lastRow>
      <a:tcTxStyle b="on">
        <a:font>
          <a:latin typeface=""/>
          <a:ea typeface=""/>
          <a:cs typeface=""/>
        </a:font>
      </a:tcTxStyle>
      <a:tcStyle>
        <a:tcBdr>
          <a:top>
            <a:ln w="50804" cap="flat" cmpd="dbl" algn="ctr">
              <a:solidFill>
                <a:srgbClr val="C0504D"/>
              </a:solidFill>
              <a:prstDash val="solid"/>
              <a:round/>
              <a:headEnd type="none" w="med" len="med"/>
              <a:tailEnd type="none" w="med" len="med"/>
            </a:ln>
          </a:top>
        </a:tcBdr>
      </a:tcStyle>
    </a:lastRow>
    <a:firstRow>
      <a:tcTxStyle b="on">
        <a:font>
          <a:latin typeface=""/>
          <a:ea typeface=""/>
          <a:cs typeface=""/>
        </a:font>
      </a:tcTxStyle>
      <a:tcStyle>
        <a:tcBdr>
          <a:bottom>
            <a:ln w="25402" cap="flat" cmpd="sng" algn="ctr">
              <a:solidFill>
                <a:srgbClr val="C0504D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firstRow>
  </a:tblStyle>
  <a:tblStyle styleId="{3B4B98B0-60AC-42C2-AFA5-B58CD77FA1E5}" styleName="">
    <a:wholeTbl>
      <a:tcTxStyle>
        <a:font>
          <a:latin typeface="+mn-lt"/>
          <a:ea typeface="+mn-ea"/>
          <a:cs typeface="+mn-cs"/>
        </a:font>
        <a:srgbClr val="000000"/>
      </a:tcTxStyle>
      <a:tcStyle>
        <a:tcBdr>
          <a:top>
            <a:ln w="12701" cap="flat" cmpd="sng" algn="ctr">
              <a:solidFill>
                <a:srgbClr val="4F81BD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12701" cap="flat" cmpd="sng" algn="ctr">
              <a:solidFill>
                <a:srgbClr val="4F81BD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wholeTbl>
    <a:band1H>
      <a:tcStyle>
        <a:tcBdr/>
        <a:fill>
          <a:solidFill>
            <a:srgbClr val="4F81BD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4F81BD"/>
          </a:solidFill>
        </a:fill>
      </a:tcStyle>
    </a:band1V>
    <a:lastCol>
      <a:tcTxStyle b="on">
        <a:font>
          <a:latin typeface=""/>
          <a:ea typeface=""/>
          <a:cs typeface=""/>
        </a:font>
      </a:tcTxStyle>
      <a:tcStyle>
        <a:tcBdr/>
      </a:tcStyle>
    </a:lastCol>
    <a:firstCol>
      <a:tcTxStyle b="on">
        <a:font>
          <a:latin typeface=""/>
          <a:ea typeface=""/>
          <a:cs typeface=""/>
        </a:font>
      </a:tcTxStyle>
      <a:tcStyle>
        <a:tcBdr/>
      </a:tcStyle>
    </a:firstCol>
    <a:lastRow>
      <a:tcTxStyle b="on">
        <a:font>
          <a:latin typeface=""/>
          <a:ea typeface=""/>
          <a:cs typeface=""/>
        </a:font>
      </a:tcTxStyle>
      <a:tcStyle>
        <a:tcBdr>
          <a:top>
            <a:ln w="12701" cap="flat" cmpd="sng" algn="ctr">
              <a:solidFill>
                <a:srgbClr val="4F81BD"/>
              </a:solidFill>
              <a:prstDash val="solid"/>
              <a:round/>
              <a:headEnd type="none" w="med" len="med"/>
              <a:tailEnd type="none" w="med" len="med"/>
            </a:ln>
          </a:top>
        </a:tcBdr>
      </a:tcStyle>
    </a:lastRow>
    <a:firstRow>
      <a:tcTxStyle b="on">
        <a:font>
          <a:latin typeface=""/>
          <a:ea typeface=""/>
          <a:cs typeface=""/>
        </a:font>
      </a:tcTxStyle>
      <a:tcStyle>
        <a:tcBdr>
          <a:bottom>
            <a:ln w="12701" cap="flat" cmpd="sng" algn="ctr">
              <a:solidFill>
                <a:srgbClr val="4F81BD"/>
              </a:solidFill>
              <a:prstDash val="solid"/>
              <a:round/>
              <a:headEnd type="none" w="med" len="med"/>
              <a:tailEnd type="none" w="med" len="med"/>
            </a:ln>
          </a:bottom>
        </a:tcBdr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5" d="100"/>
          <a:sy n="155" d="100"/>
        </p:scale>
        <p:origin x="354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63FBBA8-F929-B0F9-4843-001F59F2B757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361" cy="511734"/>
          </a:xfrm>
          <a:prstGeom prst="rect">
            <a:avLst/>
          </a:prstGeom>
          <a:noFill/>
          <a:ln>
            <a:noFill/>
          </a:ln>
        </p:spPr>
        <p:txBody>
          <a:bodyPr vert="horz" wrap="square" lIns="99047" tIns="49523" rIns="99047" bIns="49523" anchor="t" anchorCtr="0" compatLnSpc="1">
            <a:noAutofit/>
          </a:bodyPr>
          <a:lstStyle/>
          <a:p>
            <a:pPr marL="0" marR="0" lvl="0" indent="0" algn="l" defTabSz="457181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3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FD1BBA-80C5-9442-7DEB-A601143A1699}"/>
              </a:ext>
            </a:extLst>
          </p:cNvPr>
          <p:cNvSpPr txBox="1">
            <a:spLocks noGrp="1"/>
          </p:cNvSpPr>
          <p:nvPr>
            <p:ph type="dt" sz="quarter" idx="1"/>
          </p:nvPr>
        </p:nvSpPr>
        <p:spPr>
          <a:xfrm>
            <a:off x="4021293" y="0"/>
            <a:ext cx="3076361" cy="511734"/>
          </a:xfrm>
          <a:prstGeom prst="rect">
            <a:avLst/>
          </a:prstGeom>
          <a:noFill/>
          <a:ln>
            <a:noFill/>
          </a:ln>
        </p:spPr>
        <p:txBody>
          <a:bodyPr vert="horz" wrap="square" lIns="99047" tIns="49523" rIns="99047" bIns="49523" anchor="t" anchorCtr="0" compatLnSpc="1">
            <a:noAutofit/>
          </a:bodyPr>
          <a:lstStyle/>
          <a:p>
            <a:pPr marL="0" marR="0" lvl="0" indent="0" algn="r" defTabSz="457181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86F206B0-0589-4995-9730-5779E7313B0C}" type="datetime1">
              <a:rPr lang="en-US" sz="13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pPr marL="0" marR="0" lvl="0" indent="0" algn="r" defTabSz="457181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10/1/2026</a:t>
            </a:fld>
            <a:endParaRPr lang="en-US" sz="13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B9E740-01F3-394B-9DCC-0EBD2CFE050B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9721105"/>
            <a:ext cx="3076361" cy="511734"/>
          </a:xfrm>
          <a:prstGeom prst="rect">
            <a:avLst/>
          </a:prstGeom>
          <a:noFill/>
          <a:ln>
            <a:noFill/>
          </a:ln>
        </p:spPr>
        <p:txBody>
          <a:bodyPr vert="horz" wrap="square" lIns="99047" tIns="49523" rIns="99047" bIns="49523" anchor="b" anchorCtr="0" compatLnSpc="1">
            <a:noAutofit/>
          </a:bodyPr>
          <a:lstStyle/>
          <a:p>
            <a:pPr marL="0" marR="0" lvl="0" indent="0" algn="l" defTabSz="457181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3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8E99F1-11BE-A4B3-0AC1-503CCC8FB7A6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4021293" y="9721105"/>
            <a:ext cx="3076361" cy="511734"/>
          </a:xfrm>
          <a:prstGeom prst="rect">
            <a:avLst/>
          </a:prstGeom>
          <a:noFill/>
          <a:ln>
            <a:noFill/>
          </a:ln>
        </p:spPr>
        <p:txBody>
          <a:bodyPr vert="horz" wrap="square" lIns="99047" tIns="49523" rIns="99047" bIns="49523" anchor="b" anchorCtr="0" compatLnSpc="1">
            <a:noAutofit/>
          </a:bodyPr>
          <a:lstStyle/>
          <a:p>
            <a:pPr marL="0" marR="0" lvl="0" indent="0" algn="r" defTabSz="457181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824F60CD-510B-4AA9-A82B-4E980FDF2AD4}" type="slidenum">
              <a:t>‹N°›</a:t>
            </a:fld>
            <a:endParaRPr lang="fr-FR" sz="13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325956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14A361D-D931-0775-F4C8-83B0ECAF9F91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076361" cy="511734"/>
          </a:xfrm>
          <a:prstGeom prst="rect">
            <a:avLst/>
          </a:prstGeom>
          <a:noFill/>
          <a:ln>
            <a:noFill/>
          </a:ln>
        </p:spPr>
        <p:txBody>
          <a:bodyPr vert="horz" wrap="square" lIns="99047" tIns="49523" rIns="99047" bIns="49523" anchor="t" anchorCtr="0" compatLnSpc="1">
            <a:noAutofit/>
          </a:bodyPr>
          <a:lstStyle>
            <a:lvl1pPr marL="0" marR="0" lvl="0" indent="0" algn="l" defTabSz="457181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3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93EADA-C976-E732-7764-101E951E1AB6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4021293" y="0"/>
            <a:ext cx="3076361" cy="511734"/>
          </a:xfrm>
          <a:prstGeom prst="rect">
            <a:avLst/>
          </a:prstGeom>
          <a:noFill/>
          <a:ln>
            <a:noFill/>
          </a:ln>
        </p:spPr>
        <p:txBody>
          <a:bodyPr vert="horz" wrap="square" lIns="99047" tIns="49523" rIns="99047" bIns="49523" anchor="t" anchorCtr="0" compatLnSpc="1">
            <a:noAutofit/>
          </a:bodyPr>
          <a:lstStyle>
            <a:lvl1pPr marL="0" marR="0" lvl="0" indent="0" algn="r" defTabSz="457181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3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fld id="{F308066E-3C8B-4277-9852-6AE4317C9D01}" type="datetime1">
              <a:rPr lang="en-US"/>
              <a:pPr lvl="0"/>
              <a:t>10/1/2026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537F01E7-59AA-3EE7-4E86-15F66C915F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9702" y="768352"/>
            <a:ext cx="6819896" cy="3836986"/>
          </a:xfrm>
          <a:prstGeom prst="rect">
            <a:avLst/>
          </a:prstGeom>
          <a:noFill/>
          <a:ln w="12701">
            <a:solidFill>
              <a:srgbClr val="000000"/>
            </a:solidFill>
            <a:prstDash val="solid"/>
          </a:ln>
        </p:spPr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6C3A7605-B9B4-00E1-D253-3C60DCA20011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709931" y="4861444"/>
            <a:ext cx="5679438" cy="4605576"/>
          </a:xfrm>
          <a:prstGeom prst="rect">
            <a:avLst/>
          </a:prstGeom>
          <a:noFill/>
          <a:ln>
            <a:noFill/>
          </a:ln>
        </p:spPr>
        <p:txBody>
          <a:bodyPr vert="horz" wrap="square" lIns="99047" tIns="49523" rIns="99047" bIns="49523" anchor="t" anchorCtr="0" compatLnSpc="1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7F87F9-035C-C16E-2651-1583F3BEEEAA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9721105"/>
            <a:ext cx="3076361" cy="511734"/>
          </a:xfrm>
          <a:prstGeom prst="rect">
            <a:avLst/>
          </a:prstGeom>
          <a:noFill/>
          <a:ln>
            <a:noFill/>
          </a:ln>
        </p:spPr>
        <p:txBody>
          <a:bodyPr vert="horz" wrap="square" lIns="99047" tIns="49523" rIns="99047" bIns="49523" anchor="b" anchorCtr="0" compatLnSpc="1">
            <a:noAutofit/>
          </a:bodyPr>
          <a:lstStyle>
            <a:lvl1pPr marL="0" marR="0" lvl="0" indent="0" algn="l" defTabSz="457181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3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B2A686-278C-C6EF-FE43-90FABE67C81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4021293" y="9721105"/>
            <a:ext cx="3076361" cy="511734"/>
          </a:xfrm>
          <a:prstGeom prst="rect">
            <a:avLst/>
          </a:prstGeom>
          <a:noFill/>
          <a:ln>
            <a:noFill/>
          </a:ln>
        </p:spPr>
        <p:txBody>
          <a:bodyPr vert="horz" wrap="square" lIns="99047" tIns="49523" rIns="99047" bIns="49523" anchor="b" anchorCtr="0" compatLnSpc="1">
            <a:noAutofit/>
          </a:bodyPr>
          <a:lstStyle>
            <a:lvl1pPr marL="0" marR="0" lvl="0" indent="0" algn="r" defTabSz="457181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3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fld id="{62B794F1-CB14-4ACA-AE55-89404BFC616A}" type="slidenum"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8918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marR="0" lvl="0" indent="0" algn="l" defTabSz="457181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Calibri"/>
      </a:defRPr>
    </a:lvl1pPr>
    <a:lvl2pPr marL="457181" marR="0" lvl="1" indent="0" algn="l" defTabSz="457181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Calibri"/>
      </a:defRPr>
    </a:lvl2pPr>
    <a:lvl3pPr marL="914363" marR="0" lvl="2" indent="0" algn="l" defTabSz="457181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Calibri"/>
      </a:defRPr>
    </a:lvl3pPr>
    <a:lvl4pPr marL="1371554" marR="0" lvl="3" indent="0" algn="l" defTabSz="457181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Calibri"/>
      </a:defRPr>
    </a:lvl4pPr>
    <a:lvl5pPr marL="1828735" marR="0" lvl="4" indent="0" algn="l" defTabSz="457181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Calibri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8E1325-0AF6-118F-932C-28AFBA2928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D81A28-8EB2-0A75-7E63-1C52D30B0EC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C3FB97-981F-18B1-CFAF-0B86D6A6D246}"/>
              </a:ext>
            </a:extLst>
          </p:cNvPr>
          <p:cNvSpPr txBox="1"/>
          <p:nvPr/>
        </p:nvSpPr>
        <p:spPr>
          <a:xfrm>
            <a:off x="4021293" y="9721105"/>
            <a:ext cx="3076361" cy="511734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9047" tIns="49523" rIns="99047" bIns="49523" anchor="b" anchorCtr="0" compatLnSpc="1">
            <a:noAutofit/>
          </a:bodyPr>
          <a:lstStyle/>
          <a:p>
            <a:pPr marL="0" marR="0" lvl="0" indent="0" algn="r" defTabSz="457181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67CBE274-3674-45BD-860D-B1CA41E8043C}" type="slidenum">
              <a:t>13</a:t>
            </a:fld>
            <a:endParaRPr lang="en-US" sz="13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hyperlink" Target="https://twitter.com/SchneiderElec" TargetMode="External"/><Relationship Id="rId13" Type="http://schemas.openxmlformats.org/officeDocument/2006/relationships/image" Target="../media/image8.svg"/><Relationship Id="rId3" Type="http://schemas.openxmlformats.org/officeDocument/2006/relationships/image" Target="../media/image3.svg"/><Relationship Id="rId7" Type="http://schemas.openxmlformats.org/officeDocument/2006/relationships/image" Target="../media/image5.svg"/><Relationship Id="rId12" Type="http://schemas.openxmlformats.org/officeDocument/2006/relationships/hyperlink" Target="https://blog.se.com/" TargetMode="External"/><Relationship Id="rId2" Type="http://schemas.openxmlformats.org/officeDocument/2006/relationships/hyperlink" Target="https://www.facebook.com/SchneiderElectric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www.youtube.com/user/SchneiderCorporate" TargetMode="External"/><Relationship Id="rId11" Type="http://schemas.openxmlformats.org/officeDocument/2006/relationships/image" Target="../media/image7.svg"/><Relationship Id="rId5" Type="http://schemas.openxmlformats.org/officeDocument/2006/relationships/image" Target="../media/image4.svg"/><Relationship Id="rId10" Type="http://schemas.openxmlformats.org/officeDocument/2006/relationships/hyperlink" Target="https://www.instagram.com/schneiderelectric/" TargetMode="External"/><Relationship Id="rId4" Type="http://schemas.openxmlformats.org/officeDocument/2006/relationships/hyperlink" Target="https://www.linkedin.com/company/schneider-electric/" TargetMode="External"/><Relationship Id="rId9" Type="http://schemas.openxmlformats.org/officeDocument/2006/relationships/image" Target="../media/image6.svg"/><Relationship Id="rId14" Type="http://schemas.openxmlformats.org/officeDocument/2006/relationships/image" Target="../media/image2.svg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8" Type="http://schemas.openxmlformats.org/officeDocument/2006/relationships/hyperlink" Target="https://twitter.com/SchneiderElec" TargetMode="External"/><Relationship Id="rId13" Type="http://schemas.openxmlformats.org/officeDocument/2006/relationships/image" Target="../media/image8.svg"/><Relationship Id="rId3" Type="http://schemas.openxmlformats.org/officeDocument/2006/relationships/image" Target="../media/image3.svg"/><Relationship Id="rId7" Type="http://schemas.openxmlformats.org/officeDocument/2006/relationships/image" Target="../media/image5.svg"/><Relationship Id="rId12" Type="http://schemas.openxmlformats.org/officeDocument/2006/relationships/hyperlink" Target="https://blog.se.com/" TargetMode="External"/><Relationship Id="rId2" Type="http://schemas.openxmlformats.org/officeDocument/2006/relationships/hyperlink" Target="https://www.facebook.com/SchneiderElectric" TargetMode="External"/><Relationship Id="rId1" Type="http://schemas.openxmlformats.org/officeDocument/2006/relationships/slideMaster" Target="../slideMasters/slideMaster2.xml"/><Relationship Id="rId6" Type="http://schemas.openxmlformats.org/officeDocument/2006/relationships/hyperlink" Target="https://www.youtube.com/user/SchneiderCorporate" TargetMode="External"/><Relationship Id="rId11" Type="http://schemas.openxmlformats.org/officeDocument/2006/relationships/image" Target="../media/image7.svg"/><Relationship Id="rId5" Type="http://schemas.openxmlformats.org/officeDocument/2006/relationships/image" Target="../media/image4.svg"/><Relationship Id="rId10" Type="http://schemas.openxmlformats.org/officeDocument/2006/relationships/hyperlink" Target="https://www.instagram.com/schneiderelectric/" TargetMode="External"/><Relationship Id="rId4" Type="http://schemas.openxmlformats.org/officeDocument/2006/relationships/hyperlink" Target="https://www.linkedin.com/company/schneider-electric/" TargetMode="External"/><Relationship Id="rId9" Type="http://schemas.openxmlformats.org/officeDocument/2006/relationships/image" Target="../media/image6.svg"/><Relationship Id="rId14" Type="http://schemas.openxmlformats.org/officeDocument/2006/relationships/image" Target="../media/image9.svg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8" Type="http://schemas.openxmlformats.org/officeDocument/2006/relationships/hyperlink" Target="https://twitter.com/SchneiderElec" TargetMode="External"/><Relationship Id="rId13" Type="http://schemas.openxmlformats.org/officeDocument/2006/relationships/image" Target="../media/image16.svg"/><Relationship Id="rId3" Type="http://schemas.openxmlformats.org/officeDocument/2006/relationships/image" Target="../media/image11.svg"/><Relationship Id="rId7" Type="http://schemas.openxmlformats.org/officeDocument/2006/relationships/image" Target="../media/image13.svg"/><Relationship Id="rId12" Type="http://schemas.openxmlformats.org/officeDocument/2006/relationships/hyperlink" Target="https://blog.se.com/" TargetMode="External"/><Relationship Id="rId2" Type="http://schemas.openxmlformats.org/officeDocument/2006/relationships/hyperlink" Target="https://www.facebook.com/SchneiderElectric" TargetMode="External"/><Relationship Id="rId1" Type="http://schemas.openxmlformats.org/officeDocument/2006/relationships/slideMaster" Target="../slideMasters/slideMaster3.xml"/><Relationship Id="rId6" Type="http://schemas.openxmlformats.org/officeDocument/2006/relationships/hyperlink" Target="https://www.youtube.com/user/SchneiderCorporate" TargetMode="External"/><Relationship Id="rId11" Type="http://schemas.openxmlformats.org/officeDocument/2006/relationships/image" Target="../media/image15.svg"/><Relationship Id="rId5" Type="http://schemas.openxmlformats.org/officeDocument/2006/relationships/image" Target="../media/image12.svg"/><Relationship Id="rId10" Type="http://schemas.openxmlformats.org/officeDocument/2006/relationships/hyperlink" Target="https://www.instagram.com/schneiderelectric/" TargetMode="External"/><Relationship Id="rId4" Type="http://schemas.openxmlformats.org/officeDocument/2006/relationships/hyperlink" Target="https://www.linkedin.com/company/schneider-electric/" TargetMode="External"/><Relationship Id="rId9" Type="http://schemas.openxmlformats.org/officeDocument/2006/relationships/image" Target="../media/image14.svg"/><Relationship Id="rId14" Type="http://schemas.openxmlformats.org/officeDocument/2006/relationships/image" Target="../media/image17.svg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4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4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4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4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0.xml.rels><?xml version="1.0" encoding="UTF-8" standalone="yes"?>
<Relationships xmlns="http://schemas.openxmlformats.org/package/2006/relationships"><Relationship Id="rId8" Type="http://schemas.openxmlformats.org/officeDocument/2006/relationships/hyperlink" Target="https://twitter.com/SchneiderElec" TargetMode="External"/><Relationship Id="rId13" Type="http://schemas.openxmlformats.org/officeDocument/2006/relationships/image" Target="../media/image16.svg"/><Relationship Id="rId3" Type="http://schemas.openxmlformats.org/officeDocument/2006/relationships/image" Target="../media/image11.svg"/><Relationship Id="rId7" Type="http://schemas.openxmlformats.org/officeDocument/2006/relationships/image" Target="../media/image13.svg"/><Relationship Id="rId12" Type="http://schemas.openxmlformats.org/officeDocument/2006/relationships/hyperlink" Target="https://blog.se.com/" TargetMode="External"/><Relationship Id="rId2" Type="http://schemas.openxmlformats.org/officeDocument/2006/relationships/hyperlink" Target="https://www.facebook.com/SchneiderElectric" TargetMode="External"/><Relationship Id="rId1" Type="http://schemas.openxmlformats.org/officeDocument/2006/relationships/slideMaster" Target="../slideMasters/slideMaster4.xml"/><Relationship Id="rId6" Type="http://schemas.openxmlformats.org/officeDocument/2006/relationships/hyperlink" Target="https://www.youtube.com/user/SchneiderCorporate" TargetMode="External"/><Relationship Id="rId11" Type="http://schemas.openxmlformats.org/officeDocument/2006/relationships/image" Target="../media/image15.svg"/><Relationship Id="rId5" Type="http://schemas.openxmlformats.org/officeDocument/2006/relationships/image" Target="../media/image12.svg"/><Relationship Id="rId10" Type="http://schemas.openxmlformats.org/officeDocument/2006/relationships/hyperlink" Target="https://www.instagram.com/schneiderelectric/" TargetMode="External"/><Relationship Id="rId4" Type="http://schemas.openxmlformats.org/officeDocument/2006/relationships/hyperlink" Target="https://www.linkedin.com/company/schneider-electric/" TargetMode="External"/><Relationship Id="rId9" Type="http://schemas.openxmlformats.org/officeDocument/2006/relationships/image" Target="../media/image14.svg"/><Relationship Id="rId14" Type="http://schemas.openxmlformats.org/officeDocument/2006/relationships/image" Target="../media/image10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er and date">
            <a:extLst>
              <a:ext uri="{FF2B5EF4-FFF2-40B4-BE49-F238E27FC236}">
                <a16:creationId xmlns:a16="http://schemas.microsoft.com/office/drawing/2014/main" id="{94833721-4702-015C-5C55-A6D551C53C9A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57200" y="4108902"/>
            <a:ext cx="8291514" cy="215441"/>
          </a:xfrm>
        </p:spPr>
        <p:txBody>
          <a:bodyPr/>
          <a:lstStyle>
            <a:lvl1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lang="en-AU" sz="1100"/>
            </a:lvl1pPr>
            <a:lvl2pPr marL="0" lvl="0" indent="0" defTabSz="457181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lang="en-AU" sz="1100"/>
            </a:lvl2pPr>
          </a:lstStyle>
          <a:p>
            <a:pPr lvl="0"/>
            <a:r>
              <a:rPr lang="en-AU"/>
              <a:t>Presented by: </a:t>
            </a:r>
          </a:p>
          <a:p>
            <a:pPr lvl="0"/>
            <a:endParaRPr lang="en-AU"/>
          </a:p>
        </p:txBody>
      </p:sp>
      <p:pic>
        <p:nvPicPr>
          <p:cNvPr id="3" name="Picture 8">
            <a:extLst>
              <a:ext uri="{FF2B5EF4-FFF2-40B4-BE49-F238E27FC236}">
                <a16:creationId xmlns:a16="http://schemas.microsoft.com/office/drawing/2014/main" id="{BBD6C787-5D07-2FE1-EC00-1CB261CB3C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7710650" y="4687799"/>
            <a:ext cx="976149" cy="289233"/>
          </a:xfrm>
          <a:prstGeom prst="rect">
            <a:avLst/>
          </a:prstGeom>
          <a:noFill/>
          <a:ln cap="flat">
            <a:noFill/>
          </a:ln>
          <a:effectLst>
            <a:outerShdw dist="22997" dir="5400000" algn="tl">
              <a:srgbClr val="000000">
                <a:alpha val="35000"/>
              </a:srgbClr>
            </a:outerShdw>
          </a:effec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119E96-B01F-FAF3-B57C-31E8245D6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©2026 Schneider Electric.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659766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5">
            <a:extLst>
              <a:ext uri="{FF2B5EF4-FFF2-40B4-BE49-F238E27FC236}">
                <a16:creationId xmlns:a16="http://schemas.microsoft.com/office/drawing/2014/main" id="{9482E6E8-0E04-262F-03A3-C25E7F49888C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en-US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head placeholder">
            <a:extLst>
              <a:ext uri="{FF2B5EF4-FFF2-40B4-BE49-F238E27FC236}">
                <a16:creationId xmlns:a16="http://schemas.microsoft.com/office/drawing/2014/main" id="{52A81BDD-601C-6F22-2FCD-0167E3F0564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57200" y="851105"/>
            <a:ext cx="8229600" cy="210942"/>
          </a:xfrm>
        </p:spPr>
        <p:txBody>
          <a:bodyPr/>
          <a:lstStyle>
            <a:lvl1pPr>
              <a:defRPr lang="en-GB"/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6688404B-23CC-0D1C-F180-8B765ED629F8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457200" y="1508394"/>
            <a:ext cx="8229600" cy="2815958"/>
          </a:xfrm>
        </p:spPr>
        <p:txBody>
          <a:bodyPr/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77724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 two line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226FD7F9-E301-35EA-E30C-17EDE0347819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457200" y="1508394"/>
            <a:ext cx="8229600" cy="2815958"/>
          </a:xfrm>
        </p:spPr>
        <p:txBody>
          <a:bodyPr/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8">
            <a:extLst>
              <a:ext uri="{FF2B5EF4-FFF2-40B4-BE49-F238E27FC236}">
                <a16:creationId xmlns:a16="http://schemas.microsoft.com/office/drawing/2014/main" id="{B808DADE-9DDE-5DB5-228C-28FD024FF8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©2026 Schneider Electric. All Rights Reserved.</a:t>
            </a:r>
          </a:p>
        </p:txBody>
      </p:sp>
      <p:sp>
        <p:nvSpPr>
          <p:cNvPr id="4" name="Slide Number Placeholder 9">
            <a:extLst>
              <a:ext uri="{FF2B5EF4-FFF2-40B4-BE49-F238E27FC236}">
                <a16:creationId xmlns:a16="http://schemas.microsoft.com/office/drawing/2014/main" id="{70B10B91-6229-65C6-35A6-1768F3E9F4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| Page </a:t>
            </a:r>
            <a:fld id="{09A0E651-AC67-4207-A268-616E77EB8BE5}" type="slidenum"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2616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Offer com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er and date">
            <a:extLst>
              <a:ext uri="{FF2B5EF4-FFF2-40B4-BE49-F238E27FC236}">
                <a16:creationId xmlns:a16="http://schemas.microsoft.com/office/drawing/2014/main" id="{0DBFAA1E-224E-D86B-A1AE-0211A87B82B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57200" y="4108902"/>
            <a:ext cx="4114800" cy="215441"/>
          </a:xfrm>
        </p:spPr>
        <p:txBody>
          <a:bodyPr/>
          <a:lstStyle>
            <a:lvl1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lang="en-AU" sz="1100"/>
            </a:lvl1pPr>
            <a:lvl2pPr marL="0" lvl="0" indent="0" defTabSz="457181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lang="en-AU" sz="1100"/>
            </a:lvl2pPr>
          </a:lstStyle>
          <a:p>
            <a:pPr lvl="0"/>
            <a:r>
              <a:rPr lang="en-AU"/>
              <a:t>Presented by: </a:t>
            </a:r>
          </a:p>
          <a:p>
            <a:pPr lvl="0"/>
            <a:endParaRPr lang="en-AU"/>
          </a:p>
        </p:txBody>
      </p:sp>
      <p:pic>
        <p:nvPicPr>
          <p:cNvPr id="3" name="Picture 8">
            <a:extLst>
              <a:ext uri="{FF2B5EF4-FFF2-40B4-BE49-F238E27FC236}">
                <a16:creationId xmlns:a16="http://schemas.microsoft.com/office/drawing/2014/main" id="{07BE9A33-94BF-ECA2-B674-3BAA41048E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7710650" y="4687799"/>
            <a:ext cx="976149" cy="289233"/>
          </a:xfrm>
          <a:prstGeom prst="rect">
            <a:avLst/>
          </a:prstGeom>
          <a:noFill/>
          <a:ln cap="flat">
            <a:noFill/>
          </a:ln>
          <a:effectLst>
            <a:outerShdw dist="22997" dir="5400000" algn="tl">
              <a:srgbClr val="000000">
                <a:alpha val="35000"/>
              </a:srgbClr>
            </a:outerShdw>
          </a:effectLst>
        </p:spPr>
      </p:pic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B7786E97-D455-B33B-BE29-302E76BB35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4873880" y="1728216"/>
            <a:ext cx="3438015" cy="14166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5" name="Graphic 2">
            <a:extLst>
              <a:ext uri="{FF2B5EF4-FFF2-40B4-BE49-F238E27FC236}">
                <a16:creationId xmlns:a16="http://schemas.microsoft.com/office/drawing/2014/main" id="{EC470EA9-A290-BDA0-658D-95CC97E515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6575" y="870216"/>
            <a:ext cx="3132624" cy="3132624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3132626"/>
              <a:gd name="f7" fmla="val 254154"/>
              <a:gd name="f8" fmla="val 2878473"/>
              <a:gd name="f9" fmla="val 726348"/>
              <a:gd name="f10" fmla="val 3350667"/>
              <a:gd name="f11" fmla="val 1696598"/>
              <a:gd name="f12" fmla="val 3145994"/>
              <a:gd name="f13" fmla="val 2421296"/>
              <a:gd name="f14" fmla="val 2406279"/>
              <a:gd name="f15" fmla="+- 0 0 218040"/>
              <a:gd name="f16" fmla="val 1436029"/>
              <a:gd name="f17" fmla="+- 0 0 13367"/>
              <a:gd name="f18" fmla="val 711331"/>
              <a:gd name="f19" fmla="+- 0 0 -90"/>
              <a:gd name="f20" fmla="*/ f3 1 3132626"/>
              <a:gd name="f21" fmla="*/ f4 1 3132626"/>
              <a:gd name="f22" fmla="+- f6 0 f5"/>
              <a:gd name="f23" fmla="*/ f19 f0 1"/>
              <a:gd name="f24" fmla="*/ f22 1 3132626"/>
              <a:gd name="f25" fmla="*/ 254154 f22 1"/>
              <a:gd name="f26" fmla="*/ 2878473 f22 1"/>
              <a:gd name="f27" fmla="*/ 2421296 f22 1"/>
              <a:gd name="f28" fmla="*/ 711331 f22 1"/>
              <a:gd name="f29" fmla="*/ f23 1 f2"/>
              <a:gd name="f30" fmla="*/ f25 1 3132626"/>
              <a:gd name="f31" fmla="*/ f26 1 3132626"/>
              <a:gd name="f32" fmla="*/ f27 1 3132626"/>
              <a:gd name="f33" fmla="*/ f28 1 3132626"/>
              <a:gd name="f34" fmla="*/ f5 1 f24"/>
              <a:gd name="f35" fmla="*/ f6 1 f24"/>
              <a:gd name="f36" fmla="+- f29 0 f1"/>
              <a:gd name="f37" fmla="*/ f30 1 f24"/>
              <a:gd name="f38" fmla="*/ f31 1 f24"/>
              <a:gd name="f39" fmla="*/ f32 1 f24"/>
              <a:gd name="f40" fmla="*/ f33 1 f24"/>
              <a:gd name="f41" fmla="*/ f34 f20 1"/>
              <a:gd name="f42" fmla="*/ f35 f20 1"/>
              <a:gd name="f43" fmla="*/ f35 f21 1"/>
              <a:gd name="f44" fmla="*/ f34 f21 1"/>
              <a:gd name="f45" fmla="*/ f37 f20 1"/>
              <a:gd name="f46" fmla="*/ f38 f21 1"/>
              <a:gd name="f47" fmla="*/ f39 f20 1"/>
              <a:gd name="f48" fmla="*/ f39 f21 1"/>
              <a:gd name="f49" fmla="*/ f38 f20 1"/>
              <a:gd name="f50" fmla="*/ f37 f21 1"/>
              <a:gd name="f51" fmla="*/ f40 f20 1"/>
              <a:gd name="f52" fmla="*/ f40 f2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6">
                <a:pos x="f45" y="f46"/>
              </a:cxn>
              <a:cxn ang="f36">
                <a:pos x="f47" y="f48"/>
              </a:cxn>
              <a:cxn ang="f36">
                <a:pos x="f49" y="f50"/>
              </a:cxn>
              <a:cxn ang="f36">
                <a:pos x="f51" y="f52"/>
              </a:cxn>
              <a:cxn ang="f36">
                <a:pos x="f45" y="f46"/>
              </a:cxn>
            </a:cxnLst>
            <a:rect l="f41" t="f44" r="f42" b="f43"/>
            <a:pathLst>
              <a:path w="3132626" h="3132626">
                <a:moveTo>
                  <a:pt x="f7" y="f8"/>
                </a:moveTo>
                <a:cubicBezTo>
                  <a:pt x="f9" y="f10"/>
                  <a:pt x="f11" y="f12"/>
                  <a:pt x="f13" y="f13"/>
                </a:cubicBezTo>
                <a:cubicBezTo>
                  <a:pt x="f12" y="f11"/>
                  <a:pt x="f10" y="f9"/>
                  <a:pt x="f8" y="f7"/>
                </a:cubicBezTo>
                <a:cubicBezTo>
                  <a:pt x="f14" y="f15"/>
                  <a:pt x="f16" y="f17"/>
                  <a:pt x="f18" y="f18"/>
                </a:cubicBezTo>
                <a:cubicBezTo>
                  <a:pt x="f17" y="f16"/>
                  <a:pt x="f15" y="f14"/>
                  <a:pt x="f7" y="f8"/>
                </a:cubicBezTo>
              </a:path>
            </a:pathLst>
          </a:custGeom>
          <a:noFill/>
          <a:ln w="12060" cap="flat">
            <a:solidFill>
              <a:srgbClr val="5EFF59"/>
            </a:solidFill>
            <a:prstDash val="solid"/>
            <a:miter/>
          </a:ln>
          <a:effectLst>
            <a:outerShdw dist="22997" dir="5400000" algn="tl">
              <a:srgbClr val="000000">
                <a:alpha val="35000"/>
              </a:srgbClr>
            </a:outerShdw>
          </a:effectLst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181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A2F24"/>
              </a:solidFill>
              <a:uFillTx/>
              <a:latin typeface="Poppins"/>
            </a:endParaRPr>
          </a:p>
        </p:txBody>
      </p:sp>
      <p:sp>
        <p:nvSpPr>
          <p:cNvPr id="6" name="Footer Placeholder 1">
            <a:extLst>
              <a:ext uri="{FF2B5EF4-FFF2-40B4-BE49-F238E27FC236}">
                <a16:creationId xmlns:a16="http://schemas.microsoft.com/office/drawing/2014/main" id="{0AE6AC34-578C-6CF6-94F2-04D504073D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©2026 Schneider Electric.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132351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placeholder">
            <a:extLst>
              <a:ext uri="{FF2B5EF4-FFF2-40B4-BE49-F238E27FC236}">
                <a16:creationId xmlns:a16="http://schemas.microsoft.com/office/drawing/2014/main" id="{2A9D94C2-8943-3A08-BEFD-D39739983684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" y="3460482"/>
            <a:ext cx="8291514" cy="215441"/>
          </a:xfrm>
        </p:spPr>
        <p:txBody>
          <a:bodyPr/>
          <a:lstStyle>
            <a:lvl1pPr>
              <a:defRPr lang="en-US" sz="1600"/>
            </a:lvl1pPr>
          </a:lstStyle>
          <a:p>
            <a:pPr lvl="0"/>
            <a:r>
              <a:rPr lang="en-US"/>
              <a:t>Click to edit optional subtitle</a:t>
            </a:r>
          </a:p>
        </p:txBody>
      </p:sp>
      <p:sp>
        <p:nvSpPr>
          <p:cNvPr id="3" name="Presenter and date">
            <a:extLst>
              <a:ext uri="{FF2B5EF4-FFF2-40B4-BE49-F238E27FC236}">
                <a16:creationId xmlns:a16="http://schemas.microsoft.com/office/drawing/2014/main" id="{1F707C0D-3753-43C7-46C9-1A69D166D0D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57200" y="4108902"/>
            <a:ext cx="8291514" cy="215441"/>
          </a:xfrm>
        </p:spPr>
        <p:txBody>
          <a:bodyPr/>
          <a:lstStyle>
            <a:lvl1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lang="en-AU" sz="1100"/>
            </a:lvl1pPr>
            <a:lvl2pPr marL="0" lvl="0" indent="0" defTabSz="457181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lang="en-AU" sz="1100"/>
            </a:lvl2pPr>
          </a:lstStyle>
          <a:p>
            <a:pPr lvl="0"/>
            <a:r>
              <a:rPr lang="en-AU"/>
              <a:t>Presented by: </a:t>
            </a:r>
          </a:p>
          <a:p>
            <a:pPr lvl="0"/>
            <a:endParaRPr lang="en-AU"/>
          </a:p>
        </p:txBody>
      </p:sp>
      <p:pic>
        <p:nvPicPr>
          <p:cNvPr id="4" name="Picture 8">
            <a:extLst>
              <a:ext uri="{FF2B5EF4-FFF2-40B4-BE49-F238E27FC236}">
                <a16:creationId xmlns:a16="http://schemas.microsoft.com/office/drawing/2014/main" id="{56777EDE-ED8F-E1FF-3E3A-1A34CA6CA9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7710650" y="4687799"/>
            <a:ext cx="976149" cy="289233"/>
          </a:xfrm>
          <a:prstGeom prst="rect">
            <a:avLst/>
          </a:prstGeom>
          <a:noFill/>
          <a:ln cap="flat">
            <a:noFill/>
          </a:ln>
          <a:effectLst>
            <a:outerShdw dist="22997" dir="5400000" algn="tl">
              <a:srgbClr val="000000">
                <a:alpha val="35000"/>
              </a:srgbClr>
            </a:outerShdw>
          </a:effectLst>
        </p:spPr>
      </p:pic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D0BFFA05-9C81-46B6-E100-F59FDB3F67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©2026 Schneider Electric.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77694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 with sketch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head placeholder">
            <a:extLst>
              <a:ext uri="{FF2B5EF4-FFF2-40B4-BE49-F238E27FC236}">
                <a16:creationId xmlns:a16="http://schemas.microsoft.com/office/drawing/2014/main" id="{CDA86636-3A3E-0680-E80D-26E035ABE0D8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57200" y="851105"/>
            <a:ext cx="8229600" cy="210942"/>
          </a:xfrm>
        </p:spPr>
        <p:txBody>
          <a:bodyPr/>
          <a:lstStyle>
            <a:lvl1pPr>
              <a:defRPr lang="en-GB"/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751515CB-DDB3-F0FD-4E6F-7F6561D70921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457200" y="1508394"/>
            <a:ext cx="8229600" cy="2815958"/>
          </a:xfrm>
        </p:spPr>
        <p:txBody>
          <a:bodyPr/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23CB2498-80B0-CE84-AA39-08518E7DDD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©2026 Schneider Electric. All Rights Reserved.</a:t>
            </a:r>
          </a:p>
        </p:txBody>
      </p:sp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B57B8062-C5DE-D8D9-D008-BBA360ABE1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| Page </a:t>
            </a:r>
            <a:fld id="{DAAF7B4B-DF13-4D7A-8240-8124129782D1}" type="slidenum"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198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9">
            <a:extLst>
              <a:ext uri="{FF2B5EF4-FFF2-40B4-BE49-F238E27FC236}">
                <a16:creationId xmlns:a16="http://schemas.microsoft.com/office/drawing/2014/main" id="{1227B20E-95D2-04AF-764B-C4B88A276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| Page </a:t>
            </a:r>
            <a:fld id="{44DE066E-358A-42BC-AD2C-D7A5C23CC4BF}" type="slidenum"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420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6493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 2/3 of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">
            <a:extLst>
              <a:ext uri="{FF2B5EF4-FFF2-40B4-BE49-F238E27FC236}">
                <a16:creationId xmlns:a16="http://schemas.microsoft.com/office/drawing/2014/main" id="{4F30B446-0F30-32F2-5D4A-BBC596425BFF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457200" y="1508394"/>
            <a:ext cx="5449622" cy="2667140"/>
          </a:xfrm>
        </p:spPr>
        <p:txBody>
          <a:bodyPr/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aption placeholder">
            <a:extLst>
              <a:ext uri="{FF2B5EF4-FFF2-40B4-BE49-F238E27FC236}">
                <a16:creationId xmlns:a16="http://schemas.microsoft.com/office/drawing/2014/main" id="{F3288B52-8012-BBA9-D8ED-22882FC33B2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57200" y="4341808"/>
            <a:ext cx="5437186" cy="153984"/>
          </a:xfrm>
        </p:spPr>
        <p:txBody>
          <a:bodyPr/>
          <a:lstStyle>
            <a:lvl1pPr>
              <a:lnSpc>
                <a:spcPts val="1300"/>
              </a:lnSpc>
              <a:defRPr sz="1100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Footer Placeholder 7">
            <a:extLst>
              <a:ext uri="{FF2B5EF4-FFF2-40B4-BE49-F238E27FC236}">
                <a16:creationId xmlns:a16="http://schemas.microsoft.com/office/drawing/2014/main" id="{362809BF-E5F4-2618-5A70-203989282A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©2026 Schneider Electric. All Rights Reserved.</a:t>
            </a:r>
          </a:p>
        </p:txBody>
      </p:sp>
      <p:sp>
        <p:nvSpPr>
          <p:cNvPr id="5" name="Slide Number Placeholder 8">
            <a:extLst>
              <a:ext uri="{FF2B5EF4-FFF2-40B4-BE49-F238E27FC236}">
                <a16:creationId xmlns:a16="http://schemas.microsoft.com/office/drawing/2014/main" id="{566BA5A8-B86A-C04A-CB42-4E87CB7B3F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| Page </a:t>
            </a:r>
            <a:fld id="{BB775A3A-51DC-4D23-8A65-181925B2A3CD}" type="slidenum"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2444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 with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">
            <a:extLst>
              <a:ext uri="{FF2B5EF4-FFF2-40B4-BE49-F238E27FC236}">
                <a16:creationId xmlns:a16="http://schemas.microsoft.com/office/drawing/2014/main" id="{47CEF778-9F1E-8F4F-92C4-ECD06B7B08AD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457200" y="1508394"/>
            <a:ext cx="5449622" cy="2815958"/>
          </a:xfrm>
        </p:spPr>
        <p:txBody>
          <a:bodyPr/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C2EFCEEA-8CE4-045C-CFEA-56E210D99169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6202887" y="1508394"/>
            <a:ext cx="2483912" cy="2815958"/>
          </a:xfrm>
        </p:spPr>
        <p:txBody>
          <a:bodyPr/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40174082-A3DC-938D-5EC4-91E8EB1CE8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©2026 Schneider Electric. All Rights Reserved.</a:t>
            </a:r>
          </a:p>
        </p:txBody>
      </p:sp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D92CD850-01D4-69C6-C4FE-2D0C553AE5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| Page </a:t>
            </a:r>
            <a:fld id="{DF08511D-0C61-45B1-B702-C3821E21D84C}" type="slidenum"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969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">
            <a:extLst>
              <a:ext uri="{FF2B5EF4-FFF2-40B4-BE49-F238E27FC236}">
                <a16:creationId xmlns:a16="http://schemas.microsoft.com/office/drawing/2014/main" id="{363C2C9E-E8CA-45C1-7ACD-0FACD0D0FFEF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454100" y="1713421"/>
            <a:ext cx="4013905" cy="2610922"/>
          </a:xfrm>
        </p:spPr>
        <p:txBody>
          <a:bodyPr/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aption placeholder">
            <a:extLst>
              <a:ext uri="{FF2B5EF4-FFF2-40B4-BE49-F238E27FC236}">
                <a16:creationId xmlns:a16="http://schemas.microsoft.com/office/drawing/2014/main" id="{36E9B675-2939-4133-5801-00B3700BBDED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672894" y="1352553"/>
            <a:ext cx="4013895" cy="158748"/>
          </a:xfrm>
        </p:spPr>
        <p:txBody>
          <a:bodyPr/>
          <a:lstStyle>
            <a:lvl1pPr>
              <a:lnSpc>
                <a:spcPts val="1600"/>
              </a:lnSpc>
              <a:defRPr lang="en-US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">
            <a:extLst>
              <a:ext uri="{FF2B5EF4-FFF2-40B4-BE49-F238E27FC236}">
                <a16:creationId xmlns:a16="http://schemas.microsoft.com/office/drawing/2014/main" id="{B2F26E88-3E55-5962-CA64-0ED0237ECC9D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4672894" y="1713421"/>
            <a:ext cx="4013895" cy="2610922"/>
          </a:xfrm>
        </p:spPr>
        <p:txBody>
          <a:bodyPr/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8">
            <a:extLst>
              <a:ext uri="{FF2B5EF4-FFF2-40B4-BE49-F238E27FC236}">
                <a16:creationId xmlns:a16="http://schemas.microsoft.com/office/drawing/2014/main" id="{DA4E2897-DF2D-0018-7C35-45DBE1991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©2026 Schneider Electric. All Rights Reserved.</a:t>
            </a:r>
          </a:p>
        </p:txBody>
      </p:sp>
      <p:sp>
        <p:nvSpPr>
          <p:cNvPr id="6" name="Slide Number Placeholder 10">
            <a:extLst>
              <a:ext uri="{FF2B5EF4-FFF2-40B4-BE49-F238E27FC236}">
                <a16:creationId xmlns:a16="http://schemas.microsoft.com/office/drawing/2014/main" id="{B00C13E4-4399-2689-3235-CBA8D7DD30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| Page </a:t>
            </a:r>
            <a:fld id="{CF2FABED-7741-4EE1-BED5-14E26616714A}" type="slidenum"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91075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 with subtitle and sketch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head placeholder">
            <a:extLst>
              <a:ext uri="{FF2B5EF4-FFF2-40B4-BE49-F238E27FC236}">
                <a16:creationId xmlns:a16="http://schemas.microsoft.com/office/drawing/2014/main" id="{C5E540A0-17AD-D77E-7FDD-0B2AB23C3FDD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57200" y="851105"/>
            <a:ext cx="8229600" cy="210942"/>
          </a:xfrm>
        </p:spPr>
        <p:txBody>
          <a:bodyPr/>
          <a:lstStyle>
            <a:lvl1pPr>
              <a:defRPr lang="en-GB"/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32C04DA2-1484-2973-157F-F6C69906F065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454100" y="1508394"/>
            <a:ext cx="4013905" cy="2647681"/>
          </a:xfrm>
        </p:spPr>
        <p:txBody>
          <a:bodyPr/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aption placeholder">
            <a:extLst>
              <a:ext uri="{FF2B5EF4-FFF2-40B4-BE49-F238E27FC236}">
                <a16:creationId xmlns:a16="http://schemas.microsoft.com/office/drawing/2014/main" id="{1C91B4C9-3B5C-31C9-3DF1-A0D2C55721B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54100" y="4341808"/>
            <a:ext cx="4013905" cy="158748"/>
          </a:xfrm>
        </p:spPr>
        <p:txBody>
          <a:bodyPr/>
          <a:lstStyle>
            <a:lvl1pPr>
              <a:lnSpc>
                <a:spcPts val="1300"/>
              </a:lnSpc>
              <a:defRPr lang="en-US"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">
            <a:extLst>
              <a:ext uri="{FF2B5EF4-FFF2-40B4-BE49-F238E27FC236}">
                <a16:creationId xmlns:a16="http://schemas.microsoft.com/office/drawing/2014/main" id="{14F94345-D5FC-5B33-7F65-115A04ABA7F0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4672894" y="1508394"/>
            <a:ext cx="4013905" cy="2647681"/>
          </a:xfrm>
        </p:spPr>
        <p:txBody>
          <a:bodyPr/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aption placeholder">
            <a:extLst>
              <a:ext uri="{FF2B5EF4-FFF2-40B4-BE49-F238E27FC236}">
                <a16:creationId xmlns:a16="http://schemas.microsoft.com/office/drawing/2014/main" id="{4B68EDBC-E135-C39E-BF12-BD2C0A46AAC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672894" y="4341808"/>
            <a:ext cx="4013905" cy="158748"/>
          </a:xfrm>
        </p:spPr>
        <p:txBody>
          <a:bodyPr/>
          <a:lstStyle>
            <a:lvl1pPr>
              <a:lnSpc>
                <a:spcPts val="1300"/>
              </a:lnSpc>
              <a:defRPr lang="en-US"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23933127-0AAF-BC79-F11F-53B252F7B6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©2026 Schneider Electric. All Rights Reserved.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36B46473-68B4-C3D8-4A0C-047C5BE756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| Page </a:t>
            </a:r>
            <a:fld id="{6AC196BE-D1C4-41AD-9E2F-913B72A2916D}" type="slidenum"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404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">
            <a:extLst>
              <a:ext uri="{FF2B5EF4-FFF2-40B4-BE49-F238E27FC236}">
                <a16:creationId xmlns:a16="http://schemas.microsoft.com/office/drawing/2014/main" id="{E56A5542-F36D-40F1-AA06-E3C98061EF95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457200" y="1508394"/>
            <a:ext cx="2545826" cy="2815958"/>
          </a:xfrm>
        </p:spPr>
        <p:txBody>
          <a:bodyPr/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524D9539-BCE3-FB66-8855-82AE029F254A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3299082" y="1508394"/>
            <a:ext cx="2545826" cy="2815958"/>
          </a:xfrm>
        </p:spPr>
        <p:txBody>
          <a:bodyPr/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">
            <a:extLst>
              <a:ext uri="{FF2B5EF4-FFF2-40B4-BE49-F238E27FC236}">
                <a16:creationId xmlns:a16="http://schemas.microsoft.com/office/drawing/2014/main" id="{B1A7B1A8-0E5A-A0BF-77CC-88F5024D59E8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6140973" y="1508394"/>
            <a:ext cx="2545826" cy="2815958"/>
          </a:xfrm>
        </p:spPr>
        <p:txBody>
          <a:bodyPr/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E7AE9589-89FE-CBBE-1E3B-9BEA03F0B9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©2026 Schneider Electric. All Rights Reserved.</a:t>
            </a:r>
          </a:p>
        </p:txBody>
      </p:sp>
      <p:sp>
        <p:nvSpPr>
          <p:cNvPr id="6" name="Slide Number Placeholder 7">
            <a:extLst>
              <a:ext uri="{FF2B5EF4-FFF2-40B4-BE49-F238E27FC236}">
                <a16:creationId xmlns:a16="http://schemas.microsoft.com/office/drawing/2014/main" id="{35AFC3C2-DD30-5BA3-5E7F-3CB92F7AD0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| Page </a:t>
            </a:r>
            <a:fld id="{28C2DE90-943B-4407-9093-58B5731C1F2A}" type="slidenum"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1362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 with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">
            <a:extLst>
              <a:ext uri="{FF2B5EF4-FFF2-40B4-BE49-F238E27FC236}">
                <a16:creationId xmlns:a16="http://schemas.microsoft.com/office/drawing/2014/main" id="{6A8D317E-2572-32C1-FC5C-A4AC31824426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457200" y="1508394"/>
            <a:ext cx="3951991" cy="2815958"/>
          </a:xfrm>
        </p:spPr>
        <p:txBody>
          <a:bodyPr/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" descr="Image placeholder">
            <a:extLst>
              <a:ext uri="{FF2B5EF4-FFF2-40B4-BE49-F238E27FC236}">
                <a16:creationId xmlns:a16="http://schemas.microsoft.com/office/drawing/2014/main" id="{8A3F7EF5-4A88-856D-88A4-4DC823A76F23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4726652" y="1508394"/>
            <a:ext cx="3960138" cy="2815958"/>
          </a:xfrm>
          <a:solidFill>
            <a:srgbClr val="D9D9D9">
              <a:alpha val="20000"/>
            </a:srgbClr>
          </a:solidFill>
        </p:spPr>
        <p:txBody>
          <a:bodyPr lIns="251999" tIns="251999" rIns="251999" bIns="251999"/>
          <a:lstStyle>
            <a:lvl1pPr>
              <a:defRPr lang="en-US" sz="10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9">
            <a:extLst>
              <a:ext uri="{FF2B5EF4-FFF2-40B4-BE49-F238E27FC236}">
                <a16:creationId xmlns:a16="http://schemas.microsoft.com/office/drawing/2014/main" id="{7EB68697-14C8-A743-F083-497A88D754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©2026 Schneider Electric. All Rights Reserved.</a:t>
            </a:r>
          </a:p>
        </p:txBody>
      </p:sp>
      <p:sp>
        <p:nvSpPr>
          <p:cNvPr id="5" name="Slide Number Placeholder 10">
            <a:extLst>
              <a:ext uri="{FF2B5EF4-FFF2-40B4-BE49-F238E27FC236}">
                <a16:creationId xmlns:a16="http://schemas.microsoft.com/office/drawing/2014/main" id="{E958CD12-CF38-FD59-6F69-0639F58F3F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| Page </a:t>
            </a:r>
            <a:fld id="{327CC721-9B64-4E55-A220-8D600B437A25}" type="slidenum"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0038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 with object and sketch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head placeholder">
            <a:extLst>
              <a:ext uri="{FF2B5EF4-FFF2-40B4-BE49-F238E27FC236}">
                <a16:creationId xmlns:a16="http://schemas.microsoft.com/office/drawing/2014/main" id="{1DC2683B-F71E-7A48-09DF-4EF4123B4DA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57200" y="851105"/>
            <a:ext cx="8229600" cy="210942"/>
          </a:xfrm>
        </p:spPr>
        <p:txBody>
          <a:bodyPr/>
          <a:lstStyle>
            <a:lvl1pPr>
              <a:defRPr lang="en-GB"/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BB590459-BF37-B700-9E8F-5AED906DEBC7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457200" y="1508394"/>
            <a:ext cx="3951991" cy="2815958"/>
          </a:xfrm>
        </p:spPr>
        <p:txBody>
          <a:bodyPr/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" descr="Image placeholder">
            <a:extLst>
              <a:ext uri="{FF2B5EF4-FFF2-40B4-BE49-F238E27FC236}">
                <a16:creationId xmlns:a16="http://schemas.microsoft.com/office/drawing/2014/main" id="{A20C6211-2426-8683-0A94-013676B0D38E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4726652" y="1508394"/>
            <a:ext cx="3960138" cy="2815958"/>
          </a:xfrm>
          <a:solidFill>
            <a:srgbClr val="D9D9D9">
              <a:alpha val="20000"/>
            </a:srgbClr>
          </a:solidFill>
        </p:spPr>
        <p:txBody>
          <a:bodyPr lIns="251999" tIns="251999" rIns="251999" bIns="251999"/>
          <a:lstStyle>
            <a:lvl1pPr>
              <a:defRPr lang="en-US" sz="10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9">
            <a:extLst>
              <a:ext uri="{FF2B5EF4-FFF2-40B4-BE49-F238E27FC236}">
                <a16:creationId xmlns:a16="http://schemas.microsoft.com/office/drawing/2014/main" id="{1CCA88DE-750E-B9D2-9E8E-B47099857A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©2026 Schneider Electric. All Rights Reserved.</a:t>
            </a:r>
          </a:p>
        </p:txBody>
      </p:sp>
      <p:sp>
        <p:nvSpPr>
          <p:cNvPr id="6" name="Slide Number Placeholder 11">
            <a:extLst>
              <a:ext uri="{FF2B5EF4-FFF2-40B4-BE49-F238E27FC236}">
                <a16:creationId xmlns:a16="http://schemas.microsoft.com/office/drawing/2014/main" id="{8AC879E7-A6C5-B43B-B453-F77DA4135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| Page </a:t>
            </a:r>
            <a:fld id="{BD0BAF9C-C83E-4284-BD67-01C99237679F}" type="slidenum"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2847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 with half page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">
            <a:extLst>
              <a:ext uri="{FF2B5EF4-FFF2-40B4-BE49-F238E27FC236}">
                <a16:creationId xmlns:a16="http://schemas.microsoft.com/office/drawing/2014/main" id="{4348B663-7790-D1F3-EA97-20ECC276E079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457200" y="1508394"/>
            <a:ext cx="3951991" cy="2815958"/>
          </a:xfrm>
        </p:spPr>
        <p:txBody>
          <a:bodyPr/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" descr="Image placeholder">
            <a:extLst>
              <a:ext uri="{FF2B5EF4-FFF2-40B4-BE49-F238E27FC236}">
                <a16:creationId xmlns:a16="http://schemas.microsoft.com/office/drawing/2014/main" id="{086EDCDA-F569-5393-FAFF-D943730346A3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4572000" y="0"/>
            <a:ext cx="4572000" cy="5143499"/>
          </a:xfrm>
          <a:solidFill>
            <a:srgbClr val="D9D9D9">
              <a:alpha val="20000"/>
            </a:srgbClr>
          </a:solidFill>
        </p:spPr>
        <p:txBody>
          <a:bodyPr lIns="251999" tIns="251999" rIns="251999" bIns="251999"/>
          <a:lstStyle>
            <a:lvl1pPr>
              <a:defRPr lang="en-US" sz="10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7">
            <a:extLst>
              <a:ext uri="{FF2B5EF4-FFF2-40B4-BE49-F238E27FC236}">
                <a16:creationId xmlns:a16="http://schemas.microsoft.com/office/drawing/2014/main" id="{E9381997-6575-0783-474F-C32DDFC708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©2026 Schneider Electric. All Rights Reserved.</a:t>
            </a:r>
          </a:p>
        </p:txBody>
      </p:sp>
      <p:sp>
        <p:nvSpPr>
          <p:cNvPr id="5" name="Slide Number Placeholder 10">
            <a:extLst>
              <a:ext uri="{FF2B5EF4-FFF2-40B4-BE49-F238E27FC236}">
                <a16:creationId xmlns:a16="http://schemas.microsoft.com/office/drawing/2014/main" id="{46E98FBF-E1B2-21DB-25F8-9520A30B77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| Page </a:t>
            </a:r>
            <a:fld id="{D05C65A7-7931-44D0-90D0-3AE456D345FD}" type="slidenum"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0510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 with 1/3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">
            <a:extLst>
              <a:ext uri="{FF2B5EF4-FFF2-40B4-BE49-F238E27FC236}">
                <a16:creationId xmlns:a16="http://schemas.microsoft.com/office/drawing/2014/main" id="{7260DF5C-D5A6-5E8C-948C-02F014765803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457200" y="1508394"/>
            <a:ext cx="5425446" cy="2815958"/>
          </a:xfrm>
        </p:spPr>
        <p:txBody>
          <a:bodyPr/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" descr="Image placeholder">
            <a:extLst>
              <a:ext uri="{FF2B5EF4-FFF2-40B4-BE49-F238E27FC236}">
                <a16:creationId xmlns:a16="http://schemas.microsoft.com/office/drawing/2014/main" id="{B3C9218F-F33F-6A43-3950-D4F7A6439C55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6098398" y="0"/>
            <a:ext cx="3045601" cy="5143499"/>
          </a:xfrm>
          <a:solidFill>
            <a:srgbClr val="D9D9D9">
              <a:alpha val="20000"/>
            </a:srgbClr>
          </a:solidFill>
        </p:spPr>
        <p:txBody>
          <a:bodyPr lIns="251999" tIns="251999" rIns="251999" bIns="251999"/>
          <a:lstStyle>
            <a:lvl1pPr>
              <a:defRPr lang="en-US" sz="10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E57A2E-85D4-6992-2BB6-92DFD8B887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©2026 Schneider Electric. All Rights Reserved.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D85ED8-D478-F7BB-2592-4A6E06CFEF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| Page </a:t>
            </a:r>
            <a:fld id="{C81F187B-41BD-4260-A4AC-75142A5CFC09}" type="slidenum"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7394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5">
            <a:extLst>
              <a:ext uri="{FF2B5EF4-FFF2-40B4-BE49-F238E27FC236}">
                <a16:creationId xmlns:a16="http://schemas.microsoft.com/office/drawing/2014/main" id="{8788C1E0-0B16-FFA3-02C8-780F939618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©2026 Schneider Electric. All Rights Reserved.</a:t>
            </a:r>
          </a:p>
        </p:txBody>
      </p:sp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DF97390B-6CF1-BEE5-0C0C-9D2AC576F8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| Page </a:t>
            </a:r>
            <a:fld id="{17C7D855-4D78-4D07-A3E8-3EE8B10E4AE9}" type="slidenum"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76435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slide with sketch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genda placeholder">
            <a:extLst>
              <a:ext uri="{FF2B5EF4-FFF2-40B4-BE49-F238E27FC236}">
                <a16:creationId xmlns:a16="http://schemas.microsoft.com/office/drawing/2014/main" id="{056A7164-DDE3-9BE0-C2AE-65D2F2EE385A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457200" y="1504946"/>
            <a:ext cx="8229600" cy="2819396"/>
          </a:xfrm>
        </p:spPr>
        <p:txBody>
          <a:bodyPr/>
          <a:lstStyle>
            <a:lvl1pPr marL="342900" indent="-342900">
              <a:buClr>
                <a:srgbClr val="009530"/>
              </a:buClr>
              <a:buSzPct val="100000"/>
              <a:buFont typeface="Poppins"/>
              <a:buAutoNum type="arabicPeriod"/>
              <a:defRPr lang="en-US"/>
            </a:lvl1pPr>
            <a:lvl2pPr marL="342900" lvl="0" indent="-342900" defTabSz="457181">
              <a:buFont typeface="Poppins"/>
              <a:buAutoNum type="arabicPeriod"/>
              <a:defRPr lang="en-US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endParaRPr lang="en-US"/>
          </a:p>
        </p:txBody>
      </p:sp>
      <p:sp>
        <p:nvSpPr>
          <p:cNvPr id="3" name="Footer Placeholder 6">
            <a:extLst>
              <a:ext uri="{FF2B5EF4-FFF2-40B4-BE49-F238E27FC236}">
                <a16:creationId xmlns:a16="http://schemas.microsoft.com/office/drawing/2014/main" id="{06CEE422-9BAD-1B08-193A-A4A8A2C07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©2026 Schneider Electric. All Rights Reserved.</a:t>
            </a:r>
          </a:p>
        </p:txBody>
      </p:sp>
      <p:sp>
        <p:nvSpPr>
          <p:cNvPr id="4" name="Slide Number Placeholder 7">
            <a:extLst>
              <a:ext uri="{FF2B5EF4-FFF2-40B4-BE49-F238E27FC236}">
                <a16:creationId xmlns:a16="http://schemas.microsoft.com/office/drawing/2014/main" id="{2EA40830-D128-F1E9-C131-CF1E580A7D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| Page </a:t>
            </a:r>
            <a:fld id="{6F63FC2D-D91A-41FC-9657-62844B1DA121}" type="slidenum"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767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break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7">
            <a:extLst>
              <a:ext uri="{FF2B5EF4-FFF2-40B4-BE49-F238E27FC236}">
                <a16:creationId xmlns:a16="http://schemas.microsoft.com/office/drawing/2014/main" id="{0E00C539-2ED4-371B-3EE3-1C3CB4CEFF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©2026 Schneider Electric. All Rights Reserved.</a:t>
            </a:r>
          </a:p>
        </p:txBody>
      </p:sp>
      <p:sp>
        <p:nvSpPr>
          <p:cNvPr id="3" name="Slide Number Placeholder 8">
            <a:extLst>
              <a:ext uri="{FF2B5EF4-FFF2-40B4-BE49-F238E27FC236}">
                <a16:creationId xmlns:a16="http://schemas.microsoft.com/office/drawing/2014/main" id="{2D503372-7510-EEDB-E4F9-8A1019B5A3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| Page </a:t>
            </a:r>
            <a:fld id="{5F235DC3-6485-4B88-9CEE-9E8C4F89F61B}" type="slidenum"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01874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break for longer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7">
            <a:extLst>
              <a:ext uri="{FF2B5EF4-FFF2-40B4-BE49-F238E27FC236}">
                <a16:creationId xmlns:a16="http://schemas.microsoft.com/office/drawing/2014/main" id="{F443F653-E1D7-2D1C-3516-6E634BAAB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| Page </a:t>
            </a:r>
            <a:fld id="{7C623A17-2A79-4A42-854F-F46DF73858B5}" type="slidenum"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79828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break for longer copy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7">
            <a:extLst>
              <a:ext uri="{FF2B5EF4-FFF2-40B4-BE49-F238E27FC236}">
                <a16:creationId xmlns:a16="http://schemas.microsoft.com/office/drawing/2014/main" id="{A1CF8C8D-2C00-97A7-B6E3-54EE150109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©2026 Schneider Electric. All Rights Reserved.</a:t>
            </a:r>
          </a:p>
        </p:txBody>
      </p:sp>
      <p:sp>
        <p:nvSpPr>
          <p:cNvPr id="3" name="Slide Number Placeholder 8">
            <a:extLst>
              <a:ext uri="{FF2B5EF4-FFF2-40B4-BE49-F238E27FC236}">
                <a16:creationId xmlns:a16="http://schemas.microsoft.com/office/drawing/2014/main" id="{F2E6C74E-067A-767A-EB2C-AE23B19BAB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| Page </a:t>
            </a:r>
            <a:fld id="{CB887BAA-45C0-4B7B-8D34-6E445A366ED6}" type="slidenum"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1721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break for longer copy with sketch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FDD10129-E465-83CE-D2A9-8C63AB5BC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©2026 Schneider Electric. All Rights Reserved.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C1CBBB6-AAF3-6D16-E564-35450C23DB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| Page </a:t>
            </a:r>
            <a:fld id="{01A35811-E4DF-49B8-9637-3F29E5CBBB90}" type="slidenum"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432187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dvancing Energy Tech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4">
            <a:extLst>
              <a:ext uri="{FF2B5EF4-FFF2-40B4-BE49-F238E27FC236}">
                <a16:creationId xmlns:a16="http://schemas.microsoft.com/office/drawing/2014/main" id="{472D61C3-7C20-460C-2126-53008657582B}"/>
              </a:ext>
            </a:extLst>
          </p:cNvPr>
          <p:cNvSpPr txBox="1"/>
          <p:nvPr/>
        </p:nvSpPr>
        <p:spPr>
          <a:xfrm>
            <a:off x="1630110" y="2233742"/>
            <a:ext cx="5883779" cy="615555"/>
          </a:xfrm>
          <a:prstGeom prst="rect">
            <a:avLst/>
          </a:prstGeom>
          <a:noFill/>
          <a:ln cap="flat">
            <a:noFill/>
          </a:ln>
          <a:effectLst>
            <a:outerShdw dist="22997" dir="5400000" algn="tl">
              <a:srgbClr val="000000">
                <a:alpha val="35000"/>
              </a:srgbClr>
            </a:outerShdw>
          </a:effectLst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457181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400" b="0" i="0" u="none" strike="noStrike" kern="1200" cap="none" spc="0" baseline="0">
                <a:solidFill>
                  <a:srgbClr val="0A2F24"/>
                </a:solidFill>
                <a:uFillTx/>
                <a:latin typeface="Poppins"/>
                <a:cs typeface="Arial"/>
              </a:rPr>
              <a:t>Advancing Energy Tech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ECDD05A-7229-055C-665F-4E088FAB44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©2026 Schneider Electric. All Rights Reserved.</a:t>
            </a:r>
          </a:p>
        </p:txBody>
      </p:sp>
      <p:sp>
        <p:nvSpPr>
          <p:cNvPr id="4" name="Slide Number Placeholder 6">
            <a:extLst>
              <a:ext uri="{FF2B5EF4-FFF2-40B4-BE49-F238E27FC236}">
                <a16:creationId xmlns:a16="http://schemas.microsoft.com/office/drawing/2014/main" id="{343D5E64-95DD-7F53-5F9A-75A868FAAA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| Page </a:t>
            </a:r>
            <a:fld id="{2AC2078D-15A2-44CC-A34B-95EF7A6BAFEA}" type="slidenum"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77062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acebook icon" descr="Facebook icon">
            <a:hlinkClick r:id="rId2"/>
            <a:extLst>
              <a:ext uri="{FF2B5EF4-FFF2-40B4-BE49-F238E27FC236}">
                <a16:creationId xmlns:a16="http://schemas.microsoft.com/office/drawing/2014/main" id="{ADF90CD1-F89E-F859-7400-D9473AD544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3172" y="4217276"/>
            <a:ext cx="201433" cy="201442"/>
          </a:xfrm>
          <a:prstGeom prst="rect">
            <a:avLst/>
          </a:prstGeom>
          <a:noFill/>
          <a:ln cap="flat">
            <a:noFill/>
          </a:ln>
          <a:effectLst>
            <a:outerShdw dist="22997" dir="5400000" algn="tl">
              <a:srgbClr val="000000">
                <a:alpha val="35000"/>
              </a:srgbClr>
            </a:outerShdw>
          </a:effectLst>
        </p:spPr>
      </p:pic>
      <p:pic>
        <p:nvPicPr>
          <p:cNvPr id="3" name="Linkedin icon" descr="LinkedIn icon">
            <a:hlinkClick r:id="rId4"/>
            <a:extLst>
              <a:ext uri="{FF2B5EF4-FFF2-40B4-BE49-F238E27FC236}">
                <a16:creationId xmlns:a16="http://schemas.microsoft.com/office/drawing/2014/main" id="{D67CECEF-E941-167C-88AE-24AC03C16AC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7290127" y="4232775"/>
            <a:ext cx="201433" cy="170444"/>
          </a:xfrm>
          <a:prstGeom prst="rect">
            <a:avLst/>
          </a:prstGeom>
          <a:noFill/>
          <a:ln cap="flat">
            <a:noFill/>
          </a:ln>
          <a:effectLst>
            <a:outerShdw dist="22997" dir="5400000" algn="tl">
              <a:srgbClr val="000000">
                <a:alpha val="35000"/>
              </a:srgbClr>
            </a:outerShdw>
          </a:effectLst>
        </p:spPr>
      </p:pic>
      <p:pic>
        <p:nvPicPr>
          <p:cNvPr id="4" name="YouTube icon" descr="YouTube icon">
            <a:hlinkClick r:id="rId6"/>
            <a:extLst>
              <a:ext uri="{FF2B5EF4-FFF2-40B4-BE49-F238E27FC236}">
                <a16:creationId xmlns:a16="http://schemas.microsoft.com/office/drawing/2014/main" id="{B05C493B-D004-6011-2120-A3AA224C160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7597091" y="4242029"/>
            <a:ext cx="221577" cy="151945"/>
          </a:xfrm>
          <a:prstGeom prst="rect">
            <a:avLst/>
          </a:prstGeom>
          <a:noFill/>
          <a:ln cap="flat">
            <a:noFill/>
          </a:ln>
          <a:effectLst>
            <a:outerShdw dist="22997" dir="5400000" algn="tl">
              <a:srgbClr val="000000">
                <a:alpha val="35000"/>
              </a:srgbClr>
            </a:outerShdw>
          </a:effectLst>
        </p:spPr>
      </p:pic>
      <p:pic>
        <p:nvPicPr>
          <p:cNvPr id="5" name="X icon" descr="Twitter/X icon">
            <a:hlinkClick r:id="rId8"/>
            <a:extLst>
              <a:ext uri="{FF2B5EF4-FFF2-40B4-BE49-F238E27FC236}">
                <a16:creationId xmlns:a16="http://schemas.microsoft.com/office/drawing/2014/main" id="{C66DB87C-1695-6459-D81D-FE0560A4DBC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>
            <a:off x="7926202" y="4226073"/>
            <a:ext cx="179853" cy="183849"/>
          </a:xfrm>
          <a:prstGeom prst="rect">
            <a:avLst/>
          </a:prstGeom>
          <a:noFill/>
          <a:ln cap="flat">
            <a:noFill/>
          </a:ln>
          <a:effectLst>
            <a:outerShdw dist="22997" dir="5400000" algn="tl">
              <a:srgbClr val="000000">
                <a:alpha val="35000"/>
              </a:srgbClr>
            </a:outerShdw>
          </a:effectLst>
        </p:spPr>
      </p:pic>
      <p:pic>
        <p:nvPicPr>
          <p:cNvPr id="6" name="Instagram icon" descr="Instagram icon">
            <a:hlinkClick r:id="rId10"/>
            <a:extLst>
              <a:ext uri="{FF2B5EF4-FFF2-40B4-BE49-F238E27FC236}">
                <a16:creationId xmlns:a16="http://schemas.microsoft.com/office/drawing/2014/main" id="{4AF77FA5-87C4-6B53-FDDF-71D62E52B4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>
            <a:fillRect/>
          </a:stretch>
        </p:blipFill>
        <p:spPr>
          <a:xfrm>
            <a:off x="8213579" y="4226073"/>
            <a:ext cx="183849" cy="183849"/>
          </a:xfrm>
          <a:prstGeom prst="rect">
            <a:avLst/>
          </a:prstGeom>
          <a:noFill/>
          <a:ln cap="flat">
            <a:noFill/>
          </a:ln>
          <a:effectLst>
            <a:outerShdw dist="22997" dir="5400000" algn="tl">
              <a:srgbClr val="000000">
                <a:alpha val="35000"/>
              </a:srgbClr>
            </a:outerShdw>
          </a:effectLst>
        </p:spPr>
      </p:pic>
      <p:pic>
        <p:nvPicPr>
          <p:cNvPr id="7" name="SE blog icon" descr="SE Blog icon&#10;">
            <a:hlinkClick r:id="rId12"/>
            <a:extLst>
              <a:ext uri="{FF2B5EF4-FFF2-40B4-BE49-F238E27FC236}">
                <a16:creationId xmlns:a16="http://schemas.microsoft.com/office/drawing/2014/main" id="{2085E411-5799-840D-B9BA-1743173623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>
            <a:fillRect/>
          </a:stretch>
        </p:blipFill>
        <p:spPr>
          <a:xfrm>
            <a:off x="8502950" y="4226073"/>
            <a:ext cx="183849" cy="183849"/>
          </a:xfrm>
          <a:prstGeom prst="rect">
            <a:avLst/>
          </a:prstGeom>
          <a:noFill/>
          <a:ln cap="flat">
            <a:noFill/>
          </a:ln>
          <a:effectLst>
            <a:outerShdw dist="22997" dir="5400000" algn="tl">
              <a:srgbClr val="000000">
                <a:alpha val="35000"/>
              </a:srgbClr>
            </a:outerShdw>
          </a:effectLst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917ED28F-7EFF-E0D2-6BB3-F029EC45F0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91569" y="4533439"/>
            <a:ext cx="1652430" cy="61006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  <a:effectLst>
            <a:outerShdw dist="22997" dir="5400000" algn="tl">
              <a:srgbClr val="000000">
                <a:alpha val="35000"/>
              </a:srgbClr>
            </a:outerShdw>
          </a:effectLst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181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Poppins"/>
            </a:endParaRPr>
          </a:p>
        </p:txBody>
      </p:sp>
      <p:pic>
        <p:nvPicPr>
          <p:cNvPr id="9" name="Graphic 5">
            <a:extLst>
              <a:ext uri="{FF2B5EF4-FFF2-40B4-BE49-F238E27FC236}">
                <a16:creationId xmlns:a16="http://schemas.microsoft.com/office/drawing/2014/main" id="{5C34BE9B-DF12-DC5B-5585-0A908C34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/>
          </a:stretch>
        </p:blipFill>
        <p:spPr>
          <a:xfrm>
            <a:off x="3291117" y="2192228"/>
            <a:ext cx="2561773" cy="759043"/>
          </a:xfrm>
          <a:prstGeom prst="rect">
            <a:avLst/>
          </a:prstGeom>
          <a:noFill/>
          <a:ln cap="flat">
            <a:noFill/>
          </a:ln>
          <a:effectLst>
            <a:outerShdw dist="22997" dir="5400000" algn="tl">
              <a:srgbClr val="000000">
                <a:alpha val="3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40175168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simple">
    <p:bg>
      <p:bgPr>
        <a:solidFill>
          <a:srgbClr val="E7FF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er and date">
            <a:extLst>
              <a:ext uri="{FF2B5EF4-FFF2-40B4-BE49-F238E27FC236}">
                <a16:creationId xmlns:a16="http://schemas.microsoft.com/office/drawing/2014/main" id="{2B72BB43-C3A2-B7E2-F7B7-DC37A060D067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57200" y="4108902"/>
            <a:ext cx="8291514" cy="215441"/>
          </a:xfrm>
        </p:spPr>
        <p:txBody>
          <a:bodyPr/>
          <a:lstStyle>
            <a:lvl1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lang="en-AU" sz="1100"/>
            </a:lvl1pPr>
            <a:lvl2pPr marL="0" lvl="0" indent="0" defTabSz="457181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lang="en-AU" sz="1100"/>
            </a:lvl2pPr>
          </a:lstStyle>
          <a:p>
            <a:pPr lvl="0"/>
            <a:r>
              <a:rPr lang="en-AU"/>
              <a:t>Presented by: </a:t>
            </a:r>
          </a:p>
          <a:p>
            <a:pPr lvl="0"/>
            <a:endParaRPr lang="en-AU"/>
          </a:p>
        </p:txBody>
      </p:sp>
      <p:pic>
        <p:nvPicPr>
          <p:cNvPr id="3" name="Picture 8">
            <a:extLst>
              <a:ext uri="{FF2B5EF4-FFF2-40B4-BE49-F238E27FC236}">
                <a16:creationId xmlns:a16="http://schemas.microsoft.com/office/drawing/2014/main" id="{C646E59D-A2A2-3F0D-28A5-F0603F5D7A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7710650" y="4687799"/>
            <a:ext cx="976149" cy="289233"/>
          </a:xfrm>
          <a:prstGeom prst="rect">
            <a:avLst/>
          </a:prstGeom>
          <a:noFill/>
          <a:ln cap="flat">
            <a:noFill/>
          </a:ln>
          <a:effectLst>
            <a:outerShdw dist="22997" dir="5400000" algn="tl">
              <a:srgbClr val="000000">
                <a:alpha val="35000"/>
              </a:srgbClr>
            </a:outerShdw>
          </a:effec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F03EAF-5E16-C702-575D-F69696DE2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©2026 Schneider Electric.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97325269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">
    <p:bg>
      <p:bgPr>
        <a:solidFill>
          <a:srgbClr val="E7FF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5">
            <a:extLst>
              <a:ext uri="{FF2B5EF4-FFF2-40B4-BE49-F238E27FC236}">
                <a16:creationId xmlns:a16="http://schemas.microsoft.com/office/drawing/2014/main" id="{DA15EF34-6568-85EB-FF8E-9CFBA9F263EC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head placeholder">
            <a:extLst>
              <a:ext uri="{FF2B5EF4-FFF2-40B4-BE49-F238E27FC236}">
                <a16:creationId xmlns:a16="http://schemas.microsoft.com/office/drawing/2014/main" id="{3DC458CF-753D-1278-9E95-867C5C097EF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57200" y="851105"/>
            <a:ext cx="8229600" cy="210942"/>
          </a:xfrm>
        </p:spPr>
        <p:txBody>
          <a:bodyPr/>
          <a:lstStyle>
            <a:lvl1pPr>
              <a:defRPr lang="en-GB"/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6189A655-C1E7-1D96-D470-D563CCFA0979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457200" y="1508394"/>
            <a:ext cx="8229600" cy="281595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5218337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 two line headline">
    <p:bg>
      <p:bgPr>
        <a:solidFill>
          <a:srgbClr val="E7FF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4042D811-2B3A-CF1C-9908-11E9201F7B20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457200" y="1508394"/>
            <a:ext cx="8229600" cy="281595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8">
            <a:extLst>
              <a:ext uri="{FF2B5EF4-FFF2-40B4-BE49-F238E27FC236}">
                <a16:creationId xmlns:a16="http://schemas.microsoft.com/office/drawing/2014/main" id="{1812ADEA-B680-1921-CDB3-08BADFA324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©2026 Schneider Electric. All Rights Reserved.</a:t>
            </a:r>
          </a:p>
        </p:txBody>
      </p:sp>
      <p:sp>
        <p:nvSpPr>
          <p:cNvPr id="4" name="Slide Number Placeholder 9">
            <a:extLst>
              <a:ext uri="{FF2B5EF4-FFF2-40B4-BE49-F238E27FC236}">
                <a16:creationId xmlns:a16="http://schemas.microsoft.com/office/drawing/2014/main" id="{B7E89585-6757-364F-ECE2-E1AED97A2A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| Page </a:t>
            </a:r>
            <a:fld id="{70FBFEA0-6AA9-4D76-B921-D08E74050766}" type="slidenum"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6235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Offer comm">
    <p:bg>
      <p:bgPr>
        <a:solidFill>
          <a:srgbClr val="E7FF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er and date">
            <a:extLst>
              <a:ext uri="{FF2B5EF4-FFF2-40B4-BE49-F238E27FC236}">
                <a16:creationId xmlns:a16="http://schemas.microsoft.com/office/drawing/2014/main" id="{D68C7098-6C66-2A20-764A-136C973E63A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57200" y="4108902"/>
            <a:ext cx="4114800" cy="215441"/>
          </a:xfrm>
        </p:spPr>
        <p:txBody>
          <a:bodyPr/>
          <a:lstStyle>
            <a:lvl1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lang="en-AU" sz="1100"/>
            </a:lvl1pPr>
            <a:lvl2pPr marL="0" lvl="0" indent="0" defTabSz="457181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lang="en-AU" sz="1100"/>
            </a:lvl2pPr>
          </a:lstStyle>
          <a:p>
            <a:pPr lvl="0"/>
            <a:r>
              <a:rPr lang="en-AU"/>
              <a:t>Presented by: </a:t>
            </a:r>
          </a:p>
          <a:p>
            <a:pPr lvl="0"/>
            <a:endParaRPr lang="en-AU"/>
          </a:p>
        </p:txBody>
      </p:sp>
      <p:pic>
        <p:nvPicPr>
          <p:cNvPr id="3" name="Picture 8">
            <a:extLst>
              <a:ext uri="{FF2B5EF4-FFF2-40B4-BE49-F238E27FC236}">
                <a16:creationId xmlns:a16="http://schemas.microsoft.com/office/drawing/2014/main" id="{2FC213CE-1892-0851-0A47-B4BF65BCBE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7710650" y="4687799"/>
            <a:ext cx="976149" cy="289233"/>
          </a:xfrm>
          <a:prstGeom prst="rect">
            <a:avLst/>
          </a:prstGeom>
          <a:noFill/>
          <a:ln cap="flat">
            <a:noFill/>
          </a:ln>
          <a:effectLst>
            <a:outerShdw dist="22997" dir="5400000" algn="tl">
              <a:srgbClr val="000000">
                <a:alpha val="35000"/>
              </a:srgbClr>
            </a:outerShdw>
          </a:effectLst>
        </p:spPr>
      </p:pic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2809D2C6-247E-1DC6-A7CD-B4B887623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4873880" y="1728216"/>
            <a:ext cx="3438015" cy="14166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5" name="Graphic 2">
            <a:extLst>
              <a:ext uri="{FF2B5EF4-FFF2-40B4-BE49-F238E27FC236}">
                <a16:creationId xmlns:a16="http://schemas.microsoft.com/office/drawing/2014/main" id="{F6C7EA8C-6493-254A-4DE4-43D0C29BAB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6575" y="870216"/>
            <a:ext cx="3132624" cy="3132624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3132626"/>
              <a:gd name="f7" fmla="val 254154"/>
              <a:gd name="f8" fmla="val 2878473"/>
              <a:gd name="f9" fmla="val 726348"/>
              <a:gd name="f10" fmla="val 3350667"/>
              <a:gd name="f11" fmla="val 1696598"/>
              <a:gd name="f12" fmla="val 3145994"/>
              <a:gd name="f13" fmla="val 2421296"/>
              <a:gd name="f14" fmla="val 2406279"/>
              <a:gd name="f15" fmla="+- 0 0 218040"/>
              <a:gd name="f16" fmla="val 1436029"/>
              <a:gd name="f17" fmla="+- 0 0 13367"/>
              <a:gd name="f18" fmla="val 711331"/>
              <a:gd name="f19" fmla="+- 0 0 -90"/>
              <a:gd name="f20" fmla="*/ f3 1 3132626"/>
              <a:gd name="f21" fmla="*/ f4 1 3132626"/>
              <a:gd name="f22" fmla="+- f6 0 f5"/>
              <a:gd name="f23" fmla="*/ f19 f0 1"/>
              <a:gd name="f24" fmla="*/ f22 1 3132626"/>
              <a:gd name="f25" fmla="*/ 254154 f22 1"/>
              <a:gd name="f26" fmla="*/ 2878473 f22 1"/>
              <a:gd name="f27" fmla="*/ 2421296 f22 1"/>
              <a:gd name="f28" fmla="*/ 711331 f22 1"/>
              <a:gd name="f29" fmla="*/ f23 1 f2"/>
              <a:gd name="f30" fmla="*/ f25 1 3132626"/>
              <a:gd name="f31" fmla="*/ f26 1 3132626"/>
              <a:gd name="f32" fmla="*/ f27 1 3132626"/>
              <a:gd name="f33" fmla="*/ f28 1 3132626"/>
              <a:gd name="f34" fmla="*/ f5 1 f24"/>
              <a:gd name="f35" fmla="*/ f6 1 f24"/>
              <a:gd name="f36" fmla="+- f29 0 f1"/>
              <a:gd name="f37" fmla="*/ f30 1 f24"/>
              <a:gd name="f38" fmla="*/ f31 1 f24"/>
              <a:gd name="f39" fmla="*/ f32 1 f24"/>
              <a:gd name="f40" fmla="*/ f33 1 f24"/>
              <a:gd name="f41" fmla="*/ f34 f20 1"/>
              <a:gd name="f42" fmla="*/ f35 f20 1"/>
              <a:gd name="f43" fmla="*/ f35 f21 1"/>
              <a:gd name="f44" fmla="*/ f34 f21 1"/>
              <a:gd name="f45" fmla="*/ f37 f20 1"/>
              <a:gd name="f46" fmla="*/ f38 f21 1"/>
              <a:gd name="f47" fmla="*/ f39 f20 1"/>
              <a:gd name="f48" fmla="*/ f39 f21 1"/>
              <a:gd name="f49" fmla="*/ f38 f20 1"/>
              <a:gd name="f50" fmla="*/ f37 f21 1"/>
              <a:gd name="f51" fmla="*/ f40 f20 1"/>
              <a:gd name="f52" fmla="*/ f40 f2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6">
                <a:pos x="f45" y="f46"/>
              </a:cxn>
              <a:cxn ang="f36">
                <a:pos x="f47" y="f48"/>
              </a:cxn>
              <a:cxn ang="f36">
                <a:pos x="f49" y="f50"/>
              </a:cxn>
              <a:cxn ang="f36">
                <a:pos x="f51" y="f52"/>
              </a:cxn>
              <a:cxn ang="f36">
                <a:pos x="f45" y="f46"/>
              </a:cxn>
            </a:cxnLst>
            <a:rect l="f41" t="f44" r="f42" b="f43"/>
            <a:pathLst>
              <a:path w="3132626" h="3132626">
                <a:moveTo>
                  <a:pt x="f7" y="f8"/>
                </a:moveTo>
                <a:cubicBezTo>
                  <a:pt x="f9" y="f10"/>
                  <a:pt x="f11" y="f12"/>
                  <a:pt x="f13" y="f13"/>
                </a:cubicBezTo>
                <a:cubicBezTo>
                  <a:pt x="f12" y="f11"/>
                  <a:pt x="f10" y="f9"/>
                  <a:pt x="f8" y="f7"/>
                </a:cubicBezTo>
                <a:cubicBezTo>
                  <a:pt x="f14" y="f15"/>
                  <a:pt x="f16" y="f17"/>
                  <a:pt x="f18" y="f18"/>
                </a:cubicBezTo>
                <a:cubicBezTo>
                  <a:pt x="f17" y="f16"/>
                  <a:pt x="f15" y="f14"/>
                  <a:pt x="f7" y="f8"/>
                </a:cubicBezTo>
              </a:path>
            </a:pathLst>
          </a:custGeom>
          <a:noFill/>
          <a:ln w="12060" cap="flat">
            <a:solidFill>
              <a:srgbClr val="5EFF59"/>
            </a:solidFill>
            <a:prstDash val="solid"/>
            <a:miter/>
          </a:ln>
          <a:effectLst>
            <a:outerShdw dist="22997" dir="5400000" algn="tl">
              <a:srgbClr val="000000">
                <a:alpha val="35000"/>
              </a:srgbClr>
            </a:outerShdw>
          </a:effectLst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181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A2F24"/>
              </a:solidFill>
              <a:uFillTx/>
              <a:latin typeface="Poppins"/>
            </a:endParaRPr>
          </a:p>
        </p:txBody>
      </p:sp>
      <p:sp>
        <p:nvSpPr>
          <p:cNvPr id="6" name="Footer Placeholder 1">
            <a:extLst>
              <a:ext uri="{FF2B5EF4-FFF2-40B4-BE49-F238E27FC236}">
                <a16:creationId xmlns:a16="http://schemas.microsoft.com/office/drawing/2014/main" id="{B145974E-2672-F353-982D-59986E7B49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©2026 Schneider Electric.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37912390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image">
    <p:bg>
      <p:bgPr>
        <a:solidFill>
          <a:srgbClr val="E7FF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placeholder">
            <a:extLst>
              <a:ext uri="{FF2B5EF4-FFF2-40B4-BE49-F238E27FC236}">
                <a16:creationId xmlns:a16="http://schemas.microsoft.com/office/drawing/2014/main" id="{851F3EA8-8C6C-455C-1446-9FE495AA3AB3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" y="3460482"/>
            <a:ext cx="8291514" cy="215441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optional subtitle</a:t>
            </a:r>
          </a:p>
        </p:txBody>
      </p:sp>
      <p:sp>
        <p:nvSpPr>
          <p:cNvPr id="3" name="Presenter and date">
            <a:extLst>
              <a:ext uri="{FF2B5EF4-FFF2-40B4-BE49-F238E27FC236}">
                <a16:creationId xmlns:a16="http://schemas.microsoft.com/office/drawing/2014/main" id="{14FC834D-49B9-9F54-4D9D-24D69F38E9B7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57200" y="4108902"/>
            <a:ext cx="8291514" cy="215441"/>
          </a:xfrm>
        </p:spPr>
        <p:txBody>
          <a:bodyPr/>
          <a:lstStyle>
            <a:lvl1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lang="en-AU" sz="1100"/>
            </a:lvl1pPr>
            <a:lvl2pPr marL="0" lvl="0" indent="0" defTabSz="457181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lang="en-AU" sz="1100"/>
            </a:lvl2pPr>
          </a:lstStyle>
          <a:p>
            <a:pPr lvl="0"/>
            <a:r>
              <a:rPr lang="en-AU"/>
              <a:t>Presented by: </a:t>
            </a:r>
          </a:p>
          <a:p>
            <a:pPr lvl="0"/>
            <a:endParaRPr lang="en-AU"/>
          </a:p>
        </p:txBody>
      </p:sp>
      <p:pic>
        <p:nvPicPr>
          <p:cNvPr id="4" name="Picture 8">
            <a:extLst>
              <a:ext uri="{FF2B5EF4-FFF2-40B4-BE49-F238E27FC236}">
                <a16:creationId xmlns:a16="http://schemas.microsoft.com/office/drawing/2014/main" id="{EE38B3CA-0E22-D8E9-2BBD-B90C7E95D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7710650" y="4687799"/>
            <a:ext cx="976149" cy="289233"/>
          </a:xfrm>
          <a:prstGeom prst="rect">
            <a:avLst/>
          </a:prstGeom>
          <a:noFill/>
          <a:ln cap="flat">
            <a:noFill/>
          </a:ln>
          <a:effectLst>
            <a:outerShdw dist="22997" dir="5400000" algn="tl">
              <a:srgbClr val="000000">
                <a:alpha val="35000"/>
              </a:srgbClr>
            </a:outerShdw>
          </a:effectLst>
        </p:spPr>
      </p:pic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870499BB-4944-1DCB-8442-0AAE713FB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©2026 Schneider Electric.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6964346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 with sketches">
    <p:bg>
      <p:bgPr>
        <a:solidFill>
          <a:srgbClr val="E7FF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head placeholder">
            <a:extLst>
              <a:ext uri="{FF2B5EF4-FFF2-40B4-BE49-F238E27FC236}">
                <a16:creationId xmlns:a16="http://schemas.microsoft.com/office/drawing/2014/main" id="{23177D3D-F2DE-E329-FCC0-971C2DD8C154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57200" y="851105"/>
            <a:ext cx="8229600" cy="210942"/>
          </a:xfrm>
        </p:spPr>
        <p:txBody>
          <a:bodyPr/>
          <a:lstStyle>
            <a:lvl1pPr>
              <a:defRPr lang="en-GB"/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5D6ACE80-3F38-321A-4A2B-DDED536C7AB7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457200" y="1508394"/>
            <a:ext cx="8229600" cy="281595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7FD7293F-58A2-65E5-E26E-239CD946DA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©2026 Schneider Electric. All Rights Reserved.</a:t>
            </a:r>
          </a:p>
        </p:txBody>
      </p:sp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BE22862A-531C-43F9-1DAA-7BD99BC03A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| Page </a:t>
            </a:r>
            <a:fld id="{106A929D-9282-44CF-A86C-B853846C5519}" type="slidenum"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17659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 with title">
    <p:bg>
      <p:bgPr>
        <a:solidFill>
          <a:srgbClr val="E7FF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9">
            <a:extLst>
              <a:ext uri="{FF2B5EF4-FFF2-40B4-BE49-F238E27FC236}">
                <a16:creationId xmlns:a16="http://schemas.microsoft.com/office/drawing/2014/main" id="{94C73FF2-6ACC-BFB7-51AD-46F8D1B54A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| Page </a:t>
            </a:r>
            <a:fld id="{CA14066F-4FA8-4675-99A5-18F84D0BDF0A}" type="slidenum"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95635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bg>
      <p:bgPr>
        <a:solidFill>
          <a:srgbClr val="E7FF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299088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 2/3 of slide">
    <p:bg>
      <p:bgPr>
        <a:solidFill>
          <a:srgbClr val="E7FF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">
            <a:extLst>
              <a:ext uri="{FF2B5EF4-FFF2-40B4-BE49-F238E27FC236}">
                <a16:creationId xmlns:a16="http://schemas.microsoft.com/office/drawing/2014/main" id="{34B9CA5A-2C1C-CE43-7C1E-6FEDDD7BFF0E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457200" y="1508394"/>
            <a:ext cx="5449622" cy="266714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aption placeholder">
            <a:extLst>
              <a:ext uri="{FF2B5EF4-FFF2-40B4-BE49-F238E27FC236}">
                <a16:creationId xmlns:a16="http://schemas.microsoft.com/office/drawing/2014/main" id="{76445079-237A-3A74-A7F8-C49541C8B76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57200" y="4341808"/>
            <a:ext cx="5437186" cy="153984"/>
          </a:xfrm>
        </p:spPr>
        <p:txBody>
          <a:bodyPr/>
          <a:lstStyle>
            <a:lvl1pPr>
              <a:lnSpc>
                <a:spcPts val="1300"/>
              </a:lnSpc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7">
            <a:extLst>
              <a:ext uri="{FF2B5EF4-FFF2-40B4-BE49-F238E27FC236}">
                <a16:creationId xmlns:a16="http://schemas.microsoft.com/office/drawing/2014/main" id="{1075DD22-708A-05D2-5C10-2CC28135C9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©2026 Schneider Electric. All Rights Reserved.</a:t>
            </a:r>
          </a:p>
        </p:txBody>
      </p:sp>
      <p:sp>
        <p:nvSpPr>
          <p:cNvPr id="5" name="Slide Number Placeholder 8">
            <a:extLst>
              <a:ext uri="{FF2B5EF4-FFF2-40B4-BE49-F238E27FC236}">
                <a16:creationId xmlns:a16="http://schemas.microsoft.com/office/drawing/2014/main" id="{1340CF0C-8272-D459-24B7-36F903194C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| Page </a:t>
            </a:r>
            <a:fld id="{B388A24D-16E9-4318-B075-B41C2DCE0C19}" type="slidenum"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51518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 with callout">
    <p:bg>
      <p:bgPr>
        <a:solidFill>
          <a:srgbClr val="E7FF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">
            <a:extLst>
              <a:ext uri="{FF2B5EF4-FFF2-40B4-BE49-F238E27FC236}">
                <a16:creationId xmlns:a16="http://schemas.microsoft.com/office/drawing/2014/main" id="{E6204493-D3F4-CEB9-144B-3A8760C65F78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457200" y="1508394"/>
            <a:ext cx="5449622" cy="281595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33EC2BA2-3D10-25A7-97B4-65000E2A897B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6202887" y="1508394"/>
            <a:ext cx="2483912" cy="281595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3E65F7FF-E803-1263-B5B0-ED56CB964B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©2026 Schneider Electric. All Rights Reserved.</a:t>
            </a:r>
          </a:p>
        </p:txBody>
      </p:sp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C1200801-2441-03F4-992E-FB5A8BCF0E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| Page </a:t>
            </a:r>
            <a:fld id="{DC7C02AE-87EA-4CC5-8F03-B16A94E9200E}" type="slidenum"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10177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">
    <p:bg>
      <p:bgPr>
        <a:solidFill>
          <a:srgbClr val="E7FF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">
            <a:extLst>
              <a:ext uri="{FF2B5EF4-FFF2-40B4-BE49-F238E27FC236}">
                <a16:creationId xmlns:a16="http://schemas.microsoft.com/office/drawing/2014/main" id="{7797089B-9B4D-437D-9174-6C266D5F1573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454100" y="1713421"/>
            <a:ext cx="4013905" cy="2610922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aption placeholder">
            <a:extLst>
              <a:ext uri="{FF2B5EF4-FFF2-40B4-BE49-F238E27FC236}">
                <a16:creationId xmlns:a16="http://schemas.microsoft.com/office/drawing/2014/main" id="{5C0B1AE5-A5BF-42F0-46FE-3B0215AD53B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672894" y="1352553"/>
            <a:ext cx="4013895" cy="158748"/>
          </a:xfrm>
        </p:spPr>
        <p:txBody>
          <a:bodyPr/>
          <a:lstStyle>
            <a:lvl1pPr>
              <a:lnSpc>
                <a:spcPts val="1600"/>
              </a:lnSpc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">
            <a:extLst>
              <a:ext uri="{FF2B5EF4-FFF2-40B4-BE49-F238E27FC236}">
                <a16:creationId xmlns:a16="http://schemas.microsoft.com/office/drawing/2014/main" id="{354B5579-29F0-9420-F377-46833B0C912C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4672894" y="1713421"/>
            <a:ext cx="4013895" cy="2610922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8">
            <a:extLst>
              <a:ext uri="{FF2B5EF4-FFF2-40B4-BE49-F238E27FC236}">
                <a16:creationId xmlns:a16="http://schemas.microsoft.com/office/drawing/2014/main" id="{A7F1F325-09DD-223A-50C0-AC6557ABB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©2026 Schneider Electric. All Rights Reserved.</a:t>
            </a:r>
          </a:p>
        </p:txBody>
      </p:sp>
      <p:sp>
        <p:nvSpPr>
          <p:cNvPr id="6" name="Slide Number Placeholder 10">
            <a:extLst>
              <a:ext uri="{FF2B5EF4-FFF2-40B4-BE49-F238E27FC236}">
                <a16:creationId xmlns:a16="http://schemas.microsoft.com/office/drawing/2014/main" id="{16C59650-38E1-3C16-91C2-8EFB29B34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| Page </a:t>
            </a:r>
            <a:fld id="{4A81F0CF-A468-482E-853E-51F682731B87}" type="slidenum"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78648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 with subtitle and sketches">
    <p:bg>
      <p:bgPr>
        <a:solidFill>
          <a:srgbClr val="E7FF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head placeholder">
            <a:extLst>
              <a:ext uri="{FF2B5EF4-FFF2-40B4-BE49-F238E27FC236}">
                <a16:creationId xmlns:a16="http://schemas.microsoft.com/office/drawing/2014/main" id="{3A13C6F5-C098-0C18-9E57-E1D8E8DFA21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57200" y="851105"/>
            <a:ext cx="8229600" cy="210942"/>
          </a:xfrm>
        </p:spPr>
        <p:txBody>
          <a:bodyPr/>
          <a:lstStyle>
            <a:lvl1pPr>
              <a:defRPr lang="en-GB"/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FBF534EC-83DB-8A6B-B68D-4B05B2B3FEF0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454100" y="1508394"/>
            <a:ext cx="4013905" cy="2647681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aption placeholder">
            <a:extLst>
              <a:ext uri="{FF2B5EF4-FFF2-40B4-BE49-F238E27FC236}">
                <a16:creationId xmlns:a16="http://schemas.microsoft.com/office/drawing/2014/main" id="{BDD939C0-406D-FB23-C252-72E663F5DC3B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54100" y="4341808"/>
            <a:ext cx="4013905" cy="158748"/>
          </a:xfrm>
        </p:spPr>
        <p:txBody>
          <a:bodyPr/>
          <a:lstStyle>
            <a:lvl1pPr>
              <a:lnSpc>
                <a:spcPts val="1300"/>
              </a:lnSpc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">
            <a:extLst>
              <a:ext uri="{FF2B5EF4-FFF2-40B4-BE49-F238E27FC236}">
                <a16:creationId xmlns:a16="http://schemas.microsoft.com/office/drawing/2014/main" id="{4232B632-853B-65B7-B1F4-08FBBD8369E6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4672894" y="1508394"/>
            <a:ext cx="4013905" cy="2647681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aption placeholder">
            <a:extLst>
              <a:ext uri="{FF2B5EF4-FFF2-40B4-BE49-F238E27FC236}">
                <a16:creationId xmlns:a16="http://schemas.microsoft.com/office/drawing/2014/main" id="{C7C082A2-4B4D-1BE9-7D80-3BE65348496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672894" y="4341808"/>
            <a:ext cx="4013905" cy="158748"/>
          </a:xfrm>
        </p:spPr>
        <p:txBody>
          <a:bodyPr/>
          <a:lstStyle>
            <a:lvl1pPr>
              <a:lnSpc>
                <a:spcPts val="1300"/>
              </a:lnSpc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E31E7B83-B646-46AD-5D8F-464535677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©2026 Schneider Electric. All Rights Reserved.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7F95B185-4A6E-4227-662F-0319F303BE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| Page </a:t>
            </a:r>
            <a:fld id="{764B7773-F6DA-4BC7-94D1-8771356D6A8A}" type="slidenum"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64849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s">
    <p:bg>
      <p:bgPr>
        <a:solidFill>
          <a:srgbClr val="E7FF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">
            <a:extLst>
              <a:ext uri="{FF2B5EF4-FFF2-40B4-BE49-F238E27FC236}">
                <a16:creationId xmlns:a16="http://schemas.microsoft.com/office/drawing/2014/main" id="{C49CFB93-C46C-BF12-8317-BF1E145872D9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457200" y="1508394"/>
            <a:ext cx="2545826" cy="281595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3ADE0BAB-06BC-10C9-851F-A034018B0310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3299082" y="1508394"/>
            <a:ext cx="2545826" cy="281595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">
            <a:extLst>
              <a:ext uri="{FF2B5EF4-FFF2-40B4-BE49-F238E27FC236}">
                <a16:creationId xmlns:a16="http://schemas.microsoft.com/office/drawing/2014/main" id="{EC1C641C-9A72-03BC-1EE1-40A24B5A8E37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6140973" y="1508394"/>
            <a:ext cx="2545826" cy="281595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9F8CE6C4-99E0-4DD1-71B7-E8A66C86AC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©2026 Schneider Electric. All Rights Reserved.</a:t>
            </a:r>
          </a:p>
        </p:txBody>
      </p:sp>
      <p:sp>
        <p:nvSpPr>
          <p:cNvPr id="6" name="Slide Number Placeholder 7">
            <a:extLst>
              <a:ext uri="{FF2B5EF4-FFF2-40B4-BE49-F238E27FC236}">
                <a16:creationId xmlns:a16="http://schemas.microsoft.com/office/drawing/2014/main" id="{8CE5C674-6680-C33B-736C-E98A57C71E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| Page </a:t>
            </a:r>
            <a:fld id="{18752A80-F5E2-4DCC-95F9-AC9CCDF1C631}" type="slidenum"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02071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 with object">
    <p:bg>
      <p:bgPr>
        <a:solidFill>
          <a:srgbClr val="E7FF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">
            <a:extLst>
              <a:ext uri="{FF2B5EF4-FFF2-40B4-BE49-F238E27FC236}">
                <a16:creationId xmlns:a16="http://schemas.microsoft.com/office/drawing/2014/main" id="{598E6D86-06D3-8F72-E6C8-E80919757574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457200" y="1508394"/>
            <a:ext cx="3951991" cy="281595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" descr="Image placeholder">
            <a:extLst>
              <a:ext uri="{FF2B5EF4-FFF2-40B4-BE49-F238E27FC236}">
                <a16:creationId xmlns:a16="http://schemas.microsoft.com/office/drawing/2014/main" id="{C8B9DDA5-0F26-5651-E87C-FD4EDF435508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4726652" y="1508394"/>
            <a:ext cx="3960138" cy="2815958"/>
          </a:xfrm>
          <a:solidFill>
            <a:srgbClr val="D9D9D9">
              <a:alpha val="20000"/>
            </a:srgbClr>
          </a:solidFill>
        </p:spPr>
        <p:txBody>
          <a:bodyPr lIns="251999" tIns="251999" rIns="251999" bIns="251999"/>
          <a:lstStyle>
            <a:lvl1pPr>
              <a:defRPr sz="10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9">
            <a:extLst>
              <a:ext uri="{FF2B5EF4-FFF2-40B4-BE49-F238E27FC236}">
                <a16:creationId xmlns:a16="http://schemas.microsoft.com/office/drawing/2014/main" id="{71B44625-CD05-12B9-2013-24BE7EE9A9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©2026 Schneider Electric. All Rights Reserved.</a:t>
            </a:r>
          </a:p>
        </p:txBody>
      </p:sp>
      <p:sp>
        <p:nvSpPr>
          <p:cNvPr id="5" name="Slide Number Placeholder 10">
            <a:extLst>
              <a:ext uri="{FF2B5EF4-FFF2-40B4-BE49-F238E27FC236}">
                <a16:creationId xmlns:a16="http://schemas.microsoft.com/office/drawing/2014/main" id="{DDC6F5C5-22EF-29D7-B15D-73406B7A60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| Page </a:t>
            </a:r>
            <a:fld id="{AAF6655F-95AE-4284-B7F5-7017B3573E36}" type="slidenum"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75411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 with object and sketches">
    <p:bg>
      <p:bgPr>
        <a:solidFill>
          <a:srgbClr val="E7FF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head placeholder">
            <a:extLst>
              <a:ext uri="{FF2B5EF4-FFF2-40B4-BE49-F238E27FC236}">
                <a16:creationId xmlns:a16="http://schemas.microsoft.com/office/drawing/2014/main" id="{F86C85A0-1BE3-216C-D242-FAD85E664A73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57200" y="851105"/>
            <a:ext cx="8229600" cy="210942"/>
          </a:xfrm>
        </p:spPr>
        <p:txBody>
          <a:bodyPr/>
          <a:lstStyle>
            <a:lvl1pPr>
              <a:defRPr lang="en-GB"/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32F72100-5332-2DA9-676E-82B12A936777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457200" y="1508394"/>
            <a:ext cx="3951991" cy="281595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" descr="Image placeholder">
            <a:extLst>
              <a:ext uri="{FF2B5EF4-FFF2-40B4-BE49-F238E27FC236}">
                <a16:creationId xmlns:a16="http://schemas.microsoft.com/office/drawing/2014/main" id="{F6C71A6B-EF0C-1BF3-3BED-202B9638CF2E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4726652" y="1508394"/>
            <a:ext cx="3960138" cy="2815958"/>
          </a:xfrm>
          <a:solidFill>
            <a:srgbClr val="D9D9D9">
              <a:alpha val="20000"/>
            </a:srgbClr>
          </a:solidFill>
        </p:spPr>
        <p:txBody>
          <a:bodyPr lIns="251999" tIns="251999" rIns="251999" bIns="251999"/>
          <a:lstStyle>
            <a:lvl1pPr>
              <a:defRPr sz="10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9">
            <a:extLst>
              <a:ext uri="{FF2B5EF4-FFF2-40B4-BE49-F238E27FC236}">
                <a16:creationId xmlns:a16="http://schemas.microsoft.com/office/drawing/2014/main" id="{2DF427AE-6978-E753-B402-89F71BFD9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©2026 Schneider Electric. All Rights Reserved.</a:t>
            </a:r>
          </a:p>
        </p:txBody>
      </p:sp>
      <p:sp>
        <p:nvSpPr>
          <p:cNvPr id="6" name="Slide Number Placeholder 11">
            <a:extLst>
              <a:ext uri="{FF2B5EF4-FFF2-40B4-BE49-F238E27FC236}">
                <a16:creationId xmlns:a16="http://schemas.microsoft.com/office/drawing/2014/main" id="{B23FE941-563F-0DF8-F2AE-2D48F1226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| Page </a:t>
            </a:r>
            <a:fld id="{70473900-E7C2-416D-B2E6-D4851CAB94A7}" type="slidenum"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87898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 with half page object">
    <p:bg>
      <p:bgPr>
        <a:solidFill>
          <a:srgbClr val="E7FF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">
            <a:extLst>
              <a:ext uri="{FF2B5EF4-FFF2-40B4-BE49-F238E27FC236}">
                <a16:creationId xmlns:a16="http://schemas.microsoft.com/office/drawing/2014/main" id="{87327B6E-6D69-3E7E-DE9C-DCF814ED99B9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457200" y="1508394"/>
            <a:ext cx="3951991" cy="281595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" descr="Image placeholder">
            <a:extLst>
              <a:ext uri="{FF2B5EF4-FFF2-40B4-BE49-F238E27FC236}">
                <a16:creationId xmlns:a16="http://schemas.microsoft.com/office/drawing/2014/main" id="{BDE4DD40-803D-C55B-A8C9-7710904F6DD6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4572000" y="0"/>
            <a:ext cx="4572000" cy="5143499"/>
          </a:xfrm>
          <a:solidFill>
            <a:srgbClr val="D9D9D9">
              <a:alpha val="20000"/>
            </a:srgbClr>
          </a:solidFill>
        </p:spPr>
        <p:txBody>
          <a:bodyPr lIns="251999" tIns="251999" rIns="251999" bIns="251999"/>
          <a:lstStyle>
            <a:lvl1pPr>
              <a:defRPr sz="10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7">
            <a:extLst>
              <a:ext uri="{FF2B5EF4-FFF2-40B4-BE49-F238E27FC236}">
                <a16:creationId xmlns:a16="http://schemas.microsoft.com/office/drawing/2014/main" id="{50D282C2-4B17-756E-DA79-6226F1BA94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©2026 Schneider Electric. All Rights Reserved.</a:t>
            </a:r>
          </a:p>
        </p:txBody>
      </p:sp>
      <p:sp>
        <p:nvSpPr>
          <p:cNvPr id="5" name="Slide Number Placeholder 10">
            <a:extLst>
              <a:ext uri="{FF2B5EF4-FFF2-40B4-BE49-F238E27FC236}">
                <a16:creationId xmlns:a16="http://schemas.microsoft.com/office/drawing/2014/main" id="{5F4BE22F-B0C6-FB17-3063-82EE9A7F7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| Page </a:t>
            </a:r>
            <a:fld id="{25FE4E48-CF4D-46DB-8AAE-41F9FC90AAB4}" type="slidenum"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80476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 with 1/3 object">
    <p:bg>
      <p:bgPr>
        <a:solidFill>
          <a:srgbClr val="E7FF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">
            <a:extLst>
              <a:ext uri="{FF2B5EF4-FFF2-40B4-BE49-F238E27FC236}">
                <a16:creationId xmlns:a16="http://schemas.microsoft.com/office/drawing/2014/main" id="{62C91B3F-59BA-341E-AAE0-7FAC750139C4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457200" y="1508394"/>
            <a:ext cx="5425446" cy="281595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" descr="Image placeholder">
            <a:extLst>
              <a:ext uri="{FF2B5EF4-FFF2-40B4-BE49-F238E27FC236}">
                <a16:creationId xmlns:a16="http://schemas.microsoft.com/office/drawing/2014/main" id="{67CFCCA2-0DDF-D185-0C28-A2D17FB2418D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6098398" y="0"/>
            <a:ext cx="3045601" cy="5143499"/>
          </a:xfrm>
          <a:solidFill>
            <a:srgbClr val="D9D9D9">
              <a:alpha val="20000"/>
            </a:srgbClr>
          </a:solidFill>
        </p:spPr>
        <p:txBody>
          <a:bodyPr lIns="251999" tIns="251999" rIns="251999" bIns="251999"/>
          <a:lstStyle>
            <a:lvl1pPr>
              <a:defRPr sz="10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030A44-A6DF-E4E1-C4DD-3FC0BC948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©2026 Schneider Electric. All Rights Reserved.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A6E464-BAE6-7DC5-32B2-6B39AAF7E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| Page </a:t>
            </a:r>
            <a:fld id="{CE563B76-BFD7-4520-9443-A0DD2637A486}" type="slidenum"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96880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slide">
    <p:bg>
      <p:bgPr>
        <a:solidFill>
          <a:srgbClr val="E7FF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5">
            <a:extLst>
              <a:ext uri="{FF2B5EF4-FFF2-40B4-BE49-F238E27FC236}">
                <a16:creationId xmlns:a16="http://schemas.microsoft.com/office/drawing/2014/main" id="{32DCEDF2-75F0-F3E0-D027-028EAA4A53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©2026 Schneider Electric. All Rights Reserved.</a:t>
            </a:r>
          </a:p>
        </p:txBody>
      </p:sp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CDD8B665-D586-9CEB-18BC-ECC1D974F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| Page </a:t>
            </a:r>
            <a:fld id="{AA803460-591C-4709-8AA3-32A193E2C8B5}" type="slidenum"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94929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slide with sketches">
    <p:bg>
      <p:bgPr>
        <a:solidFill>
          <a:srgbClr val="E7FF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genda placeholder">
            <a:extLst>
              <a:ext uri="{FF2B5EF4-FFF2-40B4-BE49-F238E27FC236}">
                <a16:creationId xmlns:a16="http://schemas.microsoft.com/office/drawing/2014/main" id="{A842C114-82DF-4CFB-3D07-15C66D201AD3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457200" y="1504946"/>
            <a:ext cx="8229600" cy="2819396"/>
          </a:xfrm>
        </p:spPr>
        <p:txBody>
          <a:bodyPr/>
          <a:lstStyle>
            <a:lvl1pPr marL="342900" indent="-342900">
              <a:buClr>
                <a:srgbClr val="0A2F24"/>
              </a:buClr>
              <a:buSzPct val="100000"/>
              <a:buFont typeface="Poppins"/>
              <a:buAutoNum type="arabicPeriod"/>
              <a:defRPr/>
            </a:lvl1pPr>
            <a:lvl2pPr marL="342900" lvl="0" indent="-342900" defTabSz="457181">
              <a:buFont typeface="Poppins"/>
              <a:buAutoNum type="arabicPeriod"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endParaRPr lang="en-US"/>
          </a:p>
        </p:txBody>
      </p:sp>
      <p:sp>
        <p:nvSpPr>
          <p:cNvPr id="3" name="Footer Placeholder 6">
            <a:extLst>
              <a:ext uri="{FF2B5EF4-FFF2-40B4-BE49-F238E27FC236}">
                <a16:creationId xmlns:a16="http://schemas.microsoft.com/office/drawing/2014/main" id="{EE54D61C-A1B3-97EE-D0F4-5AF9CD12F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©2026 Schneider Electric. All Rights Reserved.</a:t>
            </a:r>
          </a:p>
        </p:txBody>
      </p:sp>
      <p:sp>
        <p:nvSpPr>
          <p:cNvPr id="4" name="Slide Number Placeholder 7">
            <a:extLst>
              <a:ext uri="{FF2B5EF4-FFF2-40B4-BE49-F238E27FC236}">
                <a16:creationId xmlns:a16="http://schemas.microsoft.com/office/drawing/2014/main" id="{29D98611-84A7-13A1-CB60-CA1761D06A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| Page </a:t>
            </a:r>
            <a:fld id="{6D83953C-4703-4AAB-8DC9-AE3109FAA506}" type="slidenum"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02799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break with subhead">
    <p:bg>
      <p:bgPr>
        <a:solidFill>
          <a:srgbClr val="E7FF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7">
            <a:extLst>
              <a:ext uri="{FF2B5EF4-FFF2-40B4-BE49-F238E27FC236}">
                <a16:creationId xmlns:a16="http://schemas.microsoft.com/office/drawing/2014/main" id="{0241C8EA-6B1F-96E5-C210-10BE10E152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©2026 Schneider Electric. All Rights Reserved.</a:t>
            </a:r>
          </a:p>
        </p:txBody>
      </p:sp>
      <p:sp>
        <p:nvSpPr>
          <p:cNvPr id="3" name="Slide Number Placeholder 8">
            <a:extLst>
              <a:ext uri="{FF2B5EF4-FFF2-40B4-BE49-F238E27FC236}">
                <a16:creationId xmlns:a16="http://schemas.microsoft.com/office/drawing/2014/main" id="{BE763086-B8A6-3A8E-F605-06D356421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| Page </a:t>
            </a:r>
            <a:fld id="{85B6EF8E-A1B5-4D92-97BA-99F8D664CF6A}" type="slidenum"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26497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break for longer copy">
    <p:bg>
      <p:bgPr>
        <a:solidFill>
          <a:srgbClr val="E7FF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7">
            <a:extLst>
              <a:ext uri="{FF2B5EF4-FFF2-40B4-BE49-F238E27FC236}">
                <a16:creationId xmlns:a16="http://schemas.microsoft.com/office/drawing/2014/main" id="{8D7A659F-3831-820E-5E55-CD742D020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| Page </a:t>
            </a:r>
            <a:fld id="{BD5E706E-F83A-4BD4-9662-2961C178F757}" type="slidenum"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16465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break for longer copy with image">
    <p:bg>
      <p:bgPr>
        <a:solidFill>
          <a:srgbClr val="E7FF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7">
            <a:extLst>
              <a:ext uri="{FF2B5EF4-FFF2-40B4-BE49-F238E27FC236}">
                <a16:creationId xmlns:a16="http://schemas.microsoft.com/office/drawing/2014/main" id="{38B0EA8E-C194-EFBF-66E2-4767DA4B87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©2026 Schneider Electric. All Rights Reserved.</a:t>
            </a:r>
          </a:p>
        </p:txBody>
      </p:sp>
      <p:sp>
        <p:nvSpPr>
          <p:cNvPr id="3" name="Slide Number Placeholder 8">
            <a:extLst>
              <a:ext uri="{FF2B5EF4-FFF2-40B4-BE49-F238E27FC236}">
                <a16:creationId xmlns:a16="http://schemas.microsoft.com/office/drawing/2014/main" id="{6281F621-D287-7E2F-4DF5-1356F92573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| Page </a:t>
            </a:r>
            <a:fld id="{F8D696A4-908E-4D5D-ADA8-7DDE4D120D1C}" type="slidenum"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87659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break for longer copy with sketches">
    <p:bg>
      <p:bgPr>
        <a:solidFill>
          <a:srgbClr val="E7FF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C8CD8B64-A7A9-BD27-549C-73A220F24F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©2026 Schneider Electric. All Rights Reserved.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69F9BBC1-559A-3F31-CCA0-CF5B5888DA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| Page </a:t>
            </a:r>
            <a:fld id="{F008687A-68EB-449B-9317-97D7297EE02C}" type="slidenum"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05390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dvancing Energy Tech slide">
    <p:bg>
      <p:bgPr>
        <a:solidFill>
          <a:srgbClr val="E7FF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4">
            <a:extLst>
              <a:ext uri="{FF2B5EF4-FFF2-40B4-BE49-F238E27FC236}">
                <a16:creationId xmlns:a16="http://schemas.microsoft.com/office/drawing/2014/main" id="{C5D5E8EE-57D2-3752-6A95-1AD67A3366C8}"/>
              </a:ext>
            </a:extLst>
          </p:cNvPr>
          <p:cNvSpPr txBox="1"/>
          <p:nvPr/>
        </p:nvSpPr>
        <p:spPr>
          <a:xfrm>
            <a:off x="1630110" y="2233742"/>
            <a:ext cx="5883779" cy="615555"/>
          </a:xfrm>
          <a:prstGeom prst="rect">
            <a:avLst/>
          </a:prstGeom>
          <a:noFill/>
          <a:ln cap="flat">
            <a:noFill/>
          </a:ln>
          <a:effectLst>
            <a:outerShdw dist="22997" dir="5400000" algn="tl">
              <a:srgbClr val="000000">
                <a:alpha val="35000"/>
              </a:srgbClr>
            </a:outerShdw>
          </a:effectLst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457181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400" b="0" i="0" u="none" strike="noStrike" kern="1200" cap="none" spc="0" baseline="0">
                <a:solidFill>
                  <a:srgbClr val="0A2F24"/>
                </a:solidFill>
                <a:uFillTx/>
                <a:latin typeface="Poppins"/>
                <a:cs typeface="Arial"/>
              </a:rPr>
              <a:t>Advancing Energy Tech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991F9901-A44E-8ADD-7CF6-337916D5B9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©2026 Schneider Electric. All Rights Reserved.</a:t>
            </a:r>
          </a:p>
        </p:txBody>
      </p:sp>
      <p:sp>
        <p:nvSpPr>
          <p:cNvPr id="4" name="Slide Number Placeholder 6">
            <a:extLst>
              <a:ext uri="{FF2B5EF4-FFF2-40B4-BE49-F238E27FC236}">
                <a16:creationId xmlns:a16="http://schemas.microsoft.com/office/drawing/2014/main" id="{C08E73B3-39A3-A981-B0A5-B953654EEA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| Page </a:t>
            </a:r>
            <a:fld id="{21E507D0-BCDA-487A-94C2-7402FAC85A5B}" type="slidenum"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29589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slide">
    <p:bg>
      <p:bgPr>
        <a:solidFill>
          <a:srgbClr val="E7FF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acebook icon" descr="Facebook icon">
            <a:hlinkClick r:id="rId2"/>
            <a:extLst>
              <a:ext uri="{FF2B5EF4-FFF2-40B4-BE49-F238E27FC236}">
                <a16:creationId xmlns:a16="http://schemas.microsoft.com/office/drawing/2014/main" id="{02CDC9B5-BA4F-C2A0-0595-F5082A008F4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3172" y="4217276"/>
            <a:ext cx="201433" cy="201442"/>
          </a:xfrm>
          <a:prstGeom prst="rect">
            <a:avLst/>
          </a:prstGeom>
          <a:noFill/>
          <a:ln cap="flat">
            <a:noFill/>
          </a:ln>
          <a:effectLst>
            <a:outerShdw dist="22997" dir="5400000" algn="tl">
              <a:srgbClr val="000000">
                <a:alpha val="35000"/>
              </a:srgbClr>
            </a:outerShdw>
          </a:effectLst>
        </p:spPr>
      </p:pic>
      <p:pic>
        <p:nvPicPr>
          <p:cNvPr id="3" name="Linkedin icon" descr="LinkedIn icon">
            <a:hlinkClick r:id="rId4"/>
            <a:extLst>
              <a:ext uri="{FF2B5EF4-FFF2-40B4-BE49-F238E27FC236}">
                <a16:creationId xmlns:a16="http://schemas.microsoft.com/office/drawing/2014/main" id="{990A5E77-A2CF-BCCB-A066-E7516E0B14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7290127" y="4232775"/>
            <a:ext cx="201433" cy="170444"/>
          </a:xfrm>
          <a:prstGeom prst="rect">
            <a:avLst/>
          </a:prstGeom>
          <a:noFill/>
          <a:ln cap="flat">
            <a:noFill/>
          </a:ln>
          <a:effectLst>
            <a:outerShdw dist="22997" dir="5400000" algn="tl">
              <a:srgbClr val="000000">
                <a:alpha val="35000"/>
              </a:srgbClr>
            </a:outerShdw>
          </a:effectLst>
        </p:spPr>
      </p:pic>
      <p:pic>
        <p:nvPicPr>
          <p:cNvPr id="4" name="YouTube icon" descr="YouTube icon">
            <a:hlinkClick r:id="rId6"/>
            <a:extLst>
              <a:ext uri="{FF2B5EF4-FFF2-40B4-BE49-F238E27FC236}">
                <a16:creationId xmlns:a16="http://schemas.microsoft.com/office/drawing/2014/main" id="{CD0C1547-599D-42BB-AB5C-31D2CD5EF1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7597091" y="4242029"/>
            <a:ext cx="221577" cy="151945"/>
          </a:xfrm>
          <a:prstGeom prst="rect">
            <a:avLst/>
          </a:prstGeom>
          <a:noFill/>
          <a:ln cap="flat">
            <a:noFill/>
          </a:ln>
          <a:effectLst>
            <a:outerShdw dist="22997" dir="5400000" algn="tl">
              <a:srgbClr val="000000">
                <a:alpha val="35000"/>
              </a:srgbClr>
            </a:outerShdw>
          </a:effectLst>
        </p:spPr>
      </p:pic>
      <p:pic>
        <p:nvPicPr>
          <p:cNvPr id="5" name="X icon" descr="Twitter/X icon">
            <a:hlinkClick r:id="rId8"/>
            <a:extLst>
              <a:ext uri="{FF2B5EF4-FFF2-40B4-BE49-F238E27FC236}">
                <a16:creationId xmlns:a16="http://schemas.microsoft.com/office/drawing/2014/main" id="{62DEC13F-20A8-4C5A-2FAD-61A6ABBA5BD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>
            <a:off x="7926202" y="4226073"/>
            <a:ext cx="179853" cy="183849"/>
          </a:xfrm>
          <a:prstGeom prst="rect">
            <a:avLst/>
          </a:prstGeom>
          <a:noFill/>
          <a:ln cap="flat">
            <a:noFill/>
          </a:ln>
          <a:effectLst>
            <a:outerShdw dist="22997" dir="5400000" algn="tl">
              <a:srgbClr val="000000">
                <a:alpha val="35000"/>
              </a:srgbClr>
            </a:outerShdw>
          </a:effectLst>
        </p:spPr>
      </p:pic>
      <p:pic>
        <p:nvPicPr>
          <p:cNvPr id="6" name="Instagram icon" descr="Instagram icon">
            <a:hlinkClick r:id="rId10"/>
            <a:extLst>
              <a:ext uri="{FF2B5EF4-FFF2-40B4-BE49-F238E27FC236}">
                <a16:creationId xmlns:a16="http://schemas.microsoft.com/office/drawing/2014/main" id="{D5B17604-BE07-E68A-A025-43845F9465A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>
            <a:fillRect/>
          </a:stretch>
        </p:blipFill>
        <p:spPr>
          <a:xfrm>
            <a:off x="8213579" y="4226073"/>
            <a:ext cx="183849" cy="183849"/>
          </a:xfrm>
          <a:prstGeom prst="rect">
            <a:avLst/>
          </a:prstGeom>
          <a:noFill/>
          <a:ln cap="flat">
            <a:noFill/>
          </a:ln>
          <a:effectLst>
            <a:outerShdw dist="22997" dir="5400000" algn="tl">
              <a:srgbClr val="000000">
                <a:alpha val="35000"/>
              </a:srgbClr>
            </a:outerShdw>
          </a:effectLst>
        </p:spPr>
      </p:pic>
      <p:pic>
        <p:nvPicPr>
          <p:cNvPr id="7" name="SE blog icon" descr="SE Blog icon&#10;">
            <a:hlinkClick r:id="rId12"/>
            <a:extLst>
              <a:ext uri="{FF2B5EF4-FFF2-40B4-BE49-F238E27FC236}">
                <a16:creationId xmlns:a16="http://schemas.microsoft.com/office/drawing/2014/main" id="{31CFFEB6-EDAE-43E2-D15A-741D784B38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>
            <a:fillRect/>
          </a:stretch>
        </p:blipFill>
        <p:spPr>
          <a:xfrm>
            <a:off x="8502950" y="4226073"/>
            <a:ext cx="183849" cy="183849"/>
          </a:xfrm>
          <a:prstGeom prst="rect">
            <a:avLst/>
          </a:prstGeom>
          <a:noFill/>
          <a:ln cap="flat">
            <a:noFill/>
          </a:ln>
          <a:effectLst>
            <a:outerShdw dist="22997" dir="5400000" algn="tl">
              <a:srgbClr val="000000">
                <a:alpha val="35000"/>
              </a:srgbClr>
            </a:outerShdw>
          </a:effectLst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3A488CDB-B17F-F39D-1057-7A6B0F11A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91569" y="4533439"/>
            <a:ext cx="1652430" cy="610060"/>
          </a:xfrm>
          <a:prstGeom prst="rect">
            <a:avLst/>
          </a:prstGeom>
          <a:solidFill>
            <a:srgbClr val="E7FFD9"/>
          </a:solidFill>
          <a:ln cap="flat">
            <a:noFill/>
            <a:prstDash val="solid"/>
          </a:ln>
          <a:effectLst>
            <a:outerShdw dist="22997" dir="5400000" algn="tl">
              <a:srgbClr val="000000">
                <a:alpha val="35000"/>
              </a:srgbClr>
            </a:outerShdw>
          </a:effectLst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181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Poppins"/>
            </a:endParaRPr>
          </a:p>
        </p:txBody>
      </p:sp>
      <p:pic>
        <p:nvPicPr>
          <p:cNvPr id="9" name="Graphic 5">
            <a:extLst>
              <a:ext uri="{FF2B5EF4-FFF2-40B4-BE49-F238E27FC236}">
                <a16:creationId xmlns:a16="http://schemas.microsoft.com/office/drawing/2014/main" id="{5F50CDBD-51CE-B36A-F501-6A8F66C4FE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/>
          </a:stretch>
        </p:blipFill>
        <p:spPr>
          <a:xfrm>
            <a:off x="3291117" y="2192228"/>
            <a:ext cx="2561773" cy="759043"/>
          </a:xfrm>
          <a:prstGeom prst="rect">
            <a:avLst/>
          </a:prstGeom>
          <a:noFill/>
          <a:ln cap="flat">
            <a:noFill/>
          </a:ln>
          <a:effectLst>
            <a:outerShdw dist="22997" dir="5400000" algn="tl">
              <a:srgbClr val="000000">
                <a:alpha val="3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818013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er and date">
            <a:extLst>
              <a:ext uri="{FF2B5EF4-FFF2-40B4-BE49-F238E27FC236}">
                <a16:creationId xmlns:a16="http://schemas.microsoft.com/office/drawing/2014/main" id="{EC50EEC6-37F1-C943-62B8-5D6168E084D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57200" y="4108902"/>
            <a:ext cx="8291514" cy="215441"/>
          </a:xfrm>
        </p:spPr>
        <p:txBody>
          <a:bodyPr/>
          <a:lstStyle>
            <a:lvl1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lang="en-AU" sz="1100"/>
            </a:lvl1pPr>
            <a:lvl2pPr marL="0" lvl="0" indent="0" defTabSz="457181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lang="en-AU" sz="1100"/>
            </a:lvl2pPr>
          </a:lstStyle>
          <a:p>
            <a:pPr lvl="0"/>
            <a:r>
              <a:rPr lang="en-AU"/>
              <a:t>Presented by: </a:t>
            </a:r>
          </a:p>
          <a:p>
            <a:pPr lvl="0"/>
            <a:endParaRPr lang="en-AU"/>
          </a:p>
        </p:txBody>
      </p:sp>
      <p:pic>
        <p:nvPicPr>
          <p:cNvPr id="3" name="Picture 8">
            <a:extLst>
              <a:ext uri="{FF2B5EF4-FFF2-40B4-BE49-F238E27FC236}">
                <a16:creationId xmlns:a16="http://schemas.microsoft.com/office/drawing/2014/main" id="{0C49366D-F570-D142-AE0E-876CB1B4B4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7710650" y="4687799"/>
            <a:ext cx="976149" cy="289233"/>
          </a:xfrm>
          <a:prstGeom prst="rect">
            <a:avLst/>
          </a:prstGeom>
          <a:noFill/>
          <a:ln cap="flat">
            <a:noFill/>
          </a:ln>
          <a:effectLst>
            <a:outerShdw dist="22997" dir="5400000" algn="tl">
              <a:srgbClr val="000000">
                <a:alpha val="35000"/>
              </a:srgbClr>
            </a:outerShdw>
          </a:effec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9CF00C-0F54-98D3-5D2E-648657934C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©2026 Schneider Electric.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29905563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2F7CD54F-0316-6E5A-412D-65D547AACEFC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457200" y="1508394"/>
            <a:ext cx="8229600" cy="281595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8">
            <a:extLst>
              <a:ext uri="{FF2B5EF4-FFF2-40B4-BE49-F238E27FC236}">
                <a16:creationId xmlns:a16="http://schemas.microsoft.com/office/drawing/2014/main" id="{BA8ADD78-BC66-CB60-63A5-797E8E9708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©2026 Schneider Electric. All Rights Reserved.</a:t>
            </a:r>
          </a:p>
        </p:txBody>
      </p:sp>
      <p:sp>
        <p:nvSpPr>
          <p:cNvPr id="4" name="Slide Number Placeholder 9">
            <a:extLst>
              <a:ext uri="{FF2B5EF4-FFF2-40B4-BE49-F238E27FC236}">
                <a16:creationId xmlns:a16="http://schemas.microsoft.com/office/drawing/2014/main" id="{0A4016FF-0BA1-E2F2-5742-C4F21E1CB8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| Page </a:t>
            </a:r>
            <a:fld id="{3CB1669C-F10F-4BE9-AA60-D3413118BD8A}" type="slidenum"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89322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 two line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B3189DBD-53C5-B0B0-CDFA-38095C03C32E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457200" y="1508394"/>
            <a:ext cx="8229600" cy="281595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8">
            <a:extLst>
              <a:ext uri="{FF2B5EF4-FFF2-40B4-BE49-F238E27FC236}">
                <a16:creationId xmlns:a16="http://schemas.microsoft.com/office/drawing/2014/main" id="{CA2DD74E-D80B-CC52-911F-C05895895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©2026 Schneider Electric. All Rights Reserved.</a:t>
            </a:r>
          </a:p>
        </p:txBody>
      </p:sp>
      <p:sp>
        <p:nvSpPr>
          <p:cNvPr id="4" name="Slide Number Placeholder 9">
            <a:extLst>
              <a:ext uri="{FF2B5EF4-FFF2-40B4-BE49-F238E27FC236}">
                <a16:creationId xmlns:a16="http://schemas.microsoft.com/office/drawing/2014/main" id="{841515ED-63A5-B239-98D9-395A3CBD5B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| Page </a:t>
            </a:r>
            <a:fld id="{03505153-17B0-4A12-95B1-0D4018CFF412}" type="slidenum"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8447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Offer com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er and date">
            <a:extLst>
              <a:ext uri="{FF2B5EF4-FFF2-40B4-BE49-F238E27FC236}">
                <a16:creationId xmlns:a16="http://schemas.microsoft.com/office/drawing/2014/main" id="{AA2D83FA-F255-ACB3-0A13-EDDAA19DC1D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57200" y="4108902"/>
            <a:ext cx="4114800" cy="215441"/>
          </a:xfrm>
        </p:spPr>
        <p:txBody>
          <a:bodyPr/>
          <a:lstStyle>
            <a:lvl1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lang="en-AU" sz="1100"/>
            </a:lvl1pPr>
            <a:lvl2pPr marL="0" lvl="0" indent="0" defTabSz="457181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lang="en-AU" sz="1100"/>
            </a:lvl2pPr>
          </a:lstStyle>
          <a:p>
            <a:pPr lvl="0"/>
            <a:r>
              <a:rPr lang="en-AU"/>
              <a:t>Presented by: </a:t>
            </a:r>
          </a:p>
          <a:p>
            <a:pPr lvl="0"/>
            <a:endParaRPr lang="en-AU"/>
          </a:p>
        </p:txBody>
      </p:sp>
      <p:pic>
        <p:nvPicPr>
          <p:cNvPr id="3" name="Picture 8">
            <a:extLst>
              <a:ext uri="{FF2B5EF4-FFF2-40B4-BE49-F238E27FC236}">
                <a16:creationId xmlns:a16="http://schemas.microsoft.com/office/drawing/2014/main" id="{FFDDA5FC-DDAB-2769-7001-92C8262DA1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7710650" y="4687799"/>
            <a:ext cx="976149" cy="289233"/>
          </a:xfrm>
          <a:prstGeom prst="rect">
            <a:avLst/>
          </a:prstGeom>
          <a:noFill/>
          <a:ln cap="flat">
            <a:noFill/>
          </a:ln>
          <a:effectLst>
            <a:outerShdw dist="22997" dir="5400000" algn="tl">
              <a:srgbClr val="000000">
                <a:alpha val="35000"/>
              </a:srgbClr>
            </a:outerShdw>
          </a:effectLst>
        </p:spPr>
      </p:pic>
      <p:sp>
        <p:nvSpPr>
          <p:cNvPr id="4" name="Picture Placeholder 11">
            <a:extLst>
              <a:ext uri="{FF2B5EF4-FFF2-40B4-BE49-F238E27FC236}">
                <a16:creationId xmlns:a16="http://schemas.microsoft.com/office/drawing/2014/main" id="{2A9CBBE3-1313-D802-B744-AB7EF3F77C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4873880" y="1728216"/>
            <a:ext cx="3438015" cy="14166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5" name="Graphic 2">
            <a:extLst>
              <a:ext uri="{FF2B5EF4-FFF2-40B4-BE49-F238E27FC236}">
                <a16:creationId xmlns:a16="http://schemas.microsoft.com/office/drawing/2014/main" id="{7886E824-8CF6-AF86-9015-13B6FB471B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6575" y="870216"/>
            <a:ext cx="3132624" cy="3132624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3132626"/>
              <a:gd name="f7" fmla="val 254154"/>
              <a:gd name="f8" fmla="val 2878473"/>
              <a:gd name="f9" fmla="val 726348"/>
              <a:gd name="f10" fmla="val 3350667"/>
              <a:gd name="f11" fmla="val 1696598"/>
              <a:gd name="f12" fmla="val 3145994"/>
              <a:gd name="f13" fmla="val 2421296"/>
              <a:gd name="f14" fmla="val 2406279"/>
              <a:gd name="f15" fmla="+- 0 0 218040"/>
              <a:gd name="f16" fmla="val 1436029"/>
              <a:gd name="f17" fmla="+- 0 0 13367"/>
              <a:gd name="f18" fmla="val 711331"/>
              <a:gd name="f19" fmla="+- 0 0 -90"/>
              <a:gd name="f20" fmla="*/ f3 1 3132626"/>
              <a:gd name="f21" fmla="*/ f4 1 3132626"/>
              <a:gd name="f22" fmla="+- f6 0 f5"/>
              <a:gd name="f23" fmla="*/ f19 f0 1"/>
              <a:gd name="f24" fmla="*/ f22 1 3132626"/>
              <a:gd name="f25" fmla="*/ 254154 f22 1"/>
              <a:gd name="f26" fmla="*/ 2878473 f22 1"/>
              <a:gd name="f27" fmla="*/ 2421296 f22 1"/>
              <a:gd name="f28" fmla="*/ 711331 f22 1"/>
              <a:gd name="f29" fmla="*/ f23 1 f2"/>
              <a:gd name="f30" fmla="*/ f25 1 3132626"/>
              <a:gd name="f31" fmla="*/ f26 1 3132626"/>
              <a:gd name="f32" fmla="*/ f27 1 3132626"/>
              <a:gd name="f33" fmla="*/ f28 1 3132626"/>
              <a:gd name="f34" fmla="*/ f5 1 f24"/>
              <a:gd name="f35" fmla="*/ f6 1 f24"/>
              <a:gd name="f36" fmla="+- f29 0 f1"/>
              <a:gd name="f37" fmla="*/ f30 1 f24"/>
              <a:gd name="f38" fmla="*/ f31 1 f24"/>
              <a:gd name="f39" fmla="*/ f32 1 f24"/>
              <a:gd name="f40" fmla="*/ f33 1 f24"/>
              <a:gd name="f41" fmla="*/ f34 f20 1"/>
              <a:gd name="f42" fmla="*/ f35 f20 1"/>
              <a:gd name="f43" fmla="*/ f35 f21 1"/>
              <a:gd name="f44" fmla="*/ f34 f21 1"/>
              <a:gd name="f45" fmla="*/ f37 f20 1"/>
              <a:gd name="f46" fmla="*/ f38 f21 1"/>
              <a:gd name="f47" fmla="*/ f39 f20 1"/>
              <a:gd name="f48" fmla="*/ f39 f21 1"/>
              <a:gd name="f49" fmla="*/ f38 f20 1"/>
              <a:gd name="f50" fmla="*/ f37 f21 1"/>
              <a:gd name="f51" fmla="*/ f40 f20 1"/>
              <a:gd name="f52" fmla="*/ f40 f2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6">
                <a:pos x="f45" y="f46"/>
              </a:cxn>
              <a:cxn ang="f36">
                <a:pos x="f47" y="f48"/>
              </a:cxn>
              <a:cxn ang="f36">
                <a:pos x="f49" y="f50"/>
              </a:cxn>
              <a:cxn ang="f36">
                <a:pos x="f51" y="f52"/>
              </a:cxn>
              <a:cxn ang="f36">
                <a:pos x="f45" y="f46"/>
              </a:cxn>
            </a:cxnLst>
            <a:rect l="f41" t="f44" r="f42" b="f43"/>
            <a:pathLst>
              <a:path w="3132626" h="3132626">
                <a:moveTo>
                  <a:pt x="f7" y="f8"/>
                </a:moveTo>
                <a:cubicBezTo>
                  <a:pt x="f9" y="f10"/>
                  <a:pt x="f11" y="f12"/>
                  <a:pt x="f13" y="f13"/>
                </a:cubicBezTo>
                <a:cubicBezTo>
                  <a:pt x="f12" y="f11"/>
                  <a:pt x="f10" y="f9"/>
                  <a:pt x="f8" y="f7"/>
                </a:cubicBezTo>
                <a:cubicBezTo>
                  <a:pt x="f14" y="f15"/>
                  <a:pt x="f16" y="f17"/>
                  <a:pt x="f18" y="f18"/>
                </a:cubicBezTo>
                <a:cubicBezTo>
                  <a:pt x="f17" y="f16"/>
                  <a:pt x="f15" y="f14"/>
                  <a:pt x="f7" y="f8"/>
                </a:cubicBezTo>
              </a:path>
            </a:pathLst>
          </a:custGeom>
          <a:noFill/>
          <a:ln w="12060" cap="flat">
            <a:solidFill>
              <a:srgbClr val="5EFF59"/>
            </a:solidFill>
            <a:prstDash val="solid"/>
            <a:miter/>
          </a:ln>
          <a:effectLst>
            <a:outerShdw dist="22997" dir="5400000" algn="tl">
              <a:srgbClr val="000000">
                <a:alpha val="35000"/>
              </a:srgbClr>
            </a:outerShdw>
          </a:effectLst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181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Poppins"/>
            </a:endParaRPr>
          </a:p>
        </p:txBody>
      </p:sp>
      <p:sp>
        <p:nvSpPr>
          <p:cNvPr id="6" name="Footer Placeholder 1">
            <a:extLst>
              <a:ext uri="{FF2B5EF4-FFF2-40B4-BE49-F238E27FC236}">
                <a16:creationId xmlns:a16="http://schemas.microsoft.com/office/drawing/2014/main" id="{BEE77AD5-E943-28BF-FEDE-16B1A7404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©2026 Schneider Electric.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7645749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placeholder">
            <a:extLst>
              <a:ext uri="{FF2B5EF4-FFF2-40B4-BE49-F238E27FC236}">
                <a16:creationId xmlns:a16="http://schemas.microsoft.com/office/drawing/2014/main" id="{21BE4469-AA53-7A9F-FE18-175868597517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457200" y="3460482"/>
            <a:ext cx="8291514" cy="215441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optional subtitle</a:t>
            </a:r>
          </a:p>
        </p:txBody>
      </p:sp>
      <p:sp>
        <p:nvSpPr>
          <p:cNvPr id="3" name="Presenter and date">
            <a:extLst>
              <a:ext uri="{FF2B5EF4-FFF2-40B4-BE49-F238E27FC236}">
                <a16:creationId xmlns:a16="http://schemas.microsoft.com/office/drawing/2014/main" id="{ABEA4BB5-22CF-3C34-1649-04691F1DCFB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57200" y="4108902"/>
            <a:ext cx="8291514" cy="215441"/>
          </a:xfrm>
        </p:spPr>
        <p:txBody>
          <a:bodyPr/>
          <a:lstStyle>
            <a:lvl1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lang="en-AU" sz="1100"/>
            </a:lvl1pPr>
            <a:lvl2pPr marL="0" lvl="0" indent="0" defTabSz="457181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lang="en-AU" sz="1100"/>
            </a:lvl2pPr>
          </a:lstStyle>
          <a:p>
            <a:pPr lvl="0"/>
            <a:r>
              <a:rPr lang="en-AU"/>
              <a:t>Presented by: </a:t>
            </a:r>
          </a:p>
          <a:p>
            <a:pPr lvl="0"/>
            <a:endParaRPr lang="en-AU"/>
          </a:p>
        </p:txBody>
      </p:sp>
      <p:pic>
        <p:nvPicPr>
          <p:cNvPr id="4" name="Picture 8">
            <a:extLst>
              <a:ext uri="{FF2B5EF4-FFF2-40B4-BE49-F238E27FC236}">
                <a16:creationId xmlns:a16="http://schemas.microsoft.com/office/drawing/2014/main" id="{282431B9-E88B-A27F-B068-411C7AABD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7710650" y="4687799"/>
            <a:ext cx="976149" cy="289233"/>
          </a:xfrm>
          <a:prstGeom prst="rect">
            <a:avLst/>
          </a:prstGeom>
          <a:noFill/>
          <a:ln cap="flat">
            <a:noFill/>
          </a:ln>
          <a:effectLst>
            <a:outerShdw dist="22997" dir="5400000" algn="tl">
              <a:srgbClr val="000000">
                <a:alpha val="35000"/>
              </a:srgbClr>
            </a:outerShdw>
          </a:effectLst>
        </p:spPr>
      </p:pic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B5748918-BD41-A3B0-0DAF-25C6E412D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©2026 Schneider Electric.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07142111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 with sketch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9">
            <a:extLst>
              <a:ext uri="{FF2B5EF4-FFF2-40B4-BE49-F238E27FC236}">
                <a16:creationId xmlns:a16="http://schemas.microsoft.com/office/drawing/2014/main" id="{20BEFC8A-53B3-3752-B3FB-46A58DD82E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| Page </a:t>
            </a:r>
            <a:fld id="{0BA3EA13-707B-4E6D-8B15-2989E8BBFFFF}" type="slidenum">
              <a:t>‹N°›</a:t>
            </a:fld>
            <a:endParaRPr lang="en-US"/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00F6FF73-0A14-5DAB-56F4-8DEDB5266AA1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" name="Subhead placeholder">
            <a:extLst>
              <a:ext uri="{FF2B5EF4-FFF2-40B4-BE49-F238E27FC236}">
                <a16:creationId xmlns:a16="http://schemas.microsoft.com/office/drawing/2014/main" id="{0BBCCB96-66EE-466E-3239-A126485E8807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57200" y="851105"/>
            <a:ext cx="8229600" cy="210942"/>
          </a:xfrm>
        </p:spPr>
        <p:txBody>
          <a:bodyPr/>
          <a:lstStyle>
            <a:lvl1pPr>
              <a:defRPr lang="en-GB"/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060F1E5-725B-09DC-ADDB-610C04D7639C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457200" y="1508394"/>
            <a:ext cx="8229600" cy="281595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251063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9">
            <a:extLst>
              <a:ext uri="{FF2B5EF4-FFF2-40B4-BE49-F238E27FC236}">
                <a16:creationId xmlns:a16="http://schemas.microsoft.com/office/drawing/2014/main" id="{F2333820-F917-5794-557C-F363154B02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| Page </a:t>
            </a:r>
            <a:fld id="{11AF2B26-44CB-4F57-ABB5-A1DAFC5A457E}" type="slidenum"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39689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042464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 2/3 of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">
            <a:extLst>
              <a:ext uri="{FF2B5EF4-FFF2-40B4-BE49-F238E27FC236}">
                <a16:creationId xmlns:a16="http://schemas.microsoft.com/office/drawing/2014/main" id="{5C10EAAC-6C8F-B5F0-9CA5-92393E98D667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457200" y="1508394"/>
            <a:ext cx="5449622" cy="266714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aption placeholder">
            <a:extLst>
              <a:ext uri="{FF2B5EF4-FFF2-40B4-BE49-F238E27FC236}">
                <a16:creationId xmlns:a16="http://schemas.microsoft.com/office/drawing/2014/main" id="{EB504DEA-88C4-DFB6-22F3-5538F792413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57200" y="4341808"/>
            <a:ext cx="5437186" cy="153984"/>
          </a:xfrm>
        </p:spPr>
        <p:txBody>
          <a:bodyPr/>
          <a:lstStyle>
            <a:lvl1pPr>
              <a:lnSpc>
                <a:spcPts val="1300"/>
              </a:lnSpc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7">
            <a:extLst>
              <a:ext uri="{FF2B5EF4-FFF2-40B4-BE49-F238E27FC236}">
                <a16:creationId xmlns:a16="http://schemas.microsoft.com/office/drawing/2014/main" id="{9A6D58D0-A9E9-1AF7-0242-5A4803BDB6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©2026 Schneider Electric. All Rights Reserved.</a:t>
            </a:r>
          </a:p>
        </p:txBody>
      </p:sp>
      <p:sp>
        <p:nvSpPr>
          <p:cNvPr id="5" name="Slide Number Placeholder 8">
            <a:extLst>
              <a:ext uri="{FF2B5EF4-FFF2-40B4-BE49-F238E27FC236}">
                <a16:creationId xmlns:a16="http://schemas.microsoft.com/office/drawing/2014/main" id="{C990671D-7DD8-42AD-31A1-45F200C71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| Page </a:t>
            </a:r>
            <a:fld id="{1DD6680D-F0C5-436E-8F4B-757734654728}" type="slidenum"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236646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 with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">
            <a:extLst>
              <a:ext uri="{FF2B5EF4-FFF2-40B4-BE49-F238E27FC236}">
                <a16:creationId xmlns:a16="http://schemas.microsoft.com/office/drawing/2014/main" id="{299F085A-FCAE-61F6-DB2F-62270E1C67D4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457200" y="1508394"/>
            <a:ext cx="5449622" cy="281595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56E2830D-D574-75E0-E524-D31015D0CD41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6202887" y="1508394"/>
            <a:ext cx="2483912" cy="281595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728E9ACC-D873-2602-E9FC-335522C8F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©2026 Schneider Electric. All Rights Reserved.</a:t>
            </a:r>
          </a:p>
        </p:txBody>
      </p:sp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6D742C2A-3185-0742-239E-5CD70984D8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| Page </a:t>
            </a:r>
            <a:fld id="{F5A32257-05B8-44D8-B73A-A1B26753042F}" type="slidenum"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296177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">
            <a:extLst>
              <a:ext uri="{FF2B5EF4-FFF2-40B4-BE49-F238E27FC236}">
                <a16:creationId xmlns:a16="http://schemas.microsoft.com/office/drawing/2014/main" id="{78B77764-A1F6-80C5-D0BD-901E76A62907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454100" y="1713421"/>
            <a:ext cx="4013905" cy="2610922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aption placeholder">
            <a:extLst>
              <a:ext uri="{FF2B5EF4-FFF2-40B4-BE49-F238E27FC236}">
                <a16:creationId xmlns:a16="http://schemas.microsoft.com/office/drawing/2014/main" id="{D98E9A90-58BD-A643-AC6E-2F2C1981DE7E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672894" y="1352553"/>
            <a:ext cx="4013895" cy="158748"/>
          </a:xfrm>
        </p:spPr>
        <p:txBody>
          <a:bodyPr/>
          <a:lstStyle>
            <a:lvl1pPr>
              <a:lnSpc>
                <a:spcPts val="1600"/>
              </a:lnSpc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">
            <a:extLst>
              <a:ext uri="{FF2B5EF4-FFF2-40B4-BE49-F238E27FC236}">
                <a16:creationId xmlns:a16="http://schemas.microsoft.com/office/drawing/2014/main" id="{3E187791-90DD-10CD-8D5D-96E3CB6D2FDE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4672894" y="1713421"/>
            <a:ext cx="4013895" cy="2610922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8">
            <a:extLst>
              <a:ext uri="{FF2B5EF4-FFF2-40B4-BE49-F238E27FC236}">
                <a16:creationId xmlns:a16="http://schemas.microsoft.com/office/drawing/2014/main" id="{4957C289-6BC7-0FC7-AFF4-3CC297F7EA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©2026 Schneider Electric. All Rights Reserved.</a:t>
            </a:r>
          </a:p>
        </p:txBody>
      </p:sp>
      <p:sp>
        <p:nvSpPr>
          <p:cNvPr id="6" name="Slide Number Placeholder 10">
            <a:extLst>
              <a:ext uri="{FF2B5EF4-FFF2-40B4-BE49-F238E27FC236}">
                <a16:creationId xmlns:a16="http://schemas.microsoft.com/office/drawing/2014/main" id="{16BB3921-8543-C957-63AB-40E12F6F12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| Page </a:t>
            </a:r>
            <a:fld id="{8CFF9130-30AD-43AC-85A4-AAC74C965DB9}" type="slidenum"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20224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 with subtitle and sketch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head placeholder">
            <a:extLst>
              <a:ext uri="{FF2B5EF4-FFF2-40B4-BE49-F238E27FC236}">
                <a16:creationId xmlns:a16="http://schemas.microsoft.com/office/drawing/2014/main" id="{5735DB42-C922-A0BC-5E08-B7E02273BEE6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57200" y="851105"/>
            <a:ext cx="8229600" cy="210942"/>
          </a:xfrm>
        </p:spPr>
        <p:txBody>
          <a:bodyPr/>
          <a:lstStyle>
            <a:lvl1pPr>
              <a:defRPr lang="en-GB"/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DA528306-91D2-3291-149A-26396F061426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454100" y="1508394"/>
            <a:ext cx="4013905" cy="2647681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aption placeholder">
            <a:extLst>
              <a:ext uri="{FF2B5EF4-FFF2-40B4-BE49-F238E27FC236}">
                <a16:creationId xmlns:a16="http://schemas.microsoft.com/office/drawing/2014/main" id="{F41086D5-CE43-12B7-A0DE-727FD62696C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54100" y="4341808"/>
            <a:ext cx="4013905" cy="158748"/>
          </a:xfrm>
        </p:spPr>
        <p:txBody>
          <a:bodyPr/>
          <a:lstStyle>
            <a:lvl1pPr>
              <a:lnSpc>
                <a:spcPts val="1300"/>
              </a:lnSpc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">
            <a:extLst>
              <a:ext uri="{FF2B5EF4-FFF2-40B4-BE49-F238E27FC236}">
                <a16:creationId xmlns:a16="http://schemas.microsoft.com/office/drawing/2014/main" id="{4A436793-64C8-C33A-9711-CCC4F90CFF91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4672894" y="1508394"/>
            <a:ext cx="4013905" cy="2647681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aption placeholder">
            <a:extLst>
              <a:ext uri="{FF2B5EF4-FFF2-40B4-BE49-F238E27FC236}">
                <a16:creationId xmlns:a16="http://schemas.microsoft.com/office/drawing/2014/main" id="{2B7B4033-FAA6-A901-4983-3950314593DD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672894" y="4341808"/>
            <a:ext cx="4013905" cy="158748"/>
          </a:xfrm>
        </p:spPr>
        <p:txBody>
          <a:bodyPr/>
          <a:lstStyle>
            <a:lvl1pPr>
              <a:lnSpc>
                <a:spcPts val="1300"/>
              </a:lnSpc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Footer Placeholder 10">
            <a:extLst>
              <a:ext uri="{FF2B5EF4-FFF2-40B4-BE49-F238E27FC236}">
                <a16:creationId xmlns:a16="http://schemas.microsoft.com/office/drawing/2014/main" id="{332AB8E5-09AF-E5FB-89EE-42924834DF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©2026 Schneider Electric. All Rights Reserved.</a:t>
            </a:r>
          </a:p>
        </p:txBody>
      </p:sp>
      <p:sp>
        <p:nvSpPr>
          <p:cNvPr id="8" name="Slide Number Placeholder 13">
            <a:extLst>
              <a:ext uri="{FF2B5EF4-FFF2-40B4-BE49-F238E27FC236}">
                <a16:creationId xmlns:a16="http://schemas.microsoft.com/office/drawing/2014/main" id="{5E626B11-97B6-7934-63D0-820A75EC1C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| Page </a:t>
            </a:r>
            <a:fld id="{527B972F-656D-4876-ACEC-BB7AC73902BE}" type="slidenum"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947876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">
            <a:extLst>
              <a:ext uri="{FF2B5EF4-FFF2-40B4-BE49-F238E27FC236}">
                <a16:creationId xmlns:a16="http://schemas.microsoft.com/office/drawing/2014/main" id="{C87C1A21-0C56-2F18-3435-C335612E94FA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457200" y="1508394"/>
            <a:ext cx="2545826" cy="281595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D0CE55E3-E8C9-F6FD-731B-4446B35018CE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3299082" y="1508394"/>
            <a:ext cx="2545826" cy="281595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">
            <a:extLst>
              <a:ext uri="{FF2B5EF4-FFF2-40B4-BE49-F238E27FC236}">
                <a16:creationId xmlns:a16="http://schemas.microsoft.com/office/drawing/2014/main" id="{588B6E53-04D7-4BEC-F033-DAFFEE3F002D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6140973" y="1508394"/>
            <a:ext cx="2545826" cy="281595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6">
            <a:extLst>
              <a:ext uri="{FF2B5EF4-FFF2-40B4-BE49-F238E27FC236}">
                <a16:creationId xmlns:a16="http://schemas.microsoft.com/office/drawing/2014/main" id="{AE5310EB-DD79-AD7B-7908-CBFD46932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©2026 Schneider Electric. All Rights Reserved.</a:t>
            </a:r>
          </a:p>
        </p:txBody>
      </p:sp>
      <p:sp>
        <p:nvSpPr>
          <p:cNvPr id="6" name="Slide Number Placeholder 7">
            <a:extLst>
              <a:ext uri="{FF2B5EF4-FFF2-40B4-BE49-F238E27FC236}">
                <a16:creationId xmlns:a16="http://schemas.microsoft.com/office/drawing/2014/main" id="{22DB8A1A-6171-4DB7-62C8-4FF9231F8D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| Page </a:t>
            </a:r>
            <a:fld id="{983490B4-ECBD-4387-B644-3E6495F5AA9F}" type="slidenum"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689167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 with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">
            <a:extLst>
              <a:ext uri="{FF2B5EF4-FFF2-40B4-BE49-F238E27FC236}">
                <a16:creationId xmlns:a16="http://schemas.microsoft.com/office/drawing/2014/main" id="{7C393362-A3AE-A1A2-9F93-EF374C09CFEC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457200" y="1508394"/>
            <a:ext cx="3951991" cy="281595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" descr="Image placeholder">
            <a:extLst>
              <a:ext uri="{FF2B5EF4-FFF2-40B4-BE49-F238E27FC236}">
                <a16:creationId xmlns:a16="http://schemas.microsoft.com/office/drawing/2014/main" id="{CF9F3660-49E8-A756-2E30-85F3EAF6CF74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4726652" y="1508394"/>
            <a:ext cx="3960138" cy="2815958"/>
          </a:xfrm>
          <a:solidFill>
            <a:srgbClr val="7F7F7F">
              <a:alpha val="20000"/>
            </a:srgbClr>
          </a:solidFill>
        </p:spPr>
        <p:txBody>
          <a:bodyPr lIns="251999" tIns="251999" rIns="251999" bIns="251999"/>
          <a:lstStyle>
            <a:lvl1pPr>
              <a:defRPr sz="10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9">
            <a:extLst>
              <a:ext uri="{FF2B5EF4-FFF2-40B4-BE49-F238E27FC236}">
                <a16:creationId xmlns:a16="http://schemas.microsoft.com/office/drawing/2014/main" id="{0A49CB01-2C3E-ABEC-8590-F638E13927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©2026 Schneider Electric. All Rights Reserved.</a:t>
            </a:r>
          </a:p>
        </p:txBody>
      </p:sp>
      <p:sp>
        <p:nvSpPr>
          <p:cNvPr id="5" name="Slide Number Placeholder 10">
            <a:extLst>
              <a:ext uri="{FF2B5EF4-FFF2-40B4-BE49-F238E27FC236}">
                <a16:creationId xmlns:a16="http://schemas.microsoft.com/office/drawing/2014/main" id="{42878944-9B78-1421-DD34-4E69BF02DF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| Page </a:t>
            </a:r>
            <a:fld id="{1179BD64-3C15-4C0A-BE89-0B9F72E2083D}" type="slidenum"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46332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 with object and sketch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head placeholder">
            <a:extLst>
              <a:ext uri="{FF2B5EF4-FFF2-40B4-BE49-F238E27FC236}">
                <a16:creationId xmlns:a16="http://schemas.microsoft.com/office/drawing/2014/main" id="{E7CF087E-E3A2-64AC-64E9-9D5FE56C1F3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57200" y="851105"/>
            <a:ext cx="8229600" cy="210942"/>
          </a:xfrm>
        </p:spPr>
        <p:txBody>
          <a:bodyPr/>
          <a:lstStyle>
            <a:lvl1pPr>
              <a:defRPr lang="en-GB"/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5B067134-7206-ED74-ED7B-76CA0E38D922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457200" y="1508394"/>
            <a:ext cx="3951991" cy="281595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" descr="Image placeholder">
            <a:extLst>
              <a:ext uri="{FF2B5EF4-FFF2-40B4-BE49-F238E27FC236}">
                <a16:creationId xmlns:a16="http://schemas.microsoft.com/office/drawing/2014/main" id="{346EDCC1-3DB9-F9E6-B184-66CE5DE2B100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4726652" y="1508394"/>
            <a:ext cx="3960138" cy="2815958"/>
          </a:xfrm>
          <a:solidFill>
            <a:srgbClr val="7F7F7F">
              <a:alpha val="20000"/>
            </a:srgbClr>
          </a:solidFill>
        </p:spPr>
        <p:txBody>
          <a:bodyPr lIns="251999" tIns="251999" rIns="251999" bIns="251999"/>
          <a:lstStyle>
            <a:lvl1pPr>
              <a:defRPr sz="10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9">
            <a:extLst>
              <a:ext uri="{FF2B5EF4-FFF2-40B4-BE49-F238E27FC236}">
                <a16:creationId xmlns:a16="http://schemas.microsoft.com/office/drawing/2014/main" id="{9D17EE7B-AC0C-DAD0-2D93-2E8B742773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©2026 Schneider Electric. All Rights Reserved.</a:t>
            </a:r>
          </a:p>
        </p:txBody>
      </p:sp>
      <p:sp>
        <p:nvSpPr>
          <p:cNvPr id="6" name="Slide Number Placeholder 11">
            <a:extLst>
              <a:ext uri="{FF2B5EF4-FFF2-40B4-BE49-F238E27FC236}">
                <a16:creationId xmlns:a16="http://schemas.microsoft.com/office/drawing/2014/main" id="{BAB32E5A-7698-B9BB-5973-F70F814DAB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| Page </a:t>
            </a:r>
            <a:fld id="{FDC230B1-9A05-4918-8D89-64C41BF11934}" type="slidenum"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22506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 with half page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">
            <a:extLst>
              <a:ext uri="{FF2B5EF4-FFF2-40B4-BE49-F238E27FC236}">
                <a16:creationId xmlns:a16="http://schemas.microsoft.com/office/drawing/2014/main" id="{9DE69F92-F9CA-1A3A-6DB0-87D7EEAB31A9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457200" y="1508394"/>
            <a:ext cx="3951991" cy="281595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" descr="Image placeholder">
            <a:extLst>
              <a:ext uri="{FF2B5EF4-FFF2-40B4-BE49-F238E27FC236}">
                <a16:creationId xmlns:a16="http://schemas.microsoft.com/office/drawing/2014/main" id="{FC82757E-A812-F1A4-5291-97703AE1865C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4572000" y="0"/>
            <a:ext cx="4572000" cy="5143499"/>
          </a:xfrm>
          <a:solidFill>
            <a:srgbClr val="7F7F7F">
              <a:alpha val="20000"/>
            </a:srgbClr>
          </a:solidFill>
        </p:spPr>
        <p:txBody>
          <a:bodyPr lIns="251999" tIns="251999" rIns="251999" bIns="251999"/>
          <a:lstStyle>
            <a:lvl1pPr>
              <a:defRPr sz="10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7">
            <a:extLst>
              <a:ext uri="{FF2B5EF4-FFF2-40B4-BE49-F238E27FC236}">
                <a16:creationId xmlns:a16="http://schemas.microsoft.com/office/drawing/2014/main" id="{D0B1566F-4D62-C6BB-1211-EF3B1A4275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©2026 Schneider Electric. All Rights Reserved.</a:t>
            </a:r>
          </a:p>
        </p:txBody>
      </p:sp>
      <p:sp>
        <p:nvSpPr>
          <p:cNvPr id="5" name="Slide Number Placeholder 10">
            <a:extLst>
              <a:ext uri="{FF2B5EF4-FFF2-40B4-BE49-F238E27FC236}">
                <a16:creationId xmlns:a16="http://schemas.microsoft.com/office/drawing/2014/main" id="{B6458805-F0B6-2E3F-2CB3-41ECB8D6B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| Page </a:t>
            </a:r>
            <a:fld id="{6E668DE6-9CD5-4737-856F-A9F78313137F}" type="slidenum"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461905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 with 1/3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">
            <a:extLst>
              <a:ext uri="{FF2B5EF4-FFF2-40B4-BE49-F238E27FC236}">
                <a16:creationId xmlns:a16="http://schemas.microsoft.com/office/drawing/2014/main" id="{3162CB44-082A-D5BD-4B29-A82B123BFE3F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457200" y="1508394"/>
            <a:ext cx="5425446" cy="281595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" descr="Image placeholder">
            <a:extLst>
              <a:ext uri="{FF2B5EF4-FFF2-40B4-BE49-F238E27FC236}">
                <a16:creationId xmlns:a16="http://schemas.microsoft.com/office/drawing/2014/main" id="{B90CE048-ECC9-7AFC-12C1-15EAD2E5F9D2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6098398" y="0"/>
            <a:ext cx="3045601" cy="5143499"/>
          </a:xfrm>
          <a:solidFill>
            <a:srgbClr val="7F7F7F">
              <a:alpha val="20000"/>
            </a:srgbClr>
          </a:solidFill>
        </p:spPr>
        <p:txBody>
          <a:bodyPr lIns="251999" tIns="251999" rIns="251999" bIns="251999"/>
          <a:lstStyle>
            <a:lvl1pPr>
              <a:defRPr sz="10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F4BDEB-2ECB-EFEC-90C1-28A26A7DA3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©2026 Schneider Electric. All Rights Reserved.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59DE34-7D44-2FC6-F493-394177B0BE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| Page </a:t>
            </a:r>
            <a:fld id="{00371DA1-6076-4529-A2E0-66CADB098FA3}" type="slidenum"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202557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5">
            <a:extLst>
              <a:ext uri="{FF2B5EF4-FFF2-40B4-BE49-F238E27FC236}">
                <a16:creationId xmlns:a16="http://schemas.microsoft.com/office/drawing/2014/main" id="{214BDE86-6156-A31F-A8C9-0513E52301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©2026 Schneider Electric. All Rights Reserved.</a:t>
            </a:r>
          </a:p>
        </p:txBody>
      </p:sp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753891D3-C0A0-26F6-2C24-ACF2182292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| Page </a:t>
            </a:r>
            <a:fld id="{95CD8A0F-F831-4A1E-8E36-575D556CB4D6}" type="slidenum"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236206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slide with sketch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genda placeholder">
            <a:extLst>
              <a:ext uri="{FF2B5EF4-FFF2-40B4-BE49-F238E27FC236}">
                <a16:creationId xmlns:a16="http://schemas.microsoft.com/office/drawing/2014/main" id="{8DA21DA9-9469-6017-3B6A-A318910CC286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457200" y="1504946"/>
            <a:ext cx="8229600" cy="2819396"/>
          </a:xfrm>
        </p:spPr>
        <p:txBody>
          <a:bodyPr/>
          <a:lstStyle>
            <a:lvl1pPr marL="342900" indent="-342900">
              <a:buClr>
                <a:srgbClr val="5EFF59"/>
              </a:buClr>
              <a:buSzPct val="100000"/>
              <a:buFont typeface="Poppins"/>
              <a:buAutoNum type="arabicPeriod"/>
              <a:defRPr/>
            </a:lvl1pPr>
            <a:lvl2pPr marL="342900" lvl="0" indent="-342900" defTabSz="457181">
              <a:buFont typeface="Poppins"/>
              <a:buAutoNum type="arabicPeriod"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0"/>
            <a:endParaRPr lang="en-US"/>
          </a:p>
        </p:txBody>
      </p:sp>
      <p:sp>
        <p:nvSpPr>
          <p:cNvPr id="3" name="Footer Placeholder 6">
            <a:extLst>
              <a:ext uri="{FF2B5EF4-FFF2-40B4-BE49-F238E27FC236}">
                <a16:creationId xmlns:a16="http://schemas.microsoft.com/office/drawing/2014/main" id="{413A8A30-F449-2BE5-A3F1-815480483C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©2026 Schneider Electric. All Rights Reserved.</a:t>
            </a:r>
          </a:p>
        </p:txBody>
      </p:sp>
      <p:sp>
        <p:nvSpPr>
          <p:cNvPr id="4" name="Slide Number Placeholder 7">
            <a:extLst>
              <a:ext uri="{FF2B5EF4-FFF2-40B4-BE49-F238E27FC236}">
                <a16:creationId xmlns:a16="http://schemas.microsoft.com/office/drawing/2014/main" id="{DBD1CD59-13D7-B586-FF4F-B21BB9849D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| Page </a:t>
            </a:r>
            <a:fld id="{E535112C-2A33-4F08-8ECE-EF8C060A9194}" type="slidenum"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134229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break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7">
            <a:extLst>
              <a:ext uri="{FF2B5EF4-FFF2-40B4-BE49-F238E27FC236}">
                <a16:creationId xmlns:a16="http://schemas.microsoft.com/office/drawing/2014/main" id="{E467C8A5-F166-B78F-F972-EE7CEE871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©2026 Schneider Electric. All Rights Reserved.</a:t>
            </a:r>
          </a:p>
        </p:txBody>
      </p:sp>
      <p:sp>
        <p:nvSpPr>
          <p:cNvPr id="3" name="Slide Number Placeholder 8">
            <a:extLst>
              <a:ext uri="{FF2B5EF4-FFF2-40B4-BE49-F238E27FC236}">
                <a16:creationId xmlns:a16="http://schemas.microsoft.com/office/drawing/2014/main" id="{D1FCD3C9-4BA7-4B54-2E55-5C4E9999C9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| Page </a:t>
            </a:r>
            <a:fld id="{9BFF7ACF-275A-44F6-B36E-C079C3A79E0C}" type="slidenum"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846409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break for longer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7">
            <a:extLst>
              <a:ext uri="{FF2B5EF4-FFF2-40B4-BE49-F238E27FC236}">
                <a16:creationId xmlns:a16="http://schemas.microsoft.com/office/drawing/2014/main" id="{3D86B60A-2C23-AF8F-A1BF-009CF10D51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| Page </a:t>
            </a:r>
            <a:fld id="{1C4110B0-9DA1-427B-8FC5-122B262E1347}" type="slidenum"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207500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break for longer copy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7">
            <a:extLst>
              <a:ext uri="{FF2B5EF4-FFF2-40B4-BE49-F238E27FC236}">
                <a16:creationId xmlns:a16="http://schemas.microsoft.com/office/drawing/2014/main" id="{CD532D79-275F-9F3E-A54D-D3B07C5E5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©2026 Schneider Electric. All Rights Reserved.</a:t>
            </a:r>
          </a:p>
        </p:txBody>
      </p:sp>
      <p:sp>
        <p:nvSpPr>
          <p:cNvPr id="3" name="Slide Number Placeholder 8">
            <a:extLst>
              <a:ext uri="{FF2B5EF4-FFF2-40B4-BE49-F238E27FC236}">
                <a16:creationId xmlns:a16="http://schemas.microsoft.com/office/drawing/2014/main" id="{2991CE70-BB75-C37E-A1BB-43454D365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| Page </a:t>
            </a:r>
            <a:fld id="{5EE15611-97CF-4ACF-825D-112F5C129D90}" type="slidenum"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544148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break for longer copy with sketch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C2EC623-204E-2716-BBAA-5C4EC5B440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©2026 Schneider Electric. All Rights Reserved.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021D0F11-0098-5F69-380E-893578187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| Page </a:t>
            </a:r>
            <a:fld id="{30CCE066-9B0D-4EA2-9797-59EF099A4F60}" type="slidenum"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252227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dvancing Energy Tech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4">
            <a:extLst>
              <a:ext uri="{FF2B5EF4-FFF2-40B4-BE49-F238E27FC236}">
                <a16:creationId xmlns:a16="http://schemas.microsoft.com/office/drawing/2014/main" id="{E741E7E2-3221-8B92-FA5B-98EC35AB36C1}"/>
              </a:ext>
            </a:extLst>
          </p:cNvPr>
          <p:cNvSpPr txBox="1"/>
          <p:nvPr/>
        </p:nvSpPr>
        <p:spPr>
          <a:xfrm>
            <a:off x="1630110" y="2233742"/>
            <a:ext cx="5883779" cy="615555"/>
          </a:xfrm>
          <a:prstGeom prst="rect">
            <a:avLst/>
          </a:prstGeom>
          <a:noFill/>
          <a:ln cap="flat">
            <a:noFill/>
          </a:ln>
          <a:effectLst>
            <a:outerShdw dist="22997" dir="5400000" algn="tl">
              <a:srgbClr val="000000">
                <a:alpha val="35000"/>
              </a:srgbClr>
            </a:outerShdw>
          </a:effectLst>
        </p:spPr>
        <p:txBody>
          <a:bodyPr vert="horz" wrap="square" lIns="91440" tIns="45720" rIns="91440" bIns="45720" anchor="t" anchorCtr="1" compatLnSpc="1">
            <a:spAutoFit/>
          </a:bodyPr>
          <a:lstStyle/>
          <a:p>
            <a:pPr marL="0" marR="0" lvl="0" indent="0" algn="ctr" defTabSz="457181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400" b="0" i="0" u="none" strike="noStrike" kern="1200" cap="none" spc="0" baseline="0">
                <a:solidFill>
                  <a:srgbClr val="E7FFD9"/>
                </a:solidFill>
                <a:uFillTx/>
                <a:latin typeface="Poppins"/>
                <a:cs typeface="Arial"/>
              </a:rPr>
              <a:t>Advancing Energy Tech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6AC7DE9-C256-17A3-6447-3B0158173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©2026 Schneider Electric. All Rights Reserved.</a:t>
            </a:r>
          </a:p>
        </p:txBody>
      </p:sp>
      <p:sp>
        <p:nvSpPr>
          <p:cNvPr id="4" name="Slide Number Placeholder 6">
            <a:extLst>
              <a:ext uri="{FF2B5EF4-FFF2-40B4-BE49-F238E27FC236}">
                <a16:creationId xmlns:a16="http://schemas.microsoft.com/office/drawing/2014/main" id="{C9727468-4129-A508-BE63-AD8F222CAF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| Page </a:t>
            </a:r>
            <a:fld id="{9121CC94-EE39-4C72-9B47-2950C1F4E493}" type="slidenum"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426787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acebook icon" descr="Facebook icon">
            <a:hlinkClick r:id="rId2"/>
            <a:extLst>
              <a:ext uri="{FF2B5EF4-FFF2-40B4-BE49-F238E27FC236}">
                <a16:creationId xmlns:a16="http://schemas.microsoft.com/office/drawing/2014/main" id="{2DF79650-C639-B970-1C23-B4118D1FE1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3172" y="4217276"/>
            <a:ext cx="201433" cy="201442"/>
          </a:xfrm>
          <a:prstGeom prst="rect">
            <a:avLst/>
          </a:prstGeom>
          <a:noFill/>
          <a:ln cap="flat">
            <a:noFill/>
          </a:ln>
          <a:effectLst>
            <a:outerShdw dist="22997" dir="5400000" algn="tl">
              <a:srgbClr val="000000">
                <a:alpha val="35000"/>
              </a:srgbClr>
            </a:outerShdw>
          </a:effectLst>
        </p:spPr>
      </p:pic>
      <p:pic>
        <p:nvPicPr>
          <p:cNvPr id="3" name="Linkedin icon" descr="LinkedIn icon">
            <a:hlinkClick r:id="rId4"/>
            <a:extLst>
              <a:ext uri="{FF2B5EF4-FFF2-40B4-BE49-F238E27FC236}">
                <a16:creationId xmlns:a16="http://schemas.microsoft.com/office/drawing/2014/main" id="{0DEAC760-1A71-3C0A-D9BB-86EA033F17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7290127" y="4232775"/>
            <a:ext cx="201433" cy="170444"/>
          </a:xfrm>
          <a:prstGeom prst="rect">
            <a:avLst/>
          </a:prstGeom>
          <a:noFill/>
          <a:ln cap="flat">
            <a:noFill/>
          </a:ln>
          <a:effectLst>
            <a:outerShdw dist="22997" dir="5400000" algn="tl">
              <a:srgbClr val="000000">
                <a:alpha val="35000"/>
              </a:srgbClr>
            </a:outerShdw>
          </a:effectLst>
        </p:spPr>
      </p:pic>
      <p:pic>
        <p:nvPicPr>
          <p:cNvPr id="4" name="YouTube icon" descr="YouTube icon">
            <a:hlinkClick r:id="rId6"/>
            <a:extLst>
              <a:ext uri="{FF2B5EF4-FFF2-40B4-BE49-F238E27FC236}">
                <a16:creationId xmlns:a16="http://schemas.microsoft.com/office/drawing/2014/main" id="{778C32F8-DEC0-64A4-9481-2C6C7F3982E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7597091" y="4242029"/>
            <a:ext cx="221577" cy="151945"/>
          </a:xfrm>
          <a:prstGeom prst="rect">
            <a:avLst/>
          </a:prstGeom>
          <a:noFill/>
          <a:ln cap="flat">
            <a:noFill/>
          </a:ln>
          <a:effectLst>
            <a:outerShdw dist="22997" dir="5400000" algn="tl">
              <a:srgbClr val="000000">
                <a:alpha val="35000"/>
              </a:srgbClr>
            </a:outerShdw>
          </a:effectLst>
        </p:spPr>
      </p:pic>
      <p:pic>
        <p:nvPicPr>
          <p:cNvPr id="5" name="X icon" descr="Twitter/X icon">
            <a:hlinkClick r:id="rId8"/>
            <a:extLst>
              <a:ext uri="{FF2B5EF4-FFF2-40B4-BE49-F238E27FC236}">
                <a16:creationId xmlns:a16="http://schemas.microsoft.com/office/drawing/2014/main" id="{BDE67CA0-A472-F971-06AC-44E6C1EE71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>
            <a:off x="7926202" y="4226073"/>
            <a:ext cx="179853" cy="183849"/>
          </a:xfrm>
          <a:prstGeom prst="rect">
            <a:avLst/>
          </a:prstGeom>
          <a:noFill/>
          <a:ln cap="flat">
            <a:noFill/>
          </a:ln>
          <a:effectLst>
            <a:outerShdw dist="22997" dir="5400000" algn="tl">
              <a:srgbClr val="000000">
                <a:alpha val="35000"/>
              </a:srgbClr>
            </a:outerShdw>
          </a:effectLst>
        </p:spPr>
      </p:pic>
      <p:pic>
        <p:nvPicPr>
          <p:cNvPr id="6" name="Instagram icon" descr="Instagram icon">
            <a:hlinkClick r:id="rId10"/>
            <a:extLst>
              <a:ext uri="{FF2B5EF4-FFF2-40B4-BE49-F238E27FC236}">
                <a16:creationId xmlns:a16="http://schemas.microsoft.com/office/drawing/2014/main" id="{EDD95BF9-BCBF-FDAF-D800-C72434AFCE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>
            <a:fillRect/>
          </a:stretch>
        </p:blipFill>
        <p:spPr>
          <a:xfrm>
            <a:off x="8213579" y="4226073"/>
            <a:ext cx="183849" cy="183849"/>
          </a:xfrm>
          <a:prstGeom prst="rect">
            <a:avLst/>
          </a:prstGeom>
          <a:noFill/>
          <a:ln cap="flat">
            <a:noFill/>
          </a:ln>
          <a:effectLst>
            <a:outerShdw dist="22997" dir="5400000" algn="tl">
              <a:srgbClr val="000000">
                <a:alpha val="35000"/>
              </a:srgbClr>
            </a:outerShdw>
          </a:effectLst>
        </p:spPr>
      </p:pic>
      <p:pic>
        <p:nvPicPr>
          <p:cNvPr id="7" name="SE blog icon" descr="SE Blog icon&#10;">
            <a:hlinkClick r:id="rId12"/>
            <a:extLst>
              <a:ext uri="{FF2B5EF4-FFF2-40B4-BE49-F238E27FC236}">
                <a16:creationId xmlns:a16="http://schemas.microsoft.com/office/drawing/2014/main" id="{26036A56-424D-2802-E312-7560042F85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>
            <a:fillRect/>
          </a:stretch>
        </p:blipFill>
        <p:spPr>
          <a:xfrm>
            <a:off x="8502950" y="4226073"/>
            <a:ext cx="183849" cy="183849"/>
          </a:xfrm>
          <a:prstGeom prst="rect">
            <a:avLst/>
          </a:prstGeom>
          <a:noFill/>
          <a:ln cap="flat">
            <a:noFill/>
          </a:ln>
          <a:effectLst>
            <a:outerShdw dist="22997" dir="5400000" algn="tl">
              <a:srgbClr val="000000">
                <a:alpha val="35000"/>
              </a:srgbClr>
            </a:outerShdw>
          </a:effectLst>
        </p:spPr>
      </p:pic>
      <p:sp>
        <p:nvSpPr>
          <p:cNvPr id="8" name="Rectangle 1">
            <a:extLst>
              <a:ext uri="{FF2B5EF4-FFF2-40B4-BE49-F238E27FC236}">
                <a16:creationId xmlns:a16="http://schemas.microsoft.com/office/drawing/2014/main" id="{688DC94A-07BF-855C-EC89-0DD6ACED0F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91569" y="4533439"/>
            <a:ext cx="1652430" cy="610060"/>
          </a:xfrm>
          <a:prstGeom prst="rect">
            <a:avLst/>
          </a:prstGeom>
          <a:solidFill>
            <a:srgbClr val="0A2F24"/>
          </a:solidFill>
          <a:ln cap="flat">
            <a:noFill/>
            <a:prstDash val="solid"/>
          </a:ln>
          <a:effectLst>
            <a:outerShdw dist="22997" dir="5400000" algn="tl">
              <a:srgbClr val="000000">
                <a:alpha val="35000"/>
              </a:srgbClr>
            </a:outerShdw>
          </a:effectLst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181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Poppins"/>
            </a:endParaRPr>
          </a:p>
        </p:txBody>
      </p:sp>
      <p:pic>
        <p:nvPicPr>
          <p:cNvPr id="9" name="Graphic 5">
            <a:extLst>
              <a:ext uri="{FF2B5EF4-FFF2-40B4-BE49-F238E27FC236}">
                <a16:creationId xmlns:a16="http://schemas.microsoft.com/office/drawing/2014/main" id="{C11E8F74-D4BD-299A-AEF3-EC90A3F46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/>
          </a:stretch>
        </p:blipFill>
        <p:spPr>
          <a:xfrm>
            <a:off x="3291117" y="2192228"/>
            <a:ext cx="2561773" cy="759043"/>
          </a:xfrm>
          <a:prstGeom prst="rect">
            <a:avLst/>
          </a:prstGeom>
          <a:noFill/>
          <a:ln cap="flat">
            <a:noFill/>
          </a:ln>
          <a:effectLst>
            <a:outerShdw dist="22997" dir="5400000" algn="tl">
              <a:srgbClr val="000000">
                <a:alpha val="3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9172348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er and date">
            <a:extLst>
              <a:ext uri="{FF2B5EF4-FFF2-40B4-BE49-F238E27FC236}">
                <a16:creationId xmlns:a16="http://schemas.microsoft.com/office/drawing/2014/main" id="{245F4371-1578-7374-4BEA-A5EA2B148B15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57200" y="4108902"/>
            <a:ext cx="8291514" cy="215441"/>
          </a:xfrm>
        </p:spPr>
        <p:txBody>
          <a:bodyPr/>
          <a:lstStyle>
            <a:lvl1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lang="en-AU" sz="1100"/>
            </a:lvl1pPr>
            <a:lvl2pPr marL="0" lvl="0" indent="0" defTabSz="457181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lang="en-AU" sz="1100"/>
            </a:lvl2pPr>
          </a:lstStyle>
          <a:p>
            <a:pPr lvl="0"/>
            <a:r>
              <a:rPr lang="en-AU"/>
              <a:t>Presented by: </a:t>
            </a:r>
          </a:p>
          <a:p>
            <a:pPr lvl="0"/>
            <a:endParaRPr lang="en-AU"/>
          </a:p>
        </p:txBody>
      </p:sp>
      <p:pic>
        <p:nvPicPr>
          <p:cNvPr id="3" name="Picture 8">
            <a:extLst>
              <a:ext uri="{FF2B5EF4-FFF2-40B4-BE49-F238E27FC236}">
                <a16:creationId xmlns:a16="http://schemas.microsoft.com/office/drawing/2014/main" id="{35709E3E-8ED4-0975-5174-1170DE936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7710650" y="4687799"/>
            <a:ext cx="976149" cy="289233"/>
          </a:xfrm>
          <a:prstGeom prst="rect">
            <a:avLst/>
          </a:prstGeom>
          <a:noFill/>
          <a:ln cap="flat">
            <a:noFill/>
          </a:ln>
          <a:effectLst>
            <a:outerShdw dist="22997" dir="5400000" algn="tl">
              <a:srgbClr val="000000">
                <a:alpha val="35000"/>
              </a:srgbClr>
            </a:outerShdw>
          </a:effectLst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0EE157-AE8E-B3A8-4236-8A96E747F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©2026 Schneider Electric.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710057759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head placeholder">
            <a:extLst>
              <a:ext uri="{FF2B5EF4-FFF2-40B4-BE49-F238E27FC236}">
                <a16:creationId xmlns:a16="http://schemas.microsoft.com/office/drawing/2014/main" id="{B9C420BB-ABCF-58EF-F926-74C67CCE07FD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57200" y="851105"/>
            <a:ext cx="8229600" cy="210942"/>
          </a:xfrm>
        </p:spPr>
        <p:txBody>
          <a:bodyPr/>
          <a:lstStyle>
            <a:lvl1pPr>
              <a:defRPr lang="en-GB"/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CF613C91-C033-9548-CC36-54F53B350D27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457200" y="1508394"/>
            <a:ext cx="8229600" cy="281595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93023893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 two line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8">
            <a:extLst>
              <a:ext uri="{FF2B5EF4-FFF2-40B4-BE49-F238E27FC236}">
                <a16:creationId xmlns:a16="http://schemas.microsoft.com/office/drawing/2014/main" id="{E2FD89EB-3235-D410-A147-D63AD45011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©2026 Schneider Electric. All Rights Reserved.</a:t>
            </a:r>
          </a:p>
        </p:txBody>
      </p:sp>
      <p:sp>
        <p:nvSpPr>
          <p:cNvPr id="3" name="Slide Number Placeholder 9">
            <a:extLst>
              <a:ext uri="{FF2B5EF4-FFF2-40B4-BE49-F238E27FC236}">
                <a16:creationId xmlns:a16="http://schemas.microsoft.com/office/drawing/2014/main" id="{C34A2F59-442D-135F-8BD4-7D73902D13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| Page </a:t>
            </a:r>
            <a:fld id="{C3576665-7633-4885-9FB2-62330C188616}" type="slidenum"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8749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Offer com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>
            <a:extLst>
              <a:ext uri="{FF2B5EF4-FFF2-40B4-BE49-F238E27FC236}">
                <a16:creationId xmlns:a16="http://schemas.microsoft.com/office/drawing/2014/main" id="{DAF1C42F-56FC-F22E-B887-66670A0C9F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7710650" y="4687799"/>
            <a:ext cx="976149" cy="289233"/>
          </a:xfrm>
          <a:prstGeom prst="rect">
            <a:avLst/>
          </a:prstGeom>
          <a:noFill/>
          <a:ln cap="flat">
            <a:noFill/>
          </a:ln>
          <a:effectLst>
            <a:outerShdw dist="22997" dir="5400000" algn="tl">
              <a:srgbClr val="000000">
                <a:alpha val="35000"/>
              </a:srgbClr>
            </a:outerShdw>
          </a:effectLst>
        </p:spPr>
      </p:pic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D2B59251-A9B1-BD35-BDC6-F1DA1F827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pic" idx="4294967295"/>
          </p:nvPr>
        </p:nvSpPr>
        <p:spPr>
          <a:xfrm>
            <a:off x="4873880" y="1728216"/>
            <a:ext cx="3438015" cy="14166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icon to add picture</a:t>
            </a:r>
          </a:p>
        </p:txBody>
      </p:sp>
      <p:sp>
        <p:nvSpPr>
          <p:cNvPr id="4" name="Graphic 2">
            <a:extLst>
              <a:ext uri="{FF2B5EF4-FFF2-40B4-BE49-F238E27FC236}">
                <a16:creationId xmlns:a16="http://schemas.microsoft.com/office/drawing/2014/main" id="{492930FE-EE92-0DDA-CFE8-1937ED502E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26575" y="870216"/>
            <a:ext cx="3132624" cy="3132624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3132626"/>
              <a:gd name="f7" fmla="val 254154"/>
              <a:gd name="f8" fmla="val 2878473"/>
              <a:gd name="f9" fmla="val 726348"/>
              <a:gd name="f10" fmla="val 3350667"/>
              <a:gd name="f11" fmla="val 1696598"/>
              <a:gd name="f12" fmla="val 3145994"/>
              <a:gd name="f13" fmla="val 2421296"/>
              <a:gd name="f14" fmla="val 2406279"/>
              <a:gd name="f15" fmla="+- 0 0 218040"/>
              <a:gd name="f16" fmla="val 1436029"/>
              <a:gd name="f17" fmla="+- 0 0 13367"/>
              <a:gd name="f18" fmla="val 711331"/>
              <a:gd name="f19" fmla="+- 0 0 -90"/>
              <a:gd name="f20" fmla="*/ f3 1 3132626"/>
              <a:gd name="f21" fmla="*/ f4 1 3132626"/>
              <a:gd name="f22" fmla="+- f6 0 f5"/>
              <a:gd name="f23" fmla="*/ f19 f0 1"/>
              <a:gd name="f24" fmla="*/ f22 1 3132626"/>
              <a:gd name="f25" fmla="*/ 254154 f22 1"/>
              <a:gd name="f26" fmla="*/ 2878473 f22 1"/>
              <a:gd name="f27" fmla="*/ 2421296 f22 1"/>
              <a:gd name="f28" fmla="*/ 711331 f22 1"/>
              <a:gd name="f29" fmla="*/ f23 1 f2"/>
              <a:gd name="f30" fmla="*/ f25 1 3132626"/>
              <a:gd name="f31" fmla="*/ f26 1 3132626"/>
              <a:gd name="f32" fmla="*/ f27 1 3132626"/>
              <a:gd name="f33" fmla="*/ f28 1 3132626"/>
              <a:gd name="f34" fmla="*/ f5 1 f24"/>
              <a:gd name="f35" fmla="*/ f6 1 f24"/>
              <a:gd name="f36" fmla="+- f29 0 f1"/>
              <a:gd name="f37" fmla="*/ f30 1 f24"/>
              <a:gd name="f38" fmla="*/ f31 1 f24"/>
              <a:gd name="f39" fmla="*/ f32 1 f24"/>
              <a:gd name="f40" fmla="*/ f33 1 f24"/>
              <a:gd name="f41" fmla="*/ f34 f20 1"/>
              <a:gd name="f42" fmla="*/ f35 f20 1"/>
              <a:gd name="f43" fmla="*/ f35 f21 1"/>
              <a:gd name="f44" fmla="*/ f34 f21 1"/>
              <a:gd name="f45" fmla="*/ f37 f20 1"/>
              <a:gd name="f46" fmla="*/ f38 f21 1"/>
              <a:gd name="f47" fmla="*/ f39 f20 1"/>
              <a:gd name="f48" fmla="*/ f39 f21 1"/>
              <a:gd name="f49" fmla="*/ f38 f20 1"/>
              <a:gd name="f50" fmla="*/ f37 f21 1"/>
              <a:gd name="f51" fmla="*/ f40 f20 1"/>
              <a:gd name="f52" fmla="*/ f40 f21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36">
                <a:pos x="f45" y="f46"/>
              </a:cxn>
              <a:cxn ang="f36">
                <a:pos x="f47" y="f48"/>
              </a:cxn>
              <a:cxn ang="f36">
                <a:pos x="f49" y="f50"/>
              </a:cxn>
              <a:cxn ang="f36">
                <a:pos x="f51" y="f52"/>
              </a:cxn>
              <a:cxn ang="f36">
                <a:pos x="f45" y="f46"/>
              </a:cxn>
            </a:cxnLst>
            <a:rect l="f41" t="f44" r="f42" b="f43"/>
            <a:pathLst>
              <a:path w="3132626" h="3132626">
                <a:moveTo>
                  <a:pt x="f7" y="f8"/>
                </a:moveTo>
                <a:cubicBezTo>
                  <a:pt x="f9" y="f10"/>
                  <a:pt x="f11" y="f12"/>
                  <a:pt x="f13" y="f13"/>
                </a:cubicBezTo>
                <a:cubicBezTo>
                  <a:pt x="f12" y="f11"/>
                  <a:pt x="f10" y="f9"/>
                  <a:pt x="f8" y="f7"/>
                </a:cubicBezTo>
                <a:cubicBezTo>
                  <a:pt x="f14" y="f15"/>
                  <a:pt x="f16" y="f17"/>
                  <a:pt x="f18" y="f18"/>
                </a:cubicBezTo>
                <a:cubicBezTo>
                  <a:pt x="f17" y="f16"/>
                  <a:pt x="f15" y="f14"/>
                  <a:pt x="f7" y="f8"/>
                </a:cubicBezTo>
              </a:path>
            </a:pathLst>
          </a:custGeom>
          <a:noFill/>
          <a:ln w="12060" cap="flat">
            <a:solidFill>
              <a:srgbClr val="5EFF59"/>
            </a:solidFill>
            <a:prstDash val="solid"/>
            <a:miter/>
          </a:ln>
          <a:effectLst>
            <a:outerShdw dist="22997" dir="5400000" algn="tl">
              <a:srgbClr val="000000">
                <a:alpha val="35000"/>
              </a:srgbClr>
            </a:outerShdw>
          </a:effectLst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457181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FFFFFF"/>
              </a:solidFill>
              <a:uFillTx/>
              <a:latin typeface="Poppins"/>
            </a:endParaRPr>
          </a:p>
        </p:txBody>
      </p:sp>
      <p:sp>
        <p:nvSpPr>
          <p:cNvPr id="5" name="Footer Placeholder 1">
            <a:extLst>
              <a:ext uri="{FF2B5EF4-FFF2-40B4-BE49-F238E27FC236}">
                <a16:creationId xmlns:a16="http://schemas.microsoft.com/office/drawing/2014/main" id="{89C1D39E-B488-964B-FBF4-A2BDAD355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©2026 Schneider Electric.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460123822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er and date">
            <a:extLst>
              <a:ext uri="{FF2B5EF4-FFF2-40B4-BE49-F238E27FC236}">
                <a16:creationId xmlns:a16="http://schemas.microsoft.com/office/drawing/2014/main" id="{11CCCE1C-BEEE-E895-E954-054DB3AEC30D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57200" y="4108902"/>
            <a:ext cx="8291514" cy="215441"/>
          </a:xfrm>
        </p:spPr>
        <p:txBody>
          <a:bodyPr/>
          <a:lstStyle>
            <a:lvl1pPr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lang="en-AU" sz="1100"/>
            </a:lvl1pPr>
            <a:lvl2pPr marL="0" lvl="0" indent="0" defTabSz="457181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buNone/>
              <a:defRPr lang="en-AU" sz="1100"/>
            </a:lvl2pPr>
          </a:lstStyle>
          <a:p>
            <a:pPr lvl="0"/>
            <a:r>
              <a:rPr lang="en-AU"/>
              <a:t>Presented by: </a:t>
            </a:r>
          </a:p>
          <a:p>
            <a:pPr lvl="0"/>
            <a:endParaRPr lang="en-AU"/>
          </a:p>
        </p:txBody>
      </p:sp>
      <p:pic>
        <p:nvPicPr>
          <p:cNvPr id="3" name="Picture 8">
            <a:extLst>
              <a:ext uri="{FF2B5EF4-FFF2-40B4-BE49-F238E27FC236}">
                <a16:creationId xmlns:a16="http://schemas.microsoft.com/office/drawing/2014/main" id="{E3DBF543-2B3F-110C-D011-C6AC9D0706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7710650" y="4687799"/>
            <a:ext cx="976149" cy="289233"/>
          </a:xfrm>
          <a:prstGeom prst="rect">
            <a:avLst/>
          </a:prstGeom>
          <a:noFill/>
          <a:ln cap="flat">
            <a:noFill/>
          </a:ln>
          <a:effectLst>
            <a:outerShdw dist="22997" dir="5400000" algn="tl">
              <a:srgbClr val="000000">
                <a:alpha val="35000"/>
              </a:srgbClr>
            </a:outerShdw>
          </a:effectLst>
        </p:spPr>
      </p:pic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054E8710-243E-9F06-5BD2-64F700677E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©2026 Schneider Electric.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464388944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 with sketch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856F29A9-B36B-F5D8-BA02-76E5E09B67C7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head placeholder">
            <a:extLst>
              <a:ext uri="{FF2B5EF4-FFF2-40B4-BE49-F238E27FC236}">
                <a16:creationId xmlns:a16="http://schemas.microsoft.com/office/drawing/2014/main" id="{3A875830-3547-E6A7-1036-111C4AA9D27F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57200" y="851105"/>
            <a:ext cx="8229600" cy="210942"/>
          </a:xfrm>
        </p:spPr>
        <p:txBody>
          <a:bodyPr/>
          <a:lstStyle>
            <a:lvl1pPr>
              <a:defRPr lang="en-GB"/>
            </a:lvl1pPr>
          </a:lstStyle>
          <a:p>
            <a:pPr lvl="0"/>
            <a:r>
              <a:rPr lang="en-GB"/>
              <a:t>Click to edit subhead</a:t>
            </a:r>
            <a:endParaRPr lang="en-PL"/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A833BDDA-A3D9-C09C-DA24-DBE10D082222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457200" y="1508394"/>
            <a:ext cx="8229600" cy="281595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63564786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1805767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>
            <a:extLst>
              <a:ext uri="{FF2B5EF4-FFF2-40B4-BE49-F238E27FC236}">
                <a16:creationId xmlns:a16="http://schemas.microsoft.com/office/drawing/2014/main" id="{AE3D3050-C7E4-0F98-6958-14A34A2D3F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>
            <a:off x="7710650" y="4687799"/>
            <a:ext cx="976149" cy="289233"/>
          </a:xfrm>
          <a:prstGeom prst="rect">
            <a:avLst/>
          </a:prstGeom>
          <a:noFill/>
          <a:ln cap="flat">
            <a:noFill/>
          </a:ln>
          <a:effectLst>
            <a:outerShdw dist="22997" dir="5400000" algn="tl">
              <a:srgbClr val="000000">
                <a:alpha val="3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8070457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 2/3 of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ption placeholder">
            <a:extLst>
              <a:ext uri="{FF2B5EF4-FFF2-40B4-BE49-F238E27FC236}">
                <a16:creationId xmlns:a16="http://schemas.microsoft.com/office/drawing/2014/main" id="{E6450F1F-720A-14F3-2F87-BC2EADAA976D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57200" y="4341808"/>
            <a:ext cx="5437186" cy="153984"/>
          </a:xfrm>
        </p:spPr>
        <p:txBody>
          <a:bodyPr/>
          <a:lstStyle>
            <a:lvl1pPr>
              <a:lnSpc>
                <a:spcPts val="1300"/>
              </a:lnSpc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7">
            <a:extLst>
              <a:ext uri="{FF2B5EF4-FFF2-40B4-BE49-F238E27FC236}">
                <a16:creationId xmlns:a16="http://schemas.microsoft.com/office/drawing/2014/main" id="{F7212FAA-5B2D-1915-67F2-3E5DECBF69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©2026 Schneider Electric. All Rights Reserved.</a:t>
            </a:r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F5350C85-55EF-E92A-3C9D-D00CA0271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| Page </a:t>
            </a:r>
            <a:fld id="{4A9981B1-A7DF-4074-A4EB-8DFABB9BDA34}" type="slidenum"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17559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 with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">
            <a:extLst>
              <a:ext uri="{FF2B5EF4-FFF2-40B4-BE49-F238E27FC236}">
                <a16:creationId xmlns:a16="http://schemas.microsoft.com/office/drawing/2014/main" id="{3AA3B11D-7E5D-9ECE-EBB5-4BA8ECE59B5B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6202887" y="1508394"/>
            <a:ext cx="2483912" cy="281595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Footer Placeholder 8">
            <a:extLst>
              <a:ext uri="{FF2B5EF4-FFF2-40B4-BE49-F238E27FC236}">
                <a16:creationId xmlns:a16="http://schemas.microsoft.com/office/drawing/2014/main" id="{8BB7A0B1-5A0E-61BF-777D-20FB29A961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©2026 Schneider Electric. All Rights Reserved.</a:t>
            </a:r>
          </a:p>
        </p:txBody>
      </p:sp>
      <p:sp>
        <p:nvSpPr>
          <p:cNvPr id="4" name="Slide Number Placeholder 9">
            <a:extLst>
              <a:ext uri="{FF2B5EF4-FFF2-40B4-BE49-F238E27FC236}">
                <a16:creationId xmlns:a16="http://schemas.microsoft.com/office/drawing/2014/main" id="{981DEF81-D0F1-C0DB-31D9-AFA4048EA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| Page </a:t>
            </a:r>
            <a:fld id="{3B7AD46E-3D03-42B4-A24A-3FF59F8EF15C}" type="slidenum"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649246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ption placeholder">
            <a:extLst>
              <a:ext uri="{FF2B5EF4-FFF2-40B4-BE49-F238E27FC236}">
                <a16:creationId xmlns:a16="http://schemas.microsoft.com/office/drawing/2014/main" id="{8C76C16C-E64D-0F5F-58D9-7C5921346AA2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672894" y="1352553"/>
            <a:ext cx="4013895" cy="158748"/>
          </a:xfrm>
        </p:spPr>
        <p:txBody>
          <a:bodyPr/>
          <a:lstStyle>
            <a:lvl1pPr>
              <a:lnSpc>
                <a:spcPts val="1600"/>
              </a:lnSpc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107BE48B-D0FF-4AE3-BA00-1D23C7FEDC32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4672894" y="1713421"/>
            <a:ext cx="4013895" cy="2610922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721EC222-DB10-F5E2-6CD1-3A567ED135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©2026 Schneider Electric. All Rights Reserved.</a:t>
            </a:r>
          </a:p>
        </p:txBody>
      </p:sp>
      <p:sp>
        <p:nvSpPr>
          <p:cNvPr id="5" name="Slide Number Placeholder 10">
            <a:extLst>
              <a:ext uri="{FF2B5EF4-FFF2-40B4-BE49-F238E27FC236}">
                <a16:creationId xmlns:a16="http://schemas.microsoft.com/office/drawing/2014/main" id="{20514F7F-B9A4-AE94-DCF8-86D31A9E32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| Page </a:t>
            </a:r>
            <a:fld id="{BD2E343E-1DD1-41C8-8A3A-DCBD8685353C}" type="slidenum"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267253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s with subtitle and sketch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">
            <a:extLst>
              <a:ext uri="{FF2B5EF4-FFF2-40B4-BE49-F238E27FC236}">
                <a16:creationId xmlns:a16="http://schemas.microsoft.com/office/drawing/2014/main" id="{06765D55-D2CE-EA38-B977-AC2C7ED6F37D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454100" y="1508394"/>
            <a:ext cx="4013905" cy="2647681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aption placeholder">
            <a:extLst>
              <a:ext uri="{FF2B5EF4-FFF2-40B4-BE49-F238E27FC236}">
                <a16:creationId xmlns:a16="http://schemas.microsoft.com/office/drawing/2014/main" id="{D3BC7F1B-AEF1-A8DA-BCB2-267CDD0E38A1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54100" y="4341808"/>
            <a:ext cx="4013905" cy="158748"/>
          </a:xfrm>
        </p:spPr>
        <p:txBody>
          <a:bodyPr/>
          <a:lstStyle>
            <a:lvl1pPr>
              <a:lnSpc>
                <a:spcPts val="1300"/>
              </a:lnSpc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">
            <a:extLst>
              <a:ext uri="{FF2B5EF4-FFF2-40B4-BE49-F238E27FC236}">
                <a16:creationId xmlns:a16="http://schemas.microsoft.com/office/drawing/2014/main" id="{1FAD87A3-CFBD-DEA9-29BF-AA82984D69A4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4672894" y="1508394"/>
            <a:ext cx="4013905" cy="2647681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aption placeholder">
            <a:extLst>
              <a:ext uri="{FF2B5EF4-FFF2-40B4-BE49-F238E27FC236}">
                <a16:creationId xmlns:a16="http://schemas.microsoft.com/office/drawing/2014/main" id="{DBBE1CD4-C3C5-9E39-261F-14E8F54C35A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672894" y="4341808"/>
            <a:ext cx="4013905" cy="158748"/>
          </a:xfrm>
        </p:spPr>
        <p:txBody>
          <a:bodyPr/>
          <a:lstStyle>
            <a:lvl1pPr>
              <a:lnSpc>
                <a:spcPts val="1300"/>
              </a:lnSpc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10">
            <a:extLst>
              <a:ext uri="{FF2B5EF4-FFF2-40B4-BE49-F238E27FC236}">
                <a16:creationId xmlns:a16="http://schemas.microsoft.com/office/drawing/2014/main" id="{C9B7B51D-AE44-6D10-73AC-7F71E181B4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©2026 Schneider Electric. All Rights Reserved.</a:t>
            </a:r>
          </a:p>
        </p:txBody>
      </p:sp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3C5A4E11-B9B5-9E9F-995E-F3450E4A03D5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| Page </a:t>
            </a:r>
            <a:fld id="{84310153-7805-4C30-B911-861228EA155C}" type="slidenum"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675036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">
            <a:extLst>
              <a:ext uri="{FF2B5EF4-FFF2-40B4-BE49-F238E27FC236}">
                <a16:creationId xmlns:a16="http://schemas.microsoft.com/office/drawing/2014/main" id="{FB189AB6-162A-2EE6-8912-6736A7193811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3299082" y="1508394"/>
            <a:ext cx="2545826" cy="281595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3FB913AF-4639-CAEB-CB57-485D31CCB240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6140973" y="1508394"/>
            <a:ext cx="2545826" cy="281595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6">
            <a:extLst>
              <a:ext uri="{FF2B5EF4-FFF2-40B4-BE49-F238E27FC236}">
                <a16:creationId xmlns:a16="http://schemas.microsoft.com/office/drawing/2014/main" id="{37CFB8C5-AAB7-8F3F-39EE-45492BF33E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©2026 Schneider Electric. All Rights Reserved.</a:t>
            </a:r>
          </a:p>
        </p:txBody>
      </p:sp>
      <p:sp>
        <p:nvSpPr>
          <p:cNvPr id="5" name="Slide Number Placeholder 7">
            <a:extLst>
              <a:ext uri="{FF2B5EF4-FFF2-40B4-BE49-F238E27FC236}">
                <a16:creationId xmlns:a16="http://schemas.microsoft.com/office/drawing/2014/main" id="{936F52FB-E1E1-B812-F322-87567FBAE8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| Page </a:t>
            </a:r>
            <a:fld id="{386DE39D-C36F-4A75-87FA-A232E240ED11}" type="slidenum"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643491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 with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" descr="Image placeholder">
            <a:extLst>
              <a:ext uri="{FF2B5EF4-FFF2-40B4-BE49-F238E27FC236}">
                <a16:creationId xmlns:a16="http://schemas.microsoft.com/office/drawing/2014/main" id="{BBDDB2D5-961D-4E68-005E-8646AAE1877C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4726652" y="1508394"/>
            <a:ext cx="3960138" cy="2815958"/>
          </a:xfrm>
          <a:solidFill>
            <a:srgbClr val="7F7F7F">
              <a:alpha val="20000"/>
            </a:srgbClr>
          </a:solidFill>
        </p:spPr>
        <p:txBody>
          <a:bodyPr lIns="251999" tIns="251999" rIns="251999" bIns="251999"/>
          <a:lstStyle>
            <a:lvl1pPr>
              <a:defRPr sz="10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9">
            <a:extLst>
              <a:ext uri="{FF2B5EF4-FFF2-40B4-BE49-F238E27FC236}">
                <a16:creationId xmlns:a16="http://schemas.microsoft.com/office/drawing/2014/main" id="{FA542F84-ABB2-2042-4D2D-35189DC1C8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©2026 Schneider Electric. All Rights Reserved.</a:t>
            </a:r>
          </a:p>
        </p:txBody>
      </p:sp>
      <p:sp>
        <p:nvSpPr>
          <p:cNvPr id="4" name="Slide Number Placeholder 10">
            <a:extLst>
              <a:ext uri="{FF2B5EF4-FFF2-40B4-BE49-F238E27FC236}">
                <a16:creationId xmlns:a16="http://schemas.microsoft.com/office/drawing/2014/main" id="{DDD2E115-1D8F-AED5-14FC-9DBB028A0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| Page </a:t>
            </a:r>
            <a:fld id="{DFF2EEE1-8A80-4D2D-AF7A-53B39CF64C47}" type="slidenum"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055007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 with object and sketch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">
            <a:extLst>
              <a:ext uri="{FF2B5EF4-FFF2-40B4-BE49-F238E27FC236}">
                <a16:creationId xmlns:a16="http://schemas.microsoft.com/office/drawing/2014/main" id="{21E98D3A-10F7-DEB8-5559-BDEA3C1B9A87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457200" y="1508394"/>
            <a:ext cx="3951991" cy="281595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" descr="Image placeholder">
            <a:extLst>
              <a:ext uri="{FF2B5EF4-FFF2-40B4-BE49-F238E27FC236}">
                <a16:creationId xmlns:a16="http://schemas.microsoft.com/office/drawing/2014/main" id="{30625290-5BDB-070E-5136-3497A422ABA1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4726652" y="1508394"/>
            <a:ext cx="3960138" cy="2815958"/>
          </a:xfrm>
          <a:solidFill>
            <a:srgbClr val="7F7F7F">
              <a:alpha val="20000"/>
            </a:srgbClr>
          </a:solidFill>
        </p:spPr>
        <p:txBody>
          <a:bodyPr lIns="251999" tIns="251999" rIns="251999" bIns="251999"/>
          <a:lstStyle>
            <a:lvl1pPr>
              <a:defRPr sz="10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9">
            <a:extLst>
              <a:ext uri="{FF2B5EF4-FFF2-40B4-BE49-F238E27FC236}">
                <a16:creationId xmlns:a16="http://schemas.microsoft.com/office/drawing/2014/main" id="{FFF45C71-5E1D-9F28-90EE-BE13840291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©2026 Schneider Electric. All Rights Reserved.</a:t>
            </a:r>
          </a:p>
        </p:txBody>
      </p:sp>
      <p:sp>
        <p:nvSpPr>
          <p:cNvPr id="5" name="Slide Number Placeholder 11">
            <a:extLst>
              <a:ext uri="{FF2B5EF4-FFF2-40B4-BE49-F238E27FC236}">
                <a16:creationId xmlns:a16="http://schemas.microsoft.com/office/drawing/2014/main" id="{60205FB1-E1B7-5DBA-D4C1-6345476AB8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| Page </a:t>
            </a:r>
            <a:fld id="{8A93CEC3-36C2-4C93-8AEC-A886A3177DDD}" type="slidenum"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987583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 with half page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" descr="Image placeholder">
            <a:extLst>
              <a:ext uri="{FF2B5EF4-FFF2-40B4-BE49-F238E27FC236}">
                <a16:creationId xmlns:a16="http://schemas.microsoft.com/office/drawing/2014/main" id="{2E2E9277-C95E-8FD5-D699-F02DC01F5681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4572000" y="0"/>
            <a:ext cx="4572000" cy="5143499"/>
          </a:xfrm>
          <a:solidFill>
            <a:srgbClr val="7F7F7F">
              <a:alpha val="20000"/>
            </a:srgbClr>
          </a:solidFill>
        </p:spPr>
        <p:txBody>
          <a:bodyPr lIns="251999" tIns="251999" rIns="251999" bIns="251999"/>
          <a:lstStyle>
            <a:lvl1pPr>
              <a:defRPr sz="10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7">
            <a:extLst>
              <a:ext uri="{FF2B5EF4-FFF2-40B4-BE49-F238E27FC236}">
                <a16:creationId xmlns:a16="http://schemas.microsoft.com/office/drawing/2014/main" id="{F5D513DB-FFFE-5B3D-E0F3-64EF4938A0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©2026 Schneider Electric. All Rights Reserved.</a:t>
            </a:r>
          </a:p>
        </p:txBody>
      </p:sp>
      <p:sp>
        <p:nvSpPr>
          <p:cNvPr id="4" name="Slide Number Placeholder 10">
            <a:extLst>
              <a:ext uri="{FF2B5EF4-FFF2-40B4-BE49-F238E27FC236}">
                <a16:creationId xmlns:a16="http://schemas.microsoft.com/office/drawing/2014/main" id="{F9B3FFCE-DB1F-821C-40C6-4571058CD8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| Page </a:t>
            </a:r>
            <a:fld id="{8B5AB854-C73E-47A3-B583-AAC4283FEF5F}" type="slidenum"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429430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lumn with 1/3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" descr="Image placeholder">
            <a:extLst>
              <a:ext uri="{FF2B5EF4-FFF2-40B4-BE49-F238E27FC236}">
                <a16:creationId xmlns:a16="http://schemas.microsoft.com/office/drawing/2014/main" id="{B9E7673E-70A0-8834-9BF7-15A351D92A07}"/>
              </a:ext>
            </a:extLst>
          </p:cNvPr>
          <p:cNvSpPr txBox="1">
            <a:spLocks noGrp="1"/>
          </p:cNvSpPr>
          <p:nvPr>
            <p:ph idx="4294967295"/>
          </p:nvPr>
        </p:nvSpPr>
        <p:spPr>
          <a:xfrm>
            <a:off x="6098398" y="0"/>
            <a:ext cx="3045601" cy="5143499"/>
          </a:xfrm>
          <a:solidFill>
            <a:srgbClr val="7F7F7F">
              <a:alpha val="20000"/>
            </a:srgbClr>
          </a:solidFill>
        </p:spPr>
        <p:txBody>
          <a:bodyPr lIns="251999" tIns="251999" rIns="251999" bIns="251999"/>
          <a:lstStyle>
            <a:lvl1pPr>
              <a:defRPr sz="10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C7247642-9F5B-6F29-7354-8A7C2015F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©2026 Schneider Electric. All Rights Reserved.</a:t>
            </a: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34E7421C-99EB-3170-06F6-D1B5C65A57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| Page </a:t>
            </a:r>
            <a:fld id="{93DDCACE-1FA9-452F-8067-32D765F48945}" type="slidenum"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633168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7BB3E19F-F5E4-F521-ABB4-5C2F020124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| Page </a:t>
            </a:r>
            <a:fld id="{1E56B747-C051-4CAE-85C9-1FDFFB7C9F24}" type="slidenum"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28959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slide with sketch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6">
            <a:extLst>
              <a:ext uri="{FF2B5EF4-FFF2-40B4-BE49-F238E27FC236}">
                <a16:creationId xmlns:a16="http://schemas.microsoft.com/office/drawing/2014/main" id="{B8544D79-CFB9-0326-27A9-536200131A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©2026 Schneider Electric. All Rights Reserved.</a:t>
            </a:r>
          </a:p>
        </p:txBody>
      </p:sp>
      <p:sp>
        <p:nvSpPr>
          <p:cNvPr id="3" name="Slide Number Placeholder 7">
            <a:extLst>
              <a:ext uri="{FF2B5EF4-FFF2-40B4-BE49-F238E27FC236}">
                <a16:creationId xmlns:a16="http://schemas.microsoft.com/office/drawing/2014/main" id="{5E657B61-95AE-2E37-4E29-4F1473F988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| Page </a:t>
            </a:r>
            <a:fld id="{92891C3A-288E-40F6-8B1F-E45D6C1E5804}" type="slidenum"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80861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break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B6996380-6B7F-BCAB-0D36-1223670065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| Page </a:t>
            </a:r>
            <a:fld id="{4ABD6355-275F-4ABA-9732-CC7220225909}" type="slidenum"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161055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break for longer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0739391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break for longer copy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8">
            <a:extLst>
              <a:ext uri="{FF2B5EF4-FFF2-40B4-BE49-F238E27FC236}">
                <a16:creationId xmlns:a16="http://schemas.microsoft.com/office/drawing/2014/main" id="{242CDCAD-0D0F-BB34-18F9-CB1C3B672A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| Page </a:t>
            </a:r>
            <a:fld id="{2523285F-7C36-4DDE-8168-A0337784E8EC}" type="slidenum"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028738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break for longer copy with sketch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B467D854-95E3-BE77-6650-E8CD321060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| Page </a:t>
            </a:r>
            <a:fld id="{663C8A7D-A305-455E-B101-6CCC5F598067}" type="slidenum"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411190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dvancing Energy Tech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DCA8DAB8-7386-4A40-3E2E-6C1E097D8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| Page </a:t>
            </a:r>
            <a:fld id="{9A7AF7E7-F987-469D-934C-68BA8471963A}" type="slidenum"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95508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acebook icon" descr="Facebook icon">
            <a:hlinkClick r:id="rId2"/>
            <a:extLst>
              <a:ext uri="{FF2B5EF4-FFF2-40B4-BE49-F238E27FC236}">
                <a16:creationId xmlns:a16="http://schemas.microsoft.com/office/drawing/2014/main" id="{EF061C2E-DFD8-97A7-E477-CB9100A4AC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3172" y="4217276"/>
            <a:ext cx="201433" cy="201442"/>
          </a:xfrm>
          <a:prstGeom prst="rect">
            <a:avLst/>
          </a:prstGeom>
          <a:noFill/>
          <a:ln cap="flat">
            <a:noFill/>
          </a:ln>
          <a:effectLst>
            <a:outerShdw dist="22997" dir="5400000" algn="tl">
              <a:srgbClr val="000000">
                <a:alpha val="35000"/>
              </a:srgbClr>
            </a:outerShdw>
          </a:effectLst>
        </p:spPr>
      </p:pic>
      <p:pic>
        <p:nvPicPr>
          <p:cNvPr id="3" name="Linkedin icon" descr="LinkedIn icon">
            <a:hlinkClick r:id="rId4"/>
            <a:extLst>
              <a:ext uri="{FF2B5EF4-FFF2-40B4-BE49-F238E27FC236}">
                <a16:creationId xmlns:a16="http://schemas.microsoft.com/office/drawing/2014/main" id="{6ABBA560-EFC6-7650-58E2-CB5D8ECFCB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7290127" y="4232775"/>
            <a:ext cx="201433" cy="170444"/>
          </a:xfrm>
          <a:prstGeom prst="rect">
            <a:avLst/>
          </a:prstGeom>
          <a:noFill/>
          <a:ln cap="flat">
            <a:noFill/>
          </a:ln>
          <a:effectLst>
            <a:outerShdw dist="22997" dir="5400000" algn="tl">
              <a:srgbClr val="000000">
                <a:alpha val="35000"/>
              </a:srgbClr>
            </a:outerShdw>
          </a:effectLst>
        </p:spPr>
      </p:pic>
      <p:pic>
        <p:nvPicPr>
          <p:cNvPr id="4" name="YouTube icon" descr="YouTube icon">
            <a:hlinkClick r:id="rId6"/>
            <a:extLst>
              <a:ext uri="{FF2B5EF4-FFF2-40B4-BE49-F238E27FC236}">
                <a16:creationId xmlns:a16="http://schemas.microsoft.com/office/drawing/2014/main" id="{C8C3A2BE-C222-49BD-F8A9-2DE7CA67E1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7597091" y="4242029"/>
            <a:ext cx="221577" cy="151945"/>
          </a:xfrm>
          <a:prstGeom prst="rect">
            <a:avLst/>
          </a:prstGeom>
          <a:noFill/>
          <a:ln cap="flat">
            <a:noFill/>
          </a:ln>
          <a:effectLst>
            <a:outerShdw dist="22997" dir="5400000" algn="tl">
              <a:srgbClr val="000000">
                <a:alpha val="35000"/>
              </a:srgbClr>
            </a:outerShdw>
          </a:effectLst>
        </p:spPr>
      </p:pic>
      <p:pic>
        <p:nvPicPr>
          <p:cNvPr id="5" name="X icon" descr="Twitter/X icon">
            <a:hlinkClick r:id="rId8"/>
            <a:extLst>
              <a:ext uri="{FF2B5EF4-FFF2-40B4-BE49-F238E27FC236}">
                <a16:creationId xmlns:a16="http://schemas.microsoft.com/office/drawing/2014/main" id="{7B8D44DC-EEAD-B090-4497-6EE4FF7817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>
            <a:off x="7926202" y="4226073"/>
            <a:ext cx="179853" cy="183849"/>
          </a:xfrm>
          <a:prstGeom prst="rect">
            <a:avLst/>
          </a:prstGeom>
          <a:noFill/>
          <a:ln cap="flat">
            <a:noFill/>
          </a:ln>
          <a:effectLst>
            <a:outerShdw dist="22997" dir="5400000" algn="tl">
              <a:srgbClr val="000000">
                <a:alpha val="35000"/>
              </a:srgbClr>
            </a:outerShdw>
          </a:effectLst>
        </p:spPr>
      </p:pic>
      <p:pic>
        <p:nvPicPr>
          <p:cNvPr id="6" name="Instagram icon" descr="Instagram icon">
            <a:hlinkClick r:id="rId10"/>
            <a:extLst>
              <a:ext uri="{FF2B5EF4-FFF2-40B4-BE49-F238E27FC236}">
                <a16:creationId xmlns:a16="http://schemas.microsoft.com/office/drawing/2014/main" id="{698EF11E-F4E7-097F-4836-F9E4D55A55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>
            <a:fillRect/>
          </a:stretch>
        </p:blipFill>
        <p:spPr>
          <a:xfrm>
            <a:off x="8213579" y="4226073"/>
            <a:ext cx="183849" cy="183849"/>
          </a:xfrm>
          <a:prstGeom prst="rect">
            <a:avLst/>
          </a:prstGeom>
          <a:noFill/>
          <a:ln cap="flat">
            <a:noFill/>
          </a:ln>
          <a:effectLst>
            <a:outerShdw dist="22997" dir="5400000" algn="tl">
              <a:srgbClr val="000000">
                <a:alpha val="35000"/>
              </a:srgbClr>
            </a:outerShdw>
          </a:effectLst>
        </p:spPr>
      </p:pic>
      <p:pic>
        <p:nvPicPr>
          <p:cNvPr id="7" name="SE blog icon" descr="SE Blog icon&#10;">
            <a:hlinkClick r:id="rId12"/>
            <a:extLst>
              <a:ext uri="{FF2B5EF4-FFF2-40B4-BE49-F238E27FC236}">
                <a16:creationId xmlns:a16="http://schemas.microsoft.com/office/drawing/2014/main" id="{4DE45B4D-10FF-6C83-E052-2B11917E22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>
            <a:fillRect/>
          </a:stretch>
        </p:blipFill>
        <p:spPr>
          <a:xfrm>
            <a:off x="8502950" y="4226073"/>
            <a:ext cx="183849" cy="183849"/>
          </a:xfrm>
          <a:prstGeom prst="rect">
            <a:avLst/>
          </a:prstGeom>
          <a:noFill/>
          <a:ln cap="flat">
            <a:noFill/>
          </a:ln>
          <a:effectLst>
            <a:outerShdw dist="22997" dir="5400000" algn="tl">
              <a:srgbClr val="000000">
                <a:alpha val="35000"/>
              </a:srgbClr>
            </a:outerShdw>
          </a:effectLst>
        </p:spPr>
      </p:pic>
      <p:pic>
        <p:nvPicPr>
          <p:cNvPr id="8" name="Graphic 5">
            <a:extLst>
              <a:ext uri="{FF2B5EF4-FFF2-40B4-BE49-F238E27FC236}">
                <a16:creationId xmlns:a16="http://schemas.microsoft.com/office/drawing/2014/main" id="{80507867-0023-0642-DC2F-1AB705FF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/>
          </a:stretch>
        </p:blipFill>
        <p:spPr>
          <a:xfrm>
            <a:off x="3291117" y="2192228"/>
            <a:ext cx="2561773" cy="759043"/>
          </a:xfrm>
          <a:prstGeom prst="rect">
            <a:avLst/>
          </a:prstGeom>
          <a:noFill/>
          <a:ln cap="flat">
            <a:noFill/>
          </a:ln>
          <a:effectLst>
            <a:outerShdw dist="22997" dir="5400000" algn="tl">
              <a:srgbClr val="000000">
                <a:alpha val="3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61364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sv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8.xml"/><Relationship Id="rId18" Type="http://schemas.openxmlformats.org/officeDocument/2006/relationships/slideLayout" Target="../slideLayouts/slideLayout43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28.xml"/><Relationship Id="rId21" Type="http://schemas.openxmlformats.org/officeDocument/2006/relationships/slideLayout" Target="../slideLayouts/slideLayout46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17" Type="http://schemas.openxmlformats.org/officeDocument/2006/relationships/slideLayout" Target="../slideLayouts/slideLayout42.xml"/><Relationship Id="rId25" Type="http://schemas.openxmlformats.org/officeDocument/2006/relationships/slideLayout" Target="../slideLayouts/slideLayout50.xml"/><Relationship Id="rId2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41.xml"/><Relationship Id="rId20" Type="http://schemas.openxmlformats.org/officeDocument/2006/relationships/slideLayout" Target="../slideLayouts/slideLayout45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24" Type="http://schemas.openxmlformats.org/officeDocument/2006/relationships/slideLayout" Target="../slideLayouts/slideLayout49.xml"/><Relationship Id="rId5" Type="http://schemas.openxmlformats.org/officeDocument/2006/relationships/slideLayout" Target="../slideLayouts/slideLayout30.xml"/><Relationship Id="rId15" Type="http://schemas.openxmlformats.org/officeDocument/2006/relationships/slideLayout" Target="../slideLayouts/slideLayout40.xml"/><Relationship Id="rId23" Type="http://schemas.openxmlformats.org/officeDocument/2006/relationships/slideLayout" Target="../slideLayouts/slideLayout48.xml"/><Relationship Id="rId10" Type="http://schemas.openxmlformats.org/officeDocument/2006/relationships/slideLayout" Target="../slideLayouts/slideLayout35.xml"/><Relationship Id="rId19" Type="http://schemas.openxmlformats.org/officeDocument/2006/relationships/slideLayout" Target="../slideLayouts/slideLayout44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slideLayout" Target="../slideLayouts/slideLayout39.xml"/><Relationship Id="rId22" Type="http://schemas.openxmlformats.org/officeDocument/2006/relationships/slideLayout" Target="../slideLayouts/slideLayout47.xml"/><Relationship Id="rId27" Type="http://schemas.openxmlformats.org/officeDocument/2006/relationships/image" Target="../media/image9.sv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8.xml"/><Relationship Id="rId13" Type="http://schemas.openxmlformats.org/officeDocument/2006/relationships/slideLayout" Target="../slideLayouts/slideLayout63.xml"/><Relationship Id="rId18" Type="http://schemas.openxmlformats.org/officeDocument/2006/relationships/slideLayout" Target="../slideLayouts/slideLayout68.xml"/><Relationship Id="rId26" Type="http://schemas.openxmlformats.org/officeDocument/2006/relationships/theme" Target="../theme/theme3.xml"/><Relationship Id="rId3" Type="http://schemas.openxmlformats.org/officeDocument/2006/relationships/slideLayout" Target="../slideLayouts/slideLayout53.xml"/><Relationship Id="rId21" Type="http://schemas.openxmlformats.org/officeDocument/2006/relationships/slideLayout" Target="../slideLayouts/slideLayout71.xml"/><Relationship Id="rId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62.xml"/><Relationship Id="rId17" Type="http://schemas.openxmlformats.org/officeDocument/2006/relationships/slideLayout" Target="../slideLayouts/slideLayout67.xml"/><Relationship Id="rId25" Type="http://schemas.openxmlformats.org/officeDocument/2006/relationships/slideLayout" Target="../slideLayouts/slideLayout75.xml"/><Relationship Id="rId2" Type="http://schemas.openxmlformats.org/officeDocument/2006/relationships/slideLayout" Target="../slideLayouts/slideLayout52.xml"/><Relationship Id="rId16" Type="http://schemas.openxmlformats.org/officeDocument/2006/relationships/slideLayout" Target="../slideLayouts/slideLayout66.xml"/><Relationship Id="rId20" Type="http://schemas.openxmlformats.org/officeDocument/2006/relationships/slideLayout" Target="../slideLayouts/slideLayout70.xml"/><Relationship Id="rId1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61.xml"/><Relationship Id="rId24" Type="http://schemas.openxmlformats.org/officeDocument/2006/relationships/slideLayout" Target="../slideLayouts/slideLayout74.xml"/><Relationship Id="rId5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65.xml"/><Relationship Id="rId23" Type="http://schemas.openxmlformats.org/officeDocument/2006/relationships/slideLayout" Target="../slideLayouts/slideLayout73.xml"/><Relationship Id="rId10" Type="http://schemas.openxmlformats.org/officeDocument/2006/relationships/slideLayout" Target="../slideLayouts/slideLayout60.xml"/><Relationship Id="rId19" Type="http://schemas.openxmlformats.org/officeDocument/2006/relationships/slideLayout" Target="../slideLayouts/slideLayout69.xml"/><Relationship Id="rId4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9.xml"/><Relationship Id="rId14" Type="http://schemas.openxmlformats.org/officeDocument/2006/relationships/slideLayout" Target="../slideLayouts/slideLayout64.xml"/><Relationship Id="rId22" Type="http://schemas.openxmlformats.org/officeDocument/2006/relationships/slideLayout" Target="../slideLayouts/slideLayout72.xml"/><Relationship Id="rId27" Type="http://schemas.openxmlformats.org/officeDocument/2006/relationships/image" Target="../media/image10.sv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3.xml"/><Relationship Id="rId13" Type="http://schemas.openxmlformats.org/officeDocument/2006/relationships/slideLayout" Target="../slideLayouts/slideLayout88.xml"/><Relationship Id="rId18" Type="http://schemas.openxmlformats.org/officeDocument/2006/relationships/slideLayout" Target="../slideLayouts/slideLayout93.xml"/><Relationship Id="rId26" Type="http://schemas.openxmlformats.org/officeDocument/2006/relationships/theme" Target="../theme/theme4.xml"/><Relationship Id="rId3" Type="http://schemas.openxmlformats.org/officeDocument/2006/relationships/slideLayout" Target="../slideLayouts/slideLayout78.xml"/><Relationship Id="rId21" Type="http://schemas.openxmlformats.org/officeDocument/2006/relationships/slideLayout" Target="../slideLayouts/slideLayout96.xml"/><Relationship Id="rId7" Type="http://schemas.openxmlformats.org/officeDocument/2006/relationships/slideLayout" Target="../slideLayouts/slideLayout82.xml"/><Relationship Id="rId12" Type="http://schemas.openxmlformats.org/officeDocument/2006/relationships/slideLayout" Target="../slideLayouts/slideLayout87.xml"/><Relationship Id="rId17" Type="http://schemas.openxmlformats.org/officeDocument/2006/relationships/slideLayout" Target="../slideLayouts/slideLayout92.xml"/><Relationship Id="rId25" Type="http://schemas.openxmlformats.org/officeDocument/2006/relationships/slideLayout" Target="../slideLayouts/slideLayout100.xml"/><Relationship Id="rId2" Type="http://schemas.openxmlformats.org/officeDocument/2006/relationships/slideLayout" Target="../slideLayouts/slideLayout77.xml"/><Relationship Id="rId16" Type="http://schemas.openxmlformats.org/officeDocument/2006/relationships/slideLayout" Target="../slideLayouts/slideLayout91.xml"/><Relationship Id="rId20" Type="http://schemas.openxmlformats.org/officeDocument/2006/relationships/slideLayout" Target="../slideLayouts/slideLayout95.xml"/><Relationship Id="rId1" Type="http://schemas.openxmlformats.org/officeDocument/2006/relationships/slideLayout" Target="../slideLayouts/slideLayout76.xml"/><Relationship Id="rId6" Type="http://schemas.openxmlformats.org/officeDocument/2006/relationships/slideLayout" Target="../slideLayouts/slideLayout81.xml"/><Relationship Id="rId11" Type="http://schemas.openxmlformats.org/officeDocument/2006/relationships/slideLayout" Target="../slideLayouts/slideLayout86.xml"/><Relationship Id="rId24" Type="http://schemas.openxmlformats.org/officeDocument/2006/relationships/slideLayout" Target="../slideLayouts/slideLayout99.xml"/><Relationship Id="rId5" Type="http://schemas.openxmlformats.org/officeDocument/2006/relationships/slideLayout" Target="../slideLayouts/slideLayout80.xml"/><Relationship Id="rId15" Type="http://schemas.openxmlformats.org/officeDocument/2006/relationships/slideLayout" Target="../slideLayouts/slideLayout90.xml"/><Relationship Id="rId23" Type="http://schemas.openxmlformats.org/officeDocument/2006/relationships/slideLayout" Target="../slideLayouts/slideLayout98.xml"/><Relationship Id="rId28" Type="http://schemas.openxmlformats.org/officeDocument/2006/relationships/image" Target="../media/image10.svg"/><Relationship Id="rId10" Type="http://schemas.openxmlformats.org/officeDocument/2006/relationships/slideLayout" Target="../slideLayouts/slideLayout85.xml"/><Relationship Id="rId19" Type="http://schemas.openxmlformats.org/officeDocument/2006/relationships/slideLayout" Target="../slideLayouts/slideLayout94.xml"/><Relationship Id="rId4" Type="http://schemas.openxmlformats.org/officeDocument/2006/relationships/slideLayout" Target="../slideLayouts/slideLayout79.xml"/><Relationship Id="rId9" Type="http://schemas.openxmlformats.org/officeDocument/2006/relationships/slideLayout" Target="../slideLayouts/slideLayout84.xml"/><Relationship Id="rId14" Type="http://schemas.openxmlformats.org/officeDocument/2006/relationships/slideLayout" Target="../slideLayouts/slideLayout89.xml"/><Relationship Id="rId22" Type="http://schemas.openxmlformats.org/officeDocument/2006/relationships/slideLayout" Target="../slideLayouts/slideLayout97.xml"/><Relationship Id="rId27" Type="http://schemas.openxmlformats.org/officeDocument/2006/relationships/image" Target="../media/image18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2">
            <a:extLst>
              <a:ext uri="{FF2B5EF4-FFF2-40B4-BE49-F238E27FC236}">
                <a16:creationId xmlns:a16="http://schemas.microsoft.com/office/drawing/2014/main" id="{DE922F64-FDA2-E57E-6514-21A72AD25E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25872"/>
            <a:ext cx="8229600" cy="28923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/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0B664482-F9AA-8D79-3506-B598F5B6AE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508394"/>
            <a:ext cx="8229600" cy="282260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Footer Placeholder 12">
            <a:extLst>
              <a:ext uri="{FF2B5EF4-FFF2-40B4-BE49-F238E27FC236}">
                <a16:creationId xmlns:a16="http://schemas.microsoft.com/office/drawing/2014/main" id="{DA41F724-F8ED-F763-F1D7-2545851C5C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57200" y="4867442"/>
            <a:ext cx="1721513" cy="10525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0" compatLnSpc="1">
            <a:noAutofit/>
          </a:bodyPr>
          <a:lstStyle>
            <a:lvl1pPr marL="0" marR="0" lvl="0" indent="0" algn="l" defTabSz="457181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600" b="0" i="0" u="none" strike="noStrike" kern="1200" cap="none" spc="0" baseline="0">
                <a:solidFill>
                  <a:srgbClr val="0A2F24"/>
                </a:solidFill>
                <a:uFillTx/>
                <a:latin typeface="Poppins"/>
              </a:defRPr>
            </a:lvl1pPr>
          </a:lstStyle>
          <a:p>
            <a:pPr lvl="0"/>
            <a:r>
              <a:rPr lang="en-US"/>
              <a:t>©2026 Schneider Electric. All Rights Reserved.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FB73C315-6EE5-9DF9-867F-234E6B6784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183669" y="4873907"/>
            <a:ext cx="525688" cy="9233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0" compatLnSpc="1">
            <a:spAutoFit/>
          </a:bodyPr>
          <a:lstStyle>
            <a:lvl1pPr marL="0" marR="0" lvl="0" indent="0" algn="l" defTabSz="457181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600" b="0" i="0" u="none" strike="noStrike" kern="1200" cap="none" spc="0" baseline="0">
                <a:solidFill>
                  <a:srgbClr val="0A2F24"/>
                </a:solidFill>
                <a:uFillTx/>
                <a:latin typeface="Poppins"/>
                <a:ea typeface="Zalando Sans Medium" pitchFamily="2"/>
                <a:cs typeface="Arial"/>
              </a:defRPr>
            </a:lvl1pPr>
          </a:lstStyle>
          <a:p>
            <a:pPr lvl="0"/>
            <a:r>
              <a:rPr lang="en-US"/>
              <a:t>| Page </a:t>
            </a:r>
            <a:fld id="{6540048C-8A0C-4EEF-A249-095AAFA81EA4}" type="slidenum">
              <a:t>‹N°›</a:t>
            </a:fld>
            <a:endParaRPr lang="en-US"/>
          </a:p>
        </p:txBody>
      </p:sp>
      <p:pic>
        <p:nvPicPr>
          <p:cNvPr id="6" name="Picture 8">
            <a:extLst>
              <a:ext uri="{FF2B5EF4-FFF2-40B4-BE49-F238E27FC236}">
                <a16:creationId xmlns:a16="http://schemas.microsoft.com/office/drawing/2014/main" id="{FA14EA49-FCBB-39EB-BA24-91D1EACEED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>
            <a:fillRect/>
          </a:stretch>
        </p:blipFill>
        <p:spPr>
          <a:xfrm>
            <a:off x="7710650" y="4687799"/>
            <a:ext cx="976149" cy="289233"/>
          </a:xfrm>
          <a:prstGeom prst="rect">
            <a:avLst/>
          </a:prstGeom>
          <a:noFill/>
          <a:ln cap="flat">
            <a:noFill/>
          </a:ln>
          <a:effectLst>
            <a:outerShdw dist="22997" dir="5400000" algn="tl">
              <a:srgbClr val="000000">
                <a:alpha val="35000"/>
              </a:srgbClr>
            </a:outerShdw>
          </a:effectLst>
        </p:spPr>
      </p:pic>
      <p:sp>
        <p:nvSpPr>
          <p:cNvPr id="7" name="ZoneTexte 3">
            <a:extLst>
              <a:ext uri="{FF2B5EF4-FFF2-40B4-BE49-F238E27FC236}">
                <a16:creationId xmlns:a16="http://schemas.microsoft.com/office/drawing/2014/main" id="{C351B4B2-1D5A-8FE1-B540-64427DBEBF49}"/>
              </a:ext>
            </a:extLst>
          </p:cNvPr>
          <p:cNvSpPr txBox="1"/>
          <p:nvPr/>
        </p:nvSpPr>
        <p:spPr>
          <a:xfrm>
            <a:off x="4441826" y="4988564"/>
            <a:ext cx="276221" cy="91440"/>
          </a:xfrm>
          <a:prstGeom prst="rect">
            <a:avLst/>
          </a:prstGeom>
          <a:noFill/>
          <a:ln cap="flat">
            <a:noFill/>
          </a:ln>
          <a:effectLst>
            <a:outerShdw dist="22997" dir="5400000" algn="tl">
              <a:srgbClr val="000000">
                <a:alpha val="35000"/>
              </a:srgbClr>
            </a:outerShdw>
          </a:effectLst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457181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600" b="0" i="0" u="none" strike="noStrike" kern="1200" cap="none" spc="0" baseline="0">
                <a:solidFill>
                  <a:srgbClr val="626469"/>
                </a:solidFill>
                <a:uFillTx/>
                <a:latin typeface="Aptos" pitchFamily="34"/>
              </a:rPr>
              <a:t>General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ED9AF7D6-1232-27AC-FBB8-445C7C58247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468813" y="4988560"/>
            <a:ext cx="222250" cy="914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fr-FR" sz="600">
                <a:solidFill>
                  <a:srgbClr val="626469">
                    <a:alpha val="50000"/>
                  </a:srgbClr>
                </a:solidFill>
                <a:latin typeface="Aptos" panose="020B0004020202020204" pitchFamily="34" charset="0"/>
              </a:rPr>
              <a:t>Public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</p:sldLayoutIdLst>
  <p:txStyles>
    <p:titleStyle>
      <a:lvl1pPr marL="0" marR="0" lvl="0" indent="0" algn="l" defTabSz="457181" rtl="0" fontAlgn="auto" hangingPunct="1">
        <a:lnSpc>
          <a:spcPts val="2400"/>
        </a:lnSpc>
        <a:spcBef>
          <a:spcPts val="0"/>
        </a:spcBef>
        <a:spcAft>
          <a:spcPts val="0"/>
        </a:spcAft>
        <a:buNone/>
        <a:tabLst/>
        <a:defRPr lang="fr-FR" sz="2200" b="0" i="0" u="none" strike="noStrike" kern="1200" cap="none" spc="0" baseline="0">
          <a:solidFill>
            <a:srgbClr val="009530"/>
          </a:solidFill>
          <a:uFillTx/>
          <a:latin typeface="Poppins"/>
          <a:cs typeface="Arial"/>
        </a:defRPr>
      </a:lvl1pPr>
    </p:titleStyle>
    <p:bodyStyle>
      <a:lvl1pPr marL="0" marR="0" lvl="0" indent="0" algn="l" defTabSz="457181" rtl="0" fontAlgn="auto" hangingPunct="1">
        <a:lnSpc>
          <a:spcPts val="1900"/>
        </a:lnSpc>
        <a:spcBef>
          <a:spcPts val="500"/>
        </a:spcBef>
        <a:spcAft>
          <a:spcPts val="500"/>
        </a:spcAft>
        <a:buNone/>
        <a:tabLst/>
        <a:defRPr lang="fr-FR" sz="1400" b="0" i="0" u="none" strike="noStrike" kern="1200" cap="none" spc="0" baseline="0">
          <a:solidFill>
            <a:srgbClr val="0A2F24"/>
          </a:solidFill>
          <a:uFillTx/>
          <a:latin typeface="Poppins"/>
          <a:cs typeface="Arial"/>
        </a:defRPr>
      </a:lvl1pPr>
      <a:lvl2pPr marL="361937" marR="0" lvl="1" indent="-182559" algn="l" defTabSz="447662" rtl="0" fontAlgn="auto" hangingPunct="1">
        <a:lnSpc>
          <a:spcPts val="1900"/>
        </a:lnSpc>
        <a:spcBef>
          <a:spcPts val="500"/>
        </a:spcBef>
        <a:spcAft>
          <a:spcPts val="500"/>
        </a:spcAft>
        <a:buClr>
          <a:srgbClr val="009530"/>
        </a:buClr>
        <a:buSzPct val="100000"/>
        <a:buFont typeface="Arial" pitchFamily="34"/>
        <a:buChar char="•"/>
        <a:tabLst/>
        <a:defRPr lang="fr-FR" sz="1400" b="0" i="0" u="none" strike="noStrike" kern="1200" cap="none" spc="0" baseline="0">
          <a:solidFill>
            <a:srgbClr val="0A2F24"/>
          </a:solidFill>
          <a:uFillTx/>
          <a:latin typeface="Poppins"/>
          <a:cs typeface="Arial"/>
        </a:defRPr>
      </a:lvl2pPr>
      <a:lvl3pPr marL="538142" marR="0" lvl="2" indent="-179377" algn="l" defTabSz="457181" rtl="0" fontAlgn="auto" hangingPunct="1">
        <a:lnSpc>
          <a:spcPts val="1900"/>
        </a:lnSpc>
        <a:spcBef>
          <a:spcPts val="500"/>
        </a:spcBef>
        <a:spcAft>
          <a:spcPts val="500"/>
        </a:spcAft>
        <a:buClr>
          <a:srgbClr val="009530"/>
        </a:buClr>
        <a:buSzPct val="100000"/>
        <a:buFont typeface="Arial" pitchFamily="34"/>
        <a:buChar char="‒"/>
        <a:tabLst/>
        <a:defRPr lang="fr-FR" sz="1400" b="0" i="0" u="none" strike="noStrike" kern="1200" cap="none" spc="0" baseline="0">
          <a:solidFill>
            <a:srgbClr val="0A2F24"/>
          </a:solidFill>
          <a:uFillTx/>
          <a:latin typeface="Poppins"/>
          <a:cs typeface="Arial"/>
        </a:defRPr>
      </a:lvl3pPr>
      <a:lvl4pPr marL="719111" marR="0" lvl="3" indent="-179377" algn="l" defTabSz="457181" rtl="0" fontAlgn="auto" hangingPunct="1">
        <a:lnSpc>
          <a:spcPts val="1900"/>
        </a:lnSpc>
        <a:spcBef>
          <a:spcPts val="500"/>
        </a:spcBef>
        <a:spcAft>
          <a:spcPts val="500"/>
        </a:spcAft>
        <a:buClr>
          <a:srgbClr val="009530"/>
        </a:buClr>
        <a:buSzPct val="100000"/>
        <a:buFont typeface="Arial" pitchFamily="34"/>
        <a:buChar char="–"/>
        <a:tabLst/>
        <a:defRPr lang="fr-FR" sz="1400" b="0" i="0" u="none" strike="noStrike" kern="1200" cap="none" spc="0" baseline="0">
          <a:solidFill>
            <a:srgbClr val="0A2F24"/>
          </a:solidFill>
          <a:uFillTx/>
          <a:latin typeface="Poppins"/>
          <a:cs typeface="Arial"/>
        </a:defRPr>
      </a:lvl4pPr>
      <a:lvl5pPr marL="896907" marR="0" lvl="4" indent="-185732" algn="l" defTabSz="457181" rtl="0" fontAlgn="auto" hangingPunct="1">
        <a:lnSpc>
          <a:spcPts val="1900"/>
        </a:lnSpc>
        <a:spcBef>
          <a:spcPts val="500"/>
        </a:spcBef>
        <a:spcAft>
          <a:spcPts val="500"/>
        </a:spcAft>
        <a:buClr>
          <a:srgbClr val="009530"/>
        </a:buClr>
        <a:buSzPct val="100000"/>
        <a:buFont typeface="Arial" pitchFamily="34"/>
        <a:buChar char="–"/>
        <a:tabLst/>
        <a:defRPr lang="fr-FR" sz="1400" b="0" i="0" u="none" strike="noStrike" kern="1200" cap="none" spc="0" baseline="0">
          <a:solidFill>
            <a:srgbClr val="0A2F24"/>
          </a:solidFill>
          <a:uFillTx/>
          <a:latin typeface="Poppins"/>
          <a:cs typeface="Arial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7FF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2">
            <a:extLst>
              <a:ext uri="{FF2B5EF4-FFF2-40B4-BE49-F238E27FC236}">
                <a16:creationId xmlns:a16="http://schemas.microsoft.com/office/drawing/2014/main" id="{8CDB5831-05BF-5E96-5155-BC7F3D2319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25872"/>
            <a:ext cx="8229600" cy="28923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ACEA00CA-D8FA-B024-4470-29B2959C42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508394"/>
            <a:ext cx="8229600" cy="282260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12">
            <a:extLst>
              <a:ext uri="{FF2B5EF4-FFF2-40B4-BE49-F238E27FC236}">
                <a16:creationId xmlns:a16="http://schemas.microsoft.com/office/drawing/2014/main" id="{941D0188-15D4-9BAF-769F-D349080AB3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57200" y="4867442"/>
            <a:ext cx="1721513" cy="10525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0" compatLnSpc="1">
            <a:noAutofit/>
          </a:bodyPr>
          <a:lstStyle>
            <a:lvl1pPr marL="0" marR="0" lvl="0" indent="0" algn="l" defTabSz="457181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600" b="0" i="0" u="none" strike="noStrike" kern="1200" cap="none" spc="0" baseline="0">
                <a:solidFill>
                  <a:srgbClr val="0A2F24"/>
                </a:solidFill>
                <a:uFillTx/>
                <a:latin typeface="Poppins"/>
              </a:defRPr>
            </a:lvl1pPr>
          </a:lstStyle>
          <a:p>
            <a:pPr lvl="0"/>
            <a:r>
              <a:rPr lang="en-US"/>
              <a:t>©2026 Schneider Electric. All Rights Reserved.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41C7A51E-C75E-AF73-A95C-050BEB8555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183669" y="4873907"/>
            <a:ext cx="525688" cy="9233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0" compatLnSpc="1">
            <a:spAutoFit/>
          </a:bodyPr>
          <a:lstStyle>
            <a:lvl1pPr marL="0" marR="0" lvl="0" indent="0" algn="l" defTabSz="457181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600" b="0" i="0" u="none" strike="noStrike" kern="1200" cap="none" spc="0" baseline="0">
                <a:solidFill>
                  <a:srgbClr val="0A2F24"/>
                </a:solidFill>
                <a:uFillTx/>
                <a:latin typeface="Poppins"/>
                <a:ea typeface="Zalando Sans Medium" pitchFamily="2"/>
                <a:cs typeface="Arial"/>
              </a:defRPr>
            </a:lvl1pPr>
          </a:lstStyle>
          <a:p>
            <a:pPr lvl="0"/>
            <a:r>
              <a:rPr lang="en-US"/>
              <a:t>| Page </a:t>
            </a:r>
            <a:fld id="{79351D5A-4464-4705-A9EE-92D18ED3293B}" type="slidenum">
              <a:t>‹N°›</a:t>
            </a:fld>
            <a:endParaRPr lang="en-US"/>
          </a:p>
        </p:txBody>
      </p:sp>
      <p:pic>
        <p:nvPicPr>
          <p:cNvPr id="6" name="Picture 8">
            <a:extLst>
              <a:ext uri="{FF2B5EF4-FFF2-40B4-BE49-F238E27FC236}">
                <a16:creationId xmlns:a16="http://schemas.microsoft.com/office/drawing/2014/main" id="{9900C3C9-D74A-48FF-3EA7-57EBB6135F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>
            <a:fillRect/>
          </a:stretch>
        </p:blipFill>
        <p:spPr>
          <a:xfrm>
            <a:off x="7710650" y="4687799"/>
            <a:ext cx="976149" cy="289233"/>
          </a:xfrm>
          <a:prstGeom prst="rect">
            <a:avLst/>
          </a:prstGeom>
          <a:noFill/>
          <a:ln cap="flat">
            <a:noFill/>
          </a:ln>
          <a:effectLst>
            <a:outerShdw dist="22997" dir="5400000" algn="tl">
              <a:srgbClr val="000000">
                <a:alpha val="35000"/>
              </a:srgbClr>
            </a:outerShdw>
          </a:effectLst>
        </p:spPr>
      </p:pic>
      <p:sp>
        <p:nvSpPr>
          <p:cNvPr id="7" name="ZoneTexte 3">
            <a:extLst>
              <a:ext uri="{FF2B5EF4-FFF2-40B4-BE49-F238E27FC236}">
                <a16:creationId xmlns:a16="http://schemas.microsoft.com/office/drawing/2014/main" id="{D049077F-3A4E-FBB8-C27D-20A5A3D156B7}"/>
              </a:ext>
            </a:extLst>
          </p:cNvPr>
          <p:cNvSpPr txBox="1"/>
          <p:nvPr/>
        </p:nvSpPr>
        <p:spPr>
          <a:xfrm>
            <a:off x="4441826" y="4988564"/>
            <a:ext cx="276221" cy="91440"/>
          </a:xfrm>
          <a:prstGeom prst="rect">
            <a:avLst/>
          </a:prstGeom>
          <a:noFill/>
          <a:ln cap="flat">
            <a:noFill/>
          </a:ln>
          <a:effectLst>
            <a:outerShdw dist="22997" dir="5400000" algn="tl">
              <a:srgbClr val="000000">
                <a:alpha val="35000"/>
              </a:srgbClr>
            </a:outerShdw>
          </a:effectLst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457181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600" b="0" i="0" u="none" strike="noStrike" kern="1200" cap="none" spc="0" baseline="0">
                <a:solidFill>
                  <a:srgbClr val="626469"/>
                </a:solidFill>
                <a:uFillTx/>
                <a:latin typeface="Aptos" pitchFamily="34"/>
              </a:rPr>
              <a:t>General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C2F4B876-9CE8-B07B-96D6-46DDF485CF3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468813" y="4988560"/>
            <a:ext cx="222250" cy="914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fr-FR" sz="600">
                <a:solidFill>
                  <a:srgbClr val="626469">
                    <a:alpha val="50000"/>
                  </a:srgbClr>
                </a:solidFill>
                <a:latin typeface="Aptos" panose="020B0004020202020204" pitchFamily="34" charset="0"/>
              </a:rPr>
              <a:t>Public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88" r:id="rId14"/>
    <p:sldLayoutId id="2147483689" r:id="rId15"/>
    <p:sldLayoutId id="2147483690" r:id="rId16"/>
    <p:sldLayoutId id="2147483691" r:id="rId17"/>
    <p:sldLayoutId id="2147483692" r:id="rId18"/>
    <p:sldLayoutId id="2147483693" r:id="rId19"/>
    <p:sldLayoutId id="2147483694" r:id="rId20"/>
    <p:sldLayoutId id="2147483695" r:id="rId21"/>
    <p:sldLayoutId id="2147483696" r:id="rId22"/>
    <p:sldLayoutId id="2147483697" r:id="rId23"/>
    <p:sldLayoutId id="2147483698" r:id="rId24"/>
    <p:sldLayoutId id="2147483699" r:id="rId25"/>
  </p:sldLayoutIdLst>
  <p:txStyles>
    <p:titleStyle>
      <a:lvl1pPr marL="0" marR="0" lvl="0" indent="0" algn="l" defTabSz="457181" rtl="0" fontAlgn="auto" hangingPunct="1">
        <a:lnSpc>
          <a:spcPts val="2400"/>
        </a:lnSpc>
        <a:spcBef>
          <a:spcPts val="0"/>
        </a:spcBef>
        <a:spcAft>
          <a:spcPts val="0"/>
        </a:spcAft>
        <a:buNone/>
        <a:tabLst/>
        <a:defRPr lang="en-US" sz="2200" b="0" i="0" u="none" strike="noStrike" kern="1200" cap="none" spc="0" baseline="0">
          <a:solidFill>
            <a:srgbClr val="0A2F24"/>
          </a:solidFill>
          <a:uFillTx/>
          <a:latin typeface="Poppins"/>
          <a:cs typeface="Arial"/>
        </a:defRPr>
      </a:lvl1pPr>
    </p:titleStyle>
    <p:bodyStyle>
      <a:lvl1pPr marL="0" marR="0" lvl="0" indent="0" algn="l" defTabSz="457181" rtl="0" fontAlgn="auto" hangingPunct="1">
        <a:lnSpc>
          <a:spcPts val="1900"/>
        </a:lnSpc>
        <a:spcBef>
          <a:spcPts val="500"/>
        </a:spcBef>
        <a:spcAft>
          <a:spcPts val="500"/>
        </a:spcAft>
        <a:buNone/>
        <a:tabLst/>
        <a:defRPr lang="en-US" sz="1400" b="0" i="0" u="none" strike="noStrike" kern="1200" cap="none" spc="0" baseline="0">
          <a:solidFill>
            <a:srgbClr val="0A2F24"/>
          </a:solidFill>
          <a:uFillTx/>
          <a:latin typeface="Poppins"/>
          <a:cs typeface="Arial"/>
        </a:defRPr>
      </a:lvl1pPr>
      <a:lvl2pPr marL="361937" marR="0" lvl="1" indent="-182559" algn="l" defTabSz="447662" rtl="0" fontAlgn="auto" hangingPunct="1">
        <a:lnSpc>
          <a:spcPts val="1900"/>
        </a:lnSpc>
        <a:spcBef>
          <a:spcPts val="500"/>
        </a:spcBef>
        <a:spcAft>
          <a:spcPts val="500"/>
        </a:spcAft>
        <a:buClr>
          <a:srgbClr val="0A2F24"/>
        </a:buClr>
        <a:buSzPct val="100000"/>
        <a:buFont typeface="Arial" pitchFamily="34"/>
        <a:buChar char="•"/>
        <a:tabLst/>
        <a:defRPr lang="en-US" sz="1400" b="0" i="0" u="none" strike="noStrike" kern="1200" cap="none" spc="0" baseline="0">
          <a:solidFill>
            <a:srgbClr val="0A2F24"/>
          </a:solidFill>
          <a:uFillTx/>
          <a:latin typeface="Poppins"/>
          <a:cs typeface="Arial"/>
        </a:defRPr>
      </a:lvl2pPr>
      <a:lvl3pPr marL="538142" marR="0" lvl="2" indent="-179377" algn="l" defTabSz="457181" rtl="0" fontAlgn="auto" hangingPunct="1">
        <a:lnSpc>
          <a:spcPts val="1900"/>
        </a:lnSpc>
        <a:spcBef>
          <a:spcPts val="500"/>
        </a:spcBef>
        <a:spcAft>
          <a:spcPts val="500"/>
        </a:spcAft>
        <a:buClr>
          <a:srgbClr val="0A2F24"/>
        </a:buClr>
        <a:buSzPct val="100000"/>
        <a:buFont typeface="Arial" pitchFamily="34"/>
        <a:buChar char="‒"/>
        <a:tabLst/>
        <a:defRPr lang="en-US" sz="1400" b="0" i="0" u="none" strike="noStrike" kern="1200" cap="none" spc="0" baseline="0">
          <a:solidFill>
            <a:srgbClr val="0A2F24"/>
          </a:solidFill>
          <a:uFillTx/>
          <a:latin typeface="Poppins"/>
          <a:cs typeface="Arial"/>
        </a:defRPr>
      </a:lvl3pPr>
      <a:lvl4pPr marL="719111" marR="0" lvl="3" indent="-179377" algn="l" defTabSz="457181" rtl="0" fontAlgn="auto" hangingPunct="1">
        <a:lnSpc>
          <a:spcPts val="1900"/>
        </a:lnSpc>
        <a:spcBef>
          <a:spcPts val="500"/>
        </a:spcBef>
        <a:spcAft>
          <a:spcPts val="500"/>
        </a:spcAft>
        <a:buClr>
          <a:srgbClr val="0A2F24"/>
        </a:buClr>
        <a:buSzPct val="100000"/>
        <a:buFont typeface="Arial" pitchFamily="34"/>
        <a:buChar char="–"/>
        <a:tabLst/>
        <a:defRPr lang="en-US" sz="1400" b="0" i="0" u="none" strike="noStrike" kern="1200" cap="none" spc="0" baseline="0">
          <a:solidFill>
            <a:srgbClr val="0A2F24"/>
          </a:solidFill>
          <a:uFillTx/>
          <a:latin typeface="Poppins"/>
          <a:cs typeface="Arial"/>
        </a:defRPr>
      </a:lvl4pPr>
      <a:lvl5pPr marL="896907" marR="0" lvl="4" indent="-185732" algn="l" defTabSz="457181" rtl="0" fontAlgn="auto" hangingPunct="1">
        <a:lnSpc>
          <a:spcPts val="1900"/>
        </a:lnSpc>
        <a:spcBef>
          <a:spcPts val="500"/>
        </a:spcBef>
        <a:spcAft>
          <a:spcPts val="500"/>
        </a:spcAft>
        <a:buClr>
          <a:srgbClr val="0A2F24"/>
        </a:buClr>
        <a:buSzPct val="100000"/>
        <a:buFont typeface="Arial" pitchFamily="34"/>
        <a:buChar char="–"/>
        <a:tabLst/>
        <a:defRPr lang="en-US" sz="1400" b="0" i="0" u="none" strike="noStrike" kern="1200" cap="none" spc="0" baseline="0">
          <a:solidFill>
            <a:srgbClr val="0A2F24"/>
          </a:solidFill>
          <a:uFillTx/>
          <a:latin typeface="Poppins"/>
          <a:cs typeface="Arial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F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2">
            <a:extLst>
              <a:ext uri="{FF2B5EF4-FFF2-40B4-BE49-F238E27FC236}">
                <a16:creationId xmlns:a16="http://schemas.microsoft.com/office/drawing/2014/main" id="{301BC5C7-FFF1-540F-BB67-D70EA125D8C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25872"/>
            <a:ext cx="8229600" cy="28923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A397F89D-522C-66D1-A4CE-5067CDF105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508394"/>
            <a:ext cx="8229600" cy="282260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12">
            <a:extLst>
              <a:ext uri="{FF2B5EF4-FFF2-40B4-BE49-F238E27FC236}">
                <a16:creationId xmlns:a16="http://schemas.microsoft.com/office/drawing/2014/main" id="{CEDC2797-5F74-75FB-0286-2CEB793805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57200" y="4867442"/>
            <a:ext cx="1721513" cy="10525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0" compatLnSpc="1">
            <a:noAutofit/>
          </a:bodyPr>
          <a:lstStyle>
            <a:lvl1pPr marL="0" marR="0" lvl="0" indent="0" algn="l" defTabSz="457181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600" b="0" i="0" u="none" strike="noStrike" kern="1200" cap="none" spc="0" baseline="0">
                <a:solidFill>
                  <a:srgbClr val="E7FFD9"/>
                </a:solidFill>
                <a:uFillTx/>
                <a:latin typeface="Poppins"/>
              </a:defRPr>
            </a:lvl1pPr>
          </a:lstStyle>
          <a:p>
            <a:pPr lvl="0"/>
            <a:r>
              <a:rPr lang="en-US"/>
              <a:t>©2026 Schneider Electric. All Rights Reserved.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A4E052F5-EA93-599D-9255-AA2017616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183669" y="4873907"/>
            <a:ext cx="525688" cy="9233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0" compatLnSpc="1">
            <a:spAutoFit/>
          </a:bodyPr>
          <a:lstStyle>
            <a:lvl1pPr marL="0" marR="0" lvl="0" indent="0" algn="l" defTabSz="457181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600" b="0" i="0" u="none" strike="noStrike" kern="1200" cap="none" spc="0" baseline="0">
                <a:solidFill>
                  <a:srgbClr val="E7FFD9"/>
                </a:solidFill>
                <a:uFillTx/>
                <a:latin typeface="Poppins"/>
                <a:ea typeface="Zalando Sans Medium" pitchFamily="2"/>
                <a:cs typeface="Arial"/>
              </a:defRPr>
            </a:lvl1pPr>
          </a:lstStyle>
          <a:p>
            <a:pPr lvl="0"/>
            <a:r>
              <a:rPr lang="en-US"/>
              <a:t>| Page </a:t>
            </a:r>
            <a:fld id="{673D87F0-F65D-4D92-BA99-1BBD268ED5BF}" type="slidenum">
              <a:t>‹N°›</a:t>
            </a:fld>
            <a:endParaRPr lang="en-US"/>
          </a:p>
        </p:txBody>
      </p:sp>
      <p:pic>
        <p:nvPicPr>
          <p:cNvPr id="6" name="Picture 8">
            <a:extLst>
              <a:ext uri="{FF2B5EF4-FFF2-40B4-BE49-F238E27FC236}">
                <a16:creationId xmlns:a16="http://schemas.microsoft.com/office/drawing/2014/main" id="{A97E03AE-D0F5-E178-CBB9-574938A1B2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>
            <a:fillRect/>
          </a:stretch>
        </p:blipFill>
        <p:spPr>
          <a:xfrm>
            <a:off x="7710650" y="4687799"/>
            <a:ext cx="976149" cy="289233"/>
          </a:xfrm>
          <a:prstGeom prst="rect">
            <a:avLst/>
          </a:prstGeom>
          <a:noFill/>
          <a:ln cap="flat">
            <a:noFill/>
          </a:ln>
          <a:effectLst>
            <a:outerShdw dist="22997" dir="5400000" algn="tl">
              <a:srgbClr val="000000">
                <a:alpha val="35000"/>
              </a:srgbClr>
            </a:outerShdw>
          </a:effectLst>
        </p:spPr>
      </p:pic>
      <p:sp>
        <p:nvSpPr>
          <p:cNvPr id="7" name="ZoneTexte 3">
            <a:extLst>
              <a:ext uri="{FF2B5EF4-FFF2-40B4-BE49-F238E27FC236}">
                <a16:creationId xmlns:a16="http://schemas.microsoft.com/office/drawing/2014/main" id="{F2353A5E-17AA-C988-47E9-EF814AB0F74D}"/>
              </a:ext>
            </a:extLst>
          </p:cNvPr>
          <p:cNvSpPr txBox="1"/>
          <p:nvPr/>
        </p:nvSpPr>
        <p:spPr>
          <a:xfrm>
            <a:off x="4441826" y="4988564"/>
            <a:ext cx="276221" cy="91440"/>
          </a:xfrm>
          <a:prstGeom prst="rect">
            <a:avLst/>
          </a:prstGeom>
          <a:noFill/>
          <a:ln cap="flat">
            <a:noFill/>
          </a:ln>
          <a:effectLst>
            <a:outerShdw dist="22997" dir="5400000" algn="tl">
              <a:srgbClr val="000000">
                <a:alpha val="35000"/>
              </a:srgbClr>
            </a:outerShdw>
          </a:effectLst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457181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600" b="0" i="0" u="none" strike="noStrike" kern="1200" cap="none" spc="0" baseline="0">
                <a:solidFill>
                  <a:srgbClr val="626469"/>
                </a:solidFill>
                <a:uFillTx/>
                <a:latin typeface="Aptos" pitchFamily="34"/>
              </a:rPr>
              <a:t>General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554E2EF4-A447-028E-744A-AA852D5D61B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468813" y="4988560"/>
            <a:ext cx="222250" cy="914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fr-FR" sz="600">
                <a:solidFill>
                  <a:srgbClr val="626469">
                    <a:alpha val="50000"/>
                  </a:srgbClr>
                </a:solidFill>
                <a:latin typeface="Aptos" panose="020B0004020202020204" pitchFamily="34" charset="0"/>
              </a:rPr>
              <a:t>Public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  <p:sldLayoutId id="2147483713" r:id="rId13"/>
    <p:sldLayoutId id="2147483714" r:id="rId14"/>
    <p:sldLayoutId id="2147483715" r:id="rId15"/>
    <p:sldLayoutId id="2147483716" r:id="rId16"/>
    <p:sldLayoutId id="2147483717" r:id="rId17"/>
    <p:sldLayoutId id="2147483718" r:id="rId18"/>
    <p:sldLayoutId id="2147483719" r:id="rId19"/>
    <p:sldLayoutId id="2147483720" r:id="rId20"/>
    <p:sldLayoutId id="2147483721" r:id="rId21"/>
    <p:sldLayoutId id="2147483722" r:id="rId22"/>
    <p:sldLayoutId id="2147483723" r:id="rId23"/>
    <p:sldLayoutId id="2147483724" r:id="rId24"/>
    <p:sldLayoutId id="2147483725" r:id="rId25"/>
  </p:sldLayoutIdLst>
  <p:txStyles>
    <p:titleStyle>
      <a:lvl1pPr marL="0" marR="0" lvl="0" indent="0" algn="l" defTabSz="457181" rtl="0" fontAlgn="auto" hangingPunct="1">
        <a:lnSpc>
          <a:spcPts val="2400"/>
        </a:lnSpc>
        <a:spcBef>
          <a:spcPts val="0"/>
        </a:spcBef>
        <a:spcAft>
          <a:spcPts val="0"/>
        </a:spcAft>
        <a:buNone/>
        <a:tabLst/>
        <a:defRPr lang="en-US" sz="2200" b="0" i="0" u="none" strike="noStrike" kern="1200" cap="none" spc="0" baseline="0">
          <a:solidFill>
            <a:srgbClr val="5EFF59"/>
          </a:solidFill>
          <a:uFillTx/>
          <a:latin typeface="Poppins"/>
          <a:cs typeface="Arial"/>
        </a:defRPr>
      </a:lvl1pPr>
    </p:titleStyle>
    <p:bodyStyle>
      <a:lvl1pPr marL="0" marR="0" lvl="0" indent="0" algn="l" defTabSz="457181" rtl="0" fontAlgn="auto" hangingPunct="1">
        <a:lnSpc>
          <a:spcPts val="1900"/>
        </a:lnSpc>
        <a:spcBef>
          <a:spcPts val="500"/>
        </a:spcBef>
        <a:spcAft>
          <a:spcPts val="500"/>
        </a:spcAft>
        <a:buNone/>
        <a:tabLst/>
        <a:defRPr lang="en-US" sz="1400" b="0" i="0" u="none" strike="noStrike" kern="1200" cap="none" spc="0" baseline="0">
          <a:solidFill>
            <a:srgbClr val="E7FFD9"/>
          </a:solidFill>
          <a:uFillTx/>
          <a:latin typeface="Poppins"/>
          <a:cs typeface="Arial"/>
        </a:defRPr>
      </a:lvl1pPr>
      <a:lvl2pPr marL="361937" marR="0" lvl="1" indent="-182559" algn="l" defTabSz="447662" rtl="0" fontAlgn="auto" hangingPunct="1">
        <a:lnSpc>
          <a:spcPts val="1900"/>
        </a:lnSpc>
        <a:spcBef>
          <a:spcPts val="500"/>
        </a:spcBef>
        <a:spcAft>
          <a:spcPts val="500"/>
        </a:spcAft>
        <a:buClr>
          <a:srgbClr val="5EFF59"/>
        </a:buClr>
        <a:buSzPct val="100000"/>
        <a:buFont typeface="Arial" pitchFamily="34"/>
        <a:buChar char="•"/>
        <a:tabLst/>
        <a:defRPr lang="en-US" sz="1400" b="0" i="0" u="none" strike="noStrike" kern="1200" cap="none" spc="0" baseline="0">
          <a:solidFill>
            <a:srgbClr val="E7FFD9"/>
          </a:solidFill>
          <a:uFillTx/>
          <a:latin typeface="Poppins"/>
          <a:cs typeface="Arial"/>
        </a:defRPr>
      </a:lvl2pPr>
      <a:lvl3pPr marL="538142" marR="0" lvl="2" indent="-179377" algn="l" defTabSz="457181" rtl="0" fontAlgn="auto" hangingPunct="1">
        <a:lnSpc>
          <a:spcPts val="1900"/>
        </a:lnSpc>
        <a:spcBef>
          <a:spcPts val="500"/>
        </a:spcBef>
        <a:spcAft>
          <a:spcPts val="500"/>
        </a:spcAft>
        <a:buClr>
          <a:srgbClr val="5EFF59"/>
        </a:buClr>
        <a:buSzPct val="100000"/>
        <a:buFont typeface="Arial" pitchFamily="34"/>
        <a:buChar char="‒"/>
        <a:tabLst/>
        <a:defRPr lang="en-US" sz="1400" b="0" i="0" u="none" strike="noStrike" kern="1200" cap="none" spc="0" baseline="0">
          <a:solidFill>
            <a:srgbClr val="E7FFD9"/>
          </a:solidFill>
          <a:uFillTx/>
          <a:latin typeface="Poppins"/>
          <a:cs typeface="Arial"/>
        </a:defRPr>
      </a:lvl3pPr>
      <a:lvl4pPr marL="719111" marR="0" lvl="3" indent="-179377" algn="l" defTabSz="457181" rtl="0" fontAlgn="auto" hangingPunct="1">
        <a:lnSpc>
          <a:spcPts val="1900"/>
        </a:lnSpc>
        <a:spcBef>
          <a:spcPts val="500"/>
        </a:spcBef>
        <a:spcAft>
          <a:spcPts val="500"/>
        </a:spcAft>
        <a:buClr>
          <a:srgbClr val="5EFF59"/>
        </a:buClr>
        <a:buSzPct val="100000"/>
        <a:buFont typeface="Arial" pitchFamily="34"/>
        <a:buChar char="–"/>
        <a:tabLst/>
        <a:defRPr lang="en-US" sz="1400" b="0" i="0" u="none" strike="noStrike" kern="1200" cap="none" spc="0" baseline="0">
          <a:solidFill>
            <a:srgbClr val="E7FFD9"/>
          </a:solidFill>
          <a:uFillTx/>
          <a:latin typeface="Poppins"/>
          <a:cs typeface="Arial"/>
        </a:defRPr>
      </a:lvl4pPr>
      <a:lvl5pPr marL="896907" marR="0" lvl="4" indent="-185732" algn="l" defTabSz="457181" rtl="0" fontAlgn="auto" hangingPunct="1">
        <a:lnSpc>
          <a:spcPts val="1900"/>
        </a:lnSpc>
        <a:spcBef>
          <a:spcPts val="500"/>
        </a:spcBef>
        <a:spcAft>
          <a:spcPts val="500"/>
        </a:spcAft>
        <a:buClr>
          <a:srgbClr val="5EFF59"/>
        </a:buClr>
        <a:buSzPct val="100000"/>
        <a:buFont typeface="Arial" pitchFamily="34"/>
        <a:buChar char="–"/>
        <a:tabLst/>
        <a:defRPr lang="en-US" sz="1400" b="0" i="0" u="none" strike="noStrike" kern="1200" cap="none" spc="0" baseline="0">
          <a:solidFill>
            <a:srgbClr val="E7FFD9"/>
          </a:solidFill>
          <a:uFillTx/>
          <a:latin typeface="Poppins"/>
          <a:cs typeface="Arial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F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A396B1D-9DB6-80BA-6A79-0FD4E0F561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7"/>
          <a:srcRect/>
          <a:stretch>
            <a:fillRect/>
          </a:stretch>
        </p:blipFill>
        <p:spPr>
          <a:xfrm>
            <a:off x="0" y="0"/>
            <a:ext cx="9144000" cy="5143499"/>
          </a:xfrm>
          <a:prstGeom prst="rect">
            <a:avLst/>
          </a:prstGeom>
          <a:noFill/>
          <a:ln cap="flat">
            <a:noFill/>
          </a:ln>
          <a:effectLst>
            <a:outerShdw dist="22997" dir="5400000" algn="tl">
              <a:srgbClr val="000000">
                <a:alpha val="35000"/>
              </a:srgbClr>
            </a:outerShdw>
          </a:effectLst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B90870C-AD3C-1DC0-1904-4978A9591D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425872"/>
            <a:ext cx="8229600" cy="28923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6E93DB44-DA16-DC4A-70C7-457019F210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57200" y="1508394"/>
            <a:ext cx="8229600" cy="282260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12">
            <a:extLst>
              <a:ext uri="{FF2B5EF4-FFF2-40B4-BE49-F238E27FC236}">
                <a16:creationId xmlns:a16="http://schemas.microsoft.com/office/drawing/2014/main" id="{C919706D-68BE-DCA7-C70C-6D851102C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57200" y="4867442"/>
            <a:ext cx="1721513" cy="10525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0" compatLnSpc="1">
            <a:noAutofit/>
          </a:bodyPr>
          <a:lstStyle>
            <a:lvl1pPr marL="0" marR="0" lvl="0" indent="0" algn="l" defTabSz="457181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600" b="0" i="0" u="none" strike="noStrike" kern="1200" cap="none" spc="0" baseline="0">
                <a:solidFill>
                  <a:srgbClr val="E7FFD9"/>
                </a:solidFill>
                <a:uFillTx/>
                <a:latin typeface="Poppins"/>
              </a:defRPr>
            </a:lvl1pPr>
          </a:lstStyle>
          <a:p>
            <a:pPr lvl="0"/>
            <a:r>
              <a:rPr lang="en-US"/>
              <a:t>©2026 Schneider Electric. All Rights Reserved.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97D847CE-E095-E86D-5D03-8A6BD74707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183669" y="4873907"/>
            <a:ext cx="525688" cy="92336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0" compatLnSpc="1">
            <a:spAutoFit/>
          </a:bodyPr>
          <a:lstStyle>
            <a:lvl1pPr marL="0" marR="0" lvl="0" indent="0" algn="l" defTabSz="457181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600" b="0" i="0" u="none" strike="noStrike" kern="1200" cap="none" spc="0" baseline="0">
                <a:solidFill>
                  <a:srgbClr val="E7FFD9"/>
                </a:solidFill>
                <a:uFillTx/>
                <a:latin typeface="Poppins"/>
                <a:ea typeface="Zalando Sans Medium" pitchFamily="2"/>
                <a:cs typeface="Arial"/>
              </a:defRPr>
            </a:lvl1pPr>
          </a:lstStyle>
          <a:p>
            <a:pPr lvl="0"/>
            <a:r>
              <a:rPr lang="en-US"/>
              <a:t>| Page </a:t>
            </a:r>
            <a:fld id="{D77B923C-0F26-4491-A41C-AF8934FE7E60}" type="slidenum">
              <a:t>‹N°›</a:t>
            </a:fld>
            <a:endParaRPr lang="en-US"/>
          </a:p>
        </p:txBody>
      </p:sp>
      <p:pic>
        <p:nvPicPr>
          <p:cNvPr id="7" name="Picture 8">
            <a:extLst>
              <a:ext uri="{FF2B5EF4-FFF2-40B4-BE49-F238E27FC236}">
                <a16:creationId xmlns:a16="http://schemas.microsoft.com/office/drawing/2014/main" id="{1F70AD42-19F3-12EF-4E34-AB7033E9F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>
          <a:xfrm>
            <a:off x="7710650" y="4687799"/>
            <a:ext cx="976149" cy="289233"/>
          </a:xfrm>
          <a:prstGeom prst="rect">
            <a:avLst/>
          </a:prstGeom>
          <a:noFill/>
          <a:ln cap="flat">
            <a:noFill/>
          </a:ln>
          <a:effectLst>
            <a:outerShdw dist="22997" dir="5400000" algn="tl">
              <a:srgbClr val="000000">
                <a:alpha val="35000"/>
              </a:srgbClr>
            </a:outerShdw>
          </a:effectLst>
        </p:spPr>
      </p:pic>
      <p:sp>
        <p:nvSpPr>
          <p:cNvPr id="8" name="ZoneTexte 4">
            <a:extLst>
              <a:ext uri="{FF2B5EF4-FFF2-40B4-BE49-F238E27FC236}">
                <a16:creationId xmlns:a16="http://schemas.microsoft.com/office/drawing/2014/main" id="{C7B483E4-EC1E-C359-8AB1-4A63667F0BCC}"/>
              </a:ext>
            </a:extLst>
          </p:cNvPr>
          <p:cNvSpPr txBox="1"/>
          <p:nvPr/>
        </p:nvSpPr>
        <p:spPr>
          <a:xfrm>
            <a:off x="4441826" y="4988564"/>
            <a:ext cx="276221" cy="91440"/>
          </a:xfrm>
          <a:prstGeom prst="rect">
            <a:avLst/>
          </a:prstGeom>
          <a:noFill/>
          <a:ln cap="flat">
            <a:noFill/>
          </a:ln>
          <a:effectLst>
            <a:outerShdw dist="22997" dir="5400000" algn="tl">
              <a:srgbClr val="000000">
                <a:alpha val="35000"/>
              </a:srgbClr>
            </a:outerShdw>
          </a:effectLst>
        </p:spPr>
        <p:txBody>
          <a:bodyPr vert="horz" wrap="square" lIns="0" tIns="0" rIns="0" bIns="0" anchor="t" anchorCtr="0" compatLnSpc="1">
            <a:spAutoFit/>
          </a:bodyPr>
          <a:lstStyle/>
          <a:p>
            <a:pPr marL="0" marR="0" lvl="0" indent="0" algn="l" defTabSz="457181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600" b="0" i="0" u="none" strike="noStrike" kern="1200" cap="none" spc="0" baseline="0">
                <a:solidFill>
                  <a:srgbClr val="626469"/>
                </a:solidFill>
                <a:uFillTx/>
                <a:latin typeface="Aptos" pitchFamily="34"/>
              </a:rPr>
              <a:t>General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CDFA65CD-EC56-41DE-9EB9-DF1C5E0B2396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468813" y="4988560"/>
            <a:ext cx="222250" cy="914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fr-FR" sz="600">
                <a:solidFill>
                  <a:srgbClr val="626469">
                    <a:alpha val="50000"/>
                  </a:srgbClr>
                </a:solidFill>
                <a:latin typeface="Aptos" panose="020B0004020202020204" pitchFamily="34" charset="0"/>
              </a:rPr>
              <a:t>Public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  <p:sldLayoutId id="2147483744" r:id="rId18"/>
    <p:sldLayoutId id="2147483745" r:id="rId19"/>
    <p:sldLayoutId id="2147483746" r:id="rId20"/>
    <p:sldLayoutId id="2147483747" r:id="rId21"/>
    <p:sldLayoutId id="2147483748" r:id="rId22"/>
    <p:sldLayoutId id="2147483749" r:id="rId23"/>
    <p:sldLayoutId id="2147483750" r:id="rId24"/>
    <p:sldLayoutId id="2147483751" r:id="rId25"/>
  </p:sldLayoutIdLst>
  <p:txStyles>
    <p:titleStyle>
      <a:lvl1pPr marL="0" marR="0" lvl="0" indent="0" algn="l" defTabSz="457181" rtl="0" fontAlgn="auto" hangingPunct="1">
        <a:lnSpc>
          <a:spcPts val="2400"/>
        </a:lnSpc>
        <a:spcBef>
          <a:spcPts val="0"/>
        </a:spcBef>
        <a:spcAft>
          <a:spcPts val="0"/>
        </a:spcAft>
        <a:buNone/>
        <a:tabLst/>
        <a:defRPr lang="en-US" sz="2200" b="0" i="0" u="none" strike="noStrike" kern="1200" cap="none" spc="0" baseline="0">
          <a:solidFill>
            <a:srgbClr val="5EFF59"/>
          </a:solidFill>
          <a:uFillTx/>
          <a:latin typeface="Poppins"/>
          <a:cs typeface="Arial"/>
        </a:defRPr>
      </a:lvl1pPr>
    </p:titleStyle>
    <p:bodyStyle>
      <a:lvl1pPr marL="0" marR="0" lvl="0" indent="0" algn="l" defTabSz="457181" rtl="0" fontAlgn="auto" hangingPunct="1">
        <a:lnSpc>
          <a:spcPts val="1900"/>
        </a:lnSpc>
        <a:spcBef>
          <a:spcPts val="500"/>
        </a:spcBef>
        <a:spcAft>
          <a:spcPts val="500"/>
        </a:spcAft>
        <a:buNone/>
        <a:tabLst/>
        <a:defRPr lang="en-US" sz="1400" b="0" i="0" u="none" strike="noStrike" kern="1200" cap="none" spc="0" baseline="0">
          <a:solidFill>
            <a:srgbClr val="E7FFD9"/>
          </a:solidFill>
          <a:uFillTx/>
          <a:latin typeface="Poppins"/>
          <a:cs typeface="Arial"/>
        </a:defRPr>
      </a:lvl1pPr>
      <a:lvl2pPr marL="361937" marR="0" lvl="1" indent="-182559" algn="l" defTabSz="447662" rtl="0" fontAlgn="auto" hangingPunct="1">
        <a:lnSpc>
          <a:spcPts val="1900"/>
        </a:lnSpc>
        <a:spcBef>
          <a:spcPts val="500"/>
        </a:spcBef>
        <a:spcAft>
          <a:spcPts val="500"/>
        </a:spcAft>
        <a:buClr>
          <a:srgbClr val="5EFF59"/>
        </a:buClr>
        <a:buSzPct val="100000"/>
        <a:buFont typeface="Arial" pitchFamily="34"/>
        <a:buChar char="•"/>
        <a:tabLst/>
        <a:defRPr lang="en-US" sz="1400" b="0" i="0" u="none" strike="noStrike" kern="1200" cap="none" spc="0" baseline="0">
          <a:solidFill>
            <a:srgbClr val="E7FFD9"/>
          </a:solidFill>
          <a:uFillTx/>
          <a:latin typeface="Poppins"/>
          <a:cs typeface="Arial"/>
        </a:defRPr>
      </a:lvl2pPr>
      <a:lvl3pPr marL="538142" marR="0" lvl="2" indent="-179377" algn="l" defTabSz="457181" rtl="0" fontAlgn="auto" hangingPunct="1">
        <a:lnSpc>
          <a:spcPts val="1900"/>
        </a:lnSpc>
        <a:spcBef>
          <a:spcPts val="500"/>
        </a:spcBef>
        <a:spcAft>
          <a:spcPts val="500"/>
        </a:spcAft>
        <a:buClr>
          <a:srgbClr val="5EFF59"/>
        </a:buClr>
        <a:buSzPct val="100000"/>
        <a:buFont typeface="Arial" pitchFamily="34"/>
        <a:buChar char="‒"/>
        <a:tabLst/>
        <a:defRPr lang="en-US" sz="1400" b="0" i="0" u="none" strike="noStrike" kern="1200" cap="none" spc="0" baseline="0">
          <a:solidFill>
            <a:srgbClr val="E7FFD9"/>
          </a:solidFill>
          <a:uFillTx/>
          <a:latin typeface="Poppins"/>
          <a:cs typeface="Arial"/>
        </a:defRPr>
      </a:lvl3pPr>
      <a:lvl4pPr marL="719111" marR="0" lvl="3" indent="-179377" algn="l" defTabSz="457181" rtl="0" fontAlgn="auto" hangingPunct="1">
        <a:lnSpc>
          <a:spcPts val="1900"/>
        </a:lnSpc>
        <a:spcBef>
          <a:spcPts val="500"/>
        </a:spcBef>
        <a:spcAft>
          <a:spcPts val="500"/>
        </a:spcAft>
        <a:buClr>
          <a:srgbClr val="5EFF59"/>
        </a:buClr>
        <a:buSzPct val="100000"/>
        <a:buFont typeface="Arial" pitchFamily="34"/>
        <a:buChar char="–"/>
        <a:tabLst/>
        <a:defRPr lang="en-US" sz="1400" b="0" i="0" u="none" strike="noStrike" kern="1200" cap="none" spc="0" baseline="0">
          <a:solidFill>
            <a:srgbClr val="E7FFD9"/>
          </a:solidFill>
          <a:uFillTx/>
          <a:latin typeface="Poppins"/>
          <a:cs typeface="Arial"/>
        </a:defRPr>
      </a:lvl4pPr>
      <a:lvl5pPr marL="896907" marR="0" lvl="4" indent="-185732" algn="l" defTabSz="457181" rtl="0" fontAlgn="auto" hangingPunct="1">
        <a:lnSpc>
          <a:spcPts val="1900"/>
        </a:lnSpc>
        <a:spcBef>
          <a:spcPts val="500"/>
        </a:spcBef>
        <a:spcAft>
          <a:spcPts val="500"/>
        </a:spcAft>
        <a:buClr>
          <a:srgbClr val="5EFF59"/>
        </a:buClr>
        <a:buSzPct val="100000"/>
        <a:buFont typeface="Arial" pitchFamily="34"/>
        <a:buChar char="–"/>
        <a:tabLst/>
        <a:defRPr lang="en-US" sz="1400" b="0" i="0" u="none" strike="noStrike" kern="1200" cap="none" spc="0" baseline="0">
          <a:solidFill>
            <a:srgbClr val="E7FFD9"/>
          </a:solidFill>
          <a:uFillTx/>
          <a:latin typeface="Poppins"/>
          <a:cs typeface="Arial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sv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sv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sv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6.svg"/><Relationship Id="rId4" Type="http://schemas.openxmlformats.org/officeDocument/2006/relationships/image" Target="../media/image25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sv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sv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26.svg"/><Relationship Id="rId4" Type="http://schemas.openxmlformats.org/officeDocument/2006/relationships/image" Target="../media/image31.sv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sv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4.sv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2">
            <a:extLst>
              <a:ext uri="{FF2B5EF4-FFF2-40B4-BE49-F238E27FC236}">
                <a16:creationId xmlns:a16="http://schemas.microsoft.com/office/drawing/2014/main" id="{E2F18FB4-2702-E482-2BEC-F61D990C52D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67446" y="2335414"/>
            <a:ext cx="6708104" cy="78509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/>
            <a:r>
              <a:rPr lang="en-US" b="1" dirty="0">
                <a:solidFill>
                  <a:srgbClr val="47D45A"/>
                </a:solidFill>
              </a:rPr>
              <a:t>Conception et mise </a:t>
            </a:r>
            <a:r>
              <a:rPr lang="en-US" b="1" dirty="0" err="1">
                <a:solidFill>
                  <a:srgbClr val="47D45A"/>
                </a:solidFill>
              </a:rPr>
              <a:t>en</a:t>
            </a:r>
            <a:r>
              <a:rPr lang="en-US" b="1" dirty="0">
                <a:solidFill>
                  <a:srgbClr val="47D45A"/>
                </a:solidFill>
              </a:rPr>
              <a:t> oeuvre de </a:t>
            </a:r>
            <a:r>
              <a:rPr lang="en-US" b="1" dirty="0" err="1">
                <a:solidFill>
                  <a:srgbClr val="47D45A"/>
                </a:solidFill>
              </a:rPr>
              <a:t>l’évolution</a:t>
            </a:r>
            <a:r>
              <a:rPr lang="en-US" b="1" dirty="0">
                <a:solidFill>
                  <a:srgbClr val="47D45A"/>
                </a:solidFill>
              </a:rPr>
              <a:t> de </a:t>
            </a:r>
            <a:r>
              <a:rPr lang="en-US" b="1" dirty="0" err="1">
                <a:solidFill>
                  <a:srgbClr val="47D45A"/>
                </a:solidFill>
              </a:rPr>
              <a:t>l’infrastructure</a:t>
            </a:r>
            <a:r>
              <a:rPr lang="en-US" b="1" dirty="0">
                <a:solidFill>
                  <a:srgbClr val="47D45A"/>
                </a:solidFill>
              </a:rPr>
              <a:t> CI</a:t>
            </a:r>
          </a:p>
        </p:txBody>
      </p:sp>
      <p:sp>
        <p:nvSpPr>
          <p:cNvPr id="3" name="Text Placeholder 16">
            <a:extLst>
              <a:ext uri="{FF2B5EF4-FFF2-40B4-BE49-F238E27FC236}">
                <a16:creationId xmlns:a16="http://schemas.microsoft.com/office/drawing/2014/main" id="{BC0BE9A1-A2CB-800F-5132-C4BB6C4D12D7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888656" y="3145908"/>
            <a:ext cx="3088367" cy="289233"/>
          </a:xfrm>
        </p:spPr>
        <p:txBody>
          <a:bodyPr/>
          <a:lstStyle/>
          <a:p>
            <a:pPr lvl="0">
              <a:lnSpc>
                <a:spcPts val="1600"/>
              </a:lnSpc>
            </a:pPr>
            <a:r>
              <a:rPr lang="en-US" sz="1200" dirty="0" err="1"/>
              <a:t>Présenté</a:t>
            </a:r>
            <a:r>
              <a:rPr lang="en-US" sz="1200" dirty="0"/>
              <a:t> par : Abdillahi Mohamed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93EB90-4611-EB83-1982-9CB28C8BF8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57200" y="4867442"/>
            <a:ext cx="1721513" cy="10525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457181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600" b="0" i="0" u="none" strike="noStrike" kern="1200" cap="none" spc="0" baseline="0">
                <a:solidFill>
                  <a:srgbClr val="0A2F24"/>
                </a:solidFill>
                <a:uFillTx/>
                <a:latin typeface="Poppins"/>
              </a:rPr>
              <a:t>©2026 Schneider Electric. All Rights Reserved.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1CDA2D-BD71-3C6C-5B94-76F4EC69BF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183669" y="4873907"/>
            <a:ext cx="525688" cy="9233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l" defTabSz="457181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600" b="0" i="0" u="none" strike="noStrike" kern="1200" cap="none" spc="0" baseline="0">
                <a:solidFill>
                  <a:srgbClr val="0A2F24"/>
                </a:solidFill>
                <a:uFillTx/>
                <a:latin typeface="Poppins"/>
                <a:ea typeface="Zalando Sans Medium" pitchFamily="2"/>
                <a:cs typeface="Arial"/>
              </a:rPr>
              <a:t>| Page </a:t>
            </a:r>
            <a:fld id="{1D494B4F-9AB5-439B-9A8D-D717A16F0703}" type="slidenum">
              <a:rPr lang="en-US" sz="600" b="0" i="0" u="none" strike="noStrike" kern="1200" cap="none" spc="0" baseline="0">
                <a:solidFill>
                  <a:srgbClr val="0A2F24"/>
                </a:solidFill>
                <a:uFillTx/>
                <a:latin typeface="Poppins"/>
                <a:ea typeface="Zalando Sans Medium" pitchFamily="2"/>
                <a:cs typeface="Arial"/>
              </a:rPr>
              <a:t>1</a:t>
            </a:fld>
            <a:endParaRPr lang="en-US" sz="600" b="0" i="0" u="none" strike="noStrike" kern="1200" cap="none" spc="0" baseline="0">
              <a:solidFill>
                <a:srgbClr val="0A2F24"/>
              </a:solidFill>
              <a:uFillTx/>
              <a:latin typeface="Poppins"/>
              <a:ea typeface="Zalando Sans Medium" pitchFamily="2"/>
              <a:cs typeface="Arial"/>
            </a:endParaRPr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4CD6BF5F-70D0-DED9-9B32-0AF8AFF72D71}"/>
              </a:ext>
            </a:extLst>
          </p:cNvPr>
          <p:cNvSpPr/>
          <p:nvPr/>
        </p:nvSpPr>
        <p:spPr>
          <a:xfrm flipV="1">
            <a:off x="-3838669" y="-633788"/>
            <a:ext cx="4798789" cy="1929191"/>
          </a:xfrm>
          <a:custGeom>
            <a:avLst/>
            <a:gdLst>
              <a:gd name="f0" fmla="val w"/>
              <a:gd name="f1" fmla="val h"/>
              <a:gd name="f2" fmla="val 0"/>
              <a:gd name="f3" fmla="val 6649967"/>
              <a:gd name="f4" fmla="val 3324983"/>
              <a:gd name="f5" fmla="val 3324984"/>
              <a:gd name="f6" fmla="val 6649966"/>
              <a:gd name="f7" fmla="*/ f0 1 6649967"/>
              <a:gd name="f8" fmla="*/ f1 1 3324983"/>
              <a:gd name="f9" fmla="val f2"/>
              <a:gd name="f10" fmla="val f3"/>
              <a:gd name="f11" fmla="val f4"/>
              <a:gd name="f12" fmla="+- f11 0 f9"/>
              <a:gd name="f13" fmla="+- f10 0 f9"/>
              <a:gd name="f14" fmla="*/ f13 1 6649967"/>
              <a:gd name="f15" fmla="*/ f12 1 3324983"/>
              <a:gd name="f16" fmla="*/ f9 1 f14"/>
              <a:gd name="f17" fmla="*/ f10 1 f14"/>
              <a:gd name="f18" fmla="*/ f9 1 f15"/>
              <a:gd name="f19" fmla="*/ f11 1 f15"/>
              <a:gd name="f20" fmla="*/ f16 f7 1"/>
              <a:gd name="f21" fmla="*/ f17 f7 1"/>
              <a:gd name="f22" fmla="*/ f19 f8 1"/>
              <a:gd name="f23" fmla="*/ f18 f8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20" t="f23" r="f21" b="f22"/>
            <a:pathLst>
              <a:path w="6649967" h="3324983">
                <a:moveTo>
                  <a:pt x="f2" y="f5"/>
                </a:moveTo>
                <a:lnTo>
                  <a:pt x="f6" y="f5"/>
                </a:lnTo>
                <a:lnTo>
                  <a:pt x="f6" y="f2"/>
                </a:lnTo>
                <a:lnTo>
                  <a:pt x="f2" y="f2"/>
                </a:lnTo>
                <a:lnTo>
                  <a:pt x="f2" y="f5"/>
                </a:lnTo>
                <a:close/>
              </a:path>
            </a:pathLst>
          </a:custGeom>
          <a:solidFill>
            <a:srgbClr val="009E4D"/>
          </a:solidFill>
          <a:ln w="9528" cap="flat">
            <a:solidFill>
              <a:srgbClr val="009E4D"/>
            </a:solidFill>
            <a:prstDash val="solid"/>
            <a:miter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43504A06-69E9-8015-6AB4-78DD7D98623B}"/>
              </a:ext>
            </a:extLst>
          </p:cNvPr>
          <p:cNvSpPr/>
          <p:nvPr/>
        </p:nvSpPr>
        <p:spPr>
          <a:xfrm>
            <a:off x="-257074" y="-1847728"/>
            <a:ext cx="2703588" cy="2725442"/>
          </a:xfrm>
          <a:custGeom>
            <a:avLst/>
            <a:gdLst>
              <a:gd name="f0" fmla="val w"/>
              <a:gd name="f1" fmla="val h"/>
              <a:gd name="f2" fmla="val 0"/>
              <a:gd name="f3" fmla="val 4114800"/>
              <a:gd name="f4" fmla="*/ f0 1 4114800"/>
              <a:gd name="f5" fmla="*/ f1 1 4114800"/>
              <a:gd name="f6" fmla="val f2"/>
              <a:gd name="f7" fmla="val f3"/>
              <a:gd name="f8" fmla="+- f7 0 f6"/>
              <a:gd name="f9" fmla="*/ f8 1 41148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4114800" h="41148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blipFill>
            <a:blip>
              <a:alphaModFix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8" name="Freeform 4">
            <a:extLst>
              <a:ext uri="{FF2B5EF4-FFF2-40B4-BE49-F238E27FC236}">
                <a16:creationId xmlns:a16="http://schemas.microsoft.com/office/drawing/2014/main" id="{0268413E-1B24-2C6B-71D2-0EE28CE04793}"/>
              </a:ext>
            </a:extLst>
          </p:cNvPr>
          <p:cNvSpPr/>
          <p:nvPr/>
        </p:nvSpPr>
        <p:spPr>
          <a:xfrm>
            <a:off x="7086600" y="-3459476"/>
            <a:ext cx="4114800" cy="4114800"/>
          </a:xfrm>
          <a:custGeom>
            <a:avLst/>
            <a:gdLst>
              <a:gd name="f0" fmla="val w"/>
              <a:gd name="f1" fmla="val h"/>
              <a:gd name="f2" fmla="val 0"/>
              <a:gd name="f3" fmla="val 4114800"/>
              <a:gd name="f4" fmla="*/ f0 1 4114800"/>
              <a:gd name="f5" fmla="*/ f1 1 4114800"/>
              <a:gd name="f6" fmla="val f2"/>
              <a:gd name="f7" fmla="val f3"/>
              <a:gd name="f8" fmla="+- f7 0 f6"/>
              <a:gd name="f9" fmla="*/ f8 1 4114800"/>
              <a:gd name="f10" fmla="*/ f6 1 f9"/>
              <a:gd name="f11" fmla="*/ f7 1 f9"/>
              <a:gd name="f12" fmla="*/ f10 f4 1"/>
              <a:gd name="f13" fmla="*/ f11 f4 1"/>
              <a:gd name="f14" fmla="*/ f11 f5 1"/>
              <a:gd name="f15" fmla="*/ f10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2" t="f15" r="f13" b="f14"/>
            <a:pathLst>
              <a:path w="4114800" h="41148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solidFill>
            <a:srgbClr val="009E4D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00B050"/>
              </a:solidFill>
              <a:uFillTx/>
              <a:latin typeface="Aptos"/>
            </a:endParaRP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C9577703-9D32-9479-BE28-654F3D55CAFE}"/>
              </a:ext>
            </a:extLst>
          </p:cNvPr>
          <p:cNvSpPr/>
          <p:nvPr/>
        </p:nvSpPr>
        <p:spPr>
          <a:xfrm flipV="1">
            <a:off x="7831872" y="-1039380"/>
            <a:ext cx="4161214" cy="2078760"/>
          </a:xfrm>
          <a:custGeom>
            <a:avLst/>
            <a:gdLst>
              <a:gd name="f0" fmla="val w"/>
              <a:gd name="f1" fmla="val h"/>
              <a:gd name="f2" fmla="val 0"/>
              <a:gd name="f3" fmla="val 4161212"/>
              <a:gd name="f4" fmla="val 2078760"/>
              <a:gd name="f5" fmla="*/ f0 1 4161212"/>
              <a:gd name="f6" fmla="*/ f1 1 2078760"/>
              <a:gd name="f7" fmla="val f2"/>
              <a:gd name="f8" fmla="val f3"/>
              <a:gd name="f9" fmla="val f4"/>
              <a:gd name="f10" fmla="+- f9 0 f7"/>
              <a:gd name="f11" fmla="+- f8 0 f7"/>
              <a:gd name="f12" fmla="*/ f11 1 4161212"/>
              <a:gd name="f13" fmla="*/ f10 1 2078760"/>
              <a:gd name="f14" fmla="*/ f7 1 f12"/>
              <a:gd name="f15" fmla="*/ f8 1 f12"/>
              <a:gd name="f16" fmla="*/ f7 1 f13"/>
              <a:gd name="f17" fmla="*/ f9 1 f13"/>
              <a:gd name="f18" fmla="*/ f14 f5 1"/>
              <a:gd name="f19" fmla="*/ f15 f5 1"/>
              <a:gd name="f20" fmla="*/ f17 f6 1"/>
              <a:gd name="f21" fmla="*/ f16 f6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8" t="f21" r="f19" b="f20"/>
            <a:pathLst>
              <a:path w="4161212" h="2078760">
                <a:moveTo>
                  <a:pt x="f2" y="f4"/>
                </a:moveTo>
                <a:lnTo>
                  <a:pt x="f3" y="f4"/>
                </a:lnTo>
                <a:lnTo>
                  <a:pt x="f3" y="f2"/>
                </a:lnTo>
                <a:lnTo>
                  <a:pt x="f2" y="f2"/>
                </a:lnTo>
                <a:lnTo>
                  <a:pt x="f2" y="f4"/>
                </a:lnTo>
                <a:close/>
              </a:path>
            </a:pathLst>
          </a:custGeom>
          <a:blipFill>
            <a:blip>
              <a:alphaModFix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E5AFDA82-E235-A4C1-20AC-8FBA9DBB06C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902329" y="1993925"/>
            <a:ext cx="3088367" cy="289233"/>
          </a:xfrm>
        </p:spPr>
        <p:txBody>
          <a:bodyPr/>
          <a:lstStyle/>
          <a:p>
            <a:pPr lvl="0">
              <a:lnSpc>
                <a:spcPts val="1600"/>
              </a:lnSpc>
            </a:pPr>
            <a:r>
              <a:rPr lang="en-US" sz="1200" dirty="0"/>
              <a:t>PRESENTATION DE STAGE DE FIN D’ETUDES</a:t>
            </a:r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4A5064DD-3318-92DF-6262-6CC8263824B5}"/>
              </a:ext>
            </a:extLst>
          </p:cNvPr>
          <p:cNvCxnSpPr/>
          <p:nvPr/>
        </p:nvCxnSpPr>
        <p:spPr>
          <a:xfrm>
            <a:off x="888656" y="3022600"/>
            <a:ext cx="360000" cy="0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FC177AD0-2265-F194-554B-EEC7D37531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57200" y="4867442"/>
            <a:ext cx="1721513" cy="10525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457181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600" b="0" i="0" u="none" strike="noStrike" kern="1200" cap="none" spc="0" baseline="0">
                <a:solidFill>
                  <a:srgbClr val="0A2F24"/>
                </a:solidFill>
                <a:uFillTx/>
                <a:latin typeface="Poppins"/>
              </a:rPr>
              <a:t>©2026 Schneider Electric. All Rights Reserved.</a:t>
            </a: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AC24884E-27D8-F65D-634D-28B81F0240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183669" y="4873907"/>
            <a:ext cx="525688" cy="9233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l" defTabSz="457181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600" b="0" i="0" u="none" strike="noStrike" kern="1200" cap="none" spc="0" baseline="0">
                <a:solidFill>
                  <a:srgbClr val="0A2F24"/>
                </a:solidFill>
                <a:uFillTx/>
                <a:latin typeface="Poppins"/>
                <a:ea typeface="Zalando Sans Medium" pitchFamily="2"/>
                <a:cs typeface="Arial"/>
              </a:rPr>
              <a:t>| Page </a:t>
            </a:r>
            <a:fld id="{19DA0EBA-7B46-4A2B-87CB-F0C47F404899}" type="slidenum">
              <a:rPr lang="en-US" sz="600" b="0" i="0" u="none" strike="noStrike" kern="1200" cap="none" spc="0" baseline="0">
                <a:solidFill>
                  <a:srgbClr val="0A2F24"/>
                </a:solidFill>
                <a:uFillTx/>
                <a:latin typeface="Poppins"/>
                <a:ea typeface="Zalando Sans Medium" pitchFamily="2"/>
                <a:cs typeface="Arial"/>
              </a:rPr>
              <a:t>2</a:t>
            </a:fld>
            <a:endParaRPr lang="en-US" sz="600" b="0" i="0" u="none" strike="noStrike" kern="1200" cap="none" spc="0" baseline="0">
              <a:solidFill>
                <a:srgbClr val="0A2F24"/>
              </a:solidFill>
              <a:uFillTx/>
              <a:latin typeface="Poppins"/>
              <a:ea typeface="Zalando Sans Medium" pitchFamily="2"/>
              <a:cs typeface="Arial"/>
            </a:endParaRPr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E896EA37-6D94-2DF7-A8BB-8184A4E19769}"/>
              </a:ext>
            </a:extLst>
          </p:cNvPr>
          <p:cNvSpPr/>
          <p:nvPr/>
        </p:nvSpPr>
        <p:spPr>
          <a:xfrm>
            <a:off x="338135" y="657623"/>
            <a:ext cx="8353428" cy="28016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457181" rtl="0" fontAlgn="auto" hangingPunct="1"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2400" b="1" i="0" u="none" strike="noStrike" kern="1200" cap="none" spc="0" baseline="0" dirty="0">
                <a:solidFill>
                  <a:srgbClr val="47D45A"/>
                </a:solidFill>
                <a:uFillTx/>
                <a:latin typeface="Arial"/>
                <a:cs typeface="Arial"/>
              </a:rPr>
              <a:t>Schneider Electric</a:t>
            </a:r>
            <a:endParaRPr lang="en-PL" sz="2400" b="1" i="0" u="none" strike="noStrike" kern="1200" cap="none" spc="0" baseline="0" dirty="0">
              <a:solidFill>
                <a:srgbClr val="47D45A"/>
              </a:solidFill>
              <a:uFillTx/>
              <a:latin typeface="Arial"/>
              <a:cs typeface="Arial"/>
            </a:endParaRP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48A5FFC1-B0FD-D254-DBF0-4107A0A68B34}"/>
              </a:ext>
            </a:extLst>
          </p:cNvPr>
          <p:cNvSpPr/>
          <p:nvPr/>
        </p:nvSpPr>
        <p:spPr>
          <a:xfrm>
            <a:off x="395285" y="1171895"/>
            <a:ext cx="8353428" cy="207221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457181" rtl="0" fontAlgn="auto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PL" sz="1600" b="0" i="0" u="none" strike="noStrike" kern="1200" cap="none" spc="0" baseline="0">
              <a:solidFill>
                <a:srgbClr val="47D45A"/>
              </a:solidFill>
              <a:uFillTx/>
              <a:latin typeface="Arial"/>
              <a:cs typeface="Arial"/>
            </a:endParaRP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C5A27954-7223-198A-33CA-2A79519920B1}"/>
              </a:ext>
            </a:extLst>
          </p:cNvPr>
          <p:cNvSpPr/>
          <p:nvPr/>
        </p:nvSpPr>
        <p:spPr>
          <a:xfrm>
            <a:off x="4433889" y="1275514"/>
            <a:ext cx="4013905" cy="2736854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457181" rtl="0" fontAlgn="auto" hangingPunct="1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GB" sz="1600" b="0" i="0" u="none" strike="noStrike" kern="1200" cap="none" spc="0" baseline="0">
              <a:solidFill>
                <a:srgbClr val="104862"/>
              </a:solidFill>
              <a:uFillTx/>
              <a:latin typeface="Arial"/>
              <a:cs typeface="Arial"/>
            </a:endParaRPr>
          </a:p>
        </p:txBody>
      </p:sp>
      <p:pic>
        <p:nvPicPr>
          <p:cNvPr id="7" name="Image 12">
            <a:extLst>
              <a:ext uri="{FF2B5EF4-FFF2-40B4-BE49-F238E27FC236}">
                <a16:creationId xmlns:a16="http://schemas.microsoft.com/office/drawing/2014/main" id="{F917DC91-5E12-3DA7-D15F-500E95ACF7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1734" y="1567172"/>
            <a:ext cx="6176175" cy="2176879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F3DA906C-BA9C-FDDD-D642-866637C5AE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57200" y="4867442"/>
            <a:ext cx="1721513" cy="10525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457181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600" b="0" i="0" u="none" strike="noStrike" kern="1200" cap="none" spc="0" baseline="0">
                <a:solidFill>
                  <a:srgbClr val="0A2F24"/>
                </a:solidFill>
                <a:uFillTx/>
                <a:latin typeface="Poppins"/>
              </a:rPr>
              <a:t>©2026 Schneider Electric. All Rights Reserved.</a:t>
            </a: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7DF084BA-52DB-8D60-BD8A-6CA5CA6455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183669" y="4873907"/>
            <a:ext cx="525688" cy="9233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l" defTabSz="457181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600" b="0" i="0" u="none" strike="noStrike" kern="1200" cap="none" spc="0" baseline="0">
                <a:solidFill>
                  <a:srgbClr val="0A2F24"/>
                </a:solidFill>
                <a:uFillTx/>
                <a:latin typeface="Poppins"/>
                <a:ea typeface="Zalando Sans Medium" pitchFamily="2"/>
                <a:cs typeface="Arial"/>
              </a:rPr>
              <a:t>| Page </a:t>
            </a:r>
            <a:fld id="{58513067-AAD8-491F-9593-176CE8B0661E}" type="slidenum">
              <a:rPr lang="en-US" sz="600" b="0" i="0" u="none" strike="noStrike" kern="1200" cap="none" spc="0" baseline="0">
                <a:solidFill>
                  <a:srgbClr val="0A2F24"/>
                </a:solidFill>
                <a:uFillTx/>
                <a:latin typeface="Poppins"/>
                <a:ea typeface="Zalando Sans Medium" pitchFamily="2"/>
                <a:cs typeface="Arial"/>
              </a:rPr>
              <a:t>3</a:t>
            </a:fld>
            <a:endParaRPr lang="en-US" sz="600" b="0" i="0" u="none" strike="noStrike" kern="1200" cap="none" spc="0" baseline="0">
              <a:solidFill>
                <a:srgbClr val="0A2F24"/>
              </a:solidFill>
              <a:uFillTx/>
              <a:latin typeface="Poppins"/>
              <a:ea typeface="Zalando Sans Medium" pitchFamily="2"/>
              <a:cs typeface="Arial"/>
            </a:endParaRPr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8618465F-BB61-BA80-C2F9-4A5BC11C9B96}"/>
              </a:ext>
            </a:extLst>
          </p:cNvPr>
          <p:cNvSpPr/>
          <p:nvPr/>
        </p:nvSpPr>
        <p:spPr>
          <a:xfrm>
            <a:off x="395286" y="369023"/>
            <a:ext cx="8353428" cy="28016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457181" rtl="0" fontAlgn="auto" hangingPunct="1"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2400" b="1" i="0" u="none" strike="noStrike" kern="1200" cap="none" spc="0" baseline="0" dirty="0">
                <a:solidFill>
                  <a:srgbClr val="47D45A"/>
                </a:solidFill>
                <a:uFillTx/>
                <a:latin typeface="Arial"/>
                <a:cs typeface="Arial"/>
              </a:rPr>
              <a:t>Projet Bluebird – </a:t>
            </a:r>
            <a:r>
              <a:rPr lang="fr-FR" sz="2400" b="1" dirty="0">
                <a:solidFill>
                  <a:srgbClr val="47D45A"/>
                </a:solidFill>
                <a:latin typeface="Arial"/>
                <a:cs typeface="Arial"/>
              </a:rPr>
              <a:t>E</a:t>
            </a:r>
            <a:r>
              <a:rPr lang="fr-FR" sz="2400" b="1" i="0" u="none" strike="noStrike" kern="1200" cap="none" spc="0" baseline="0" dirty="0">
                <a:solidFill>
                  <a:srgbClr val="47D45A"/>
                </a:solidFill>
                <a:uFillTx/>
                <a:latin typeface="Arial"/>
                <a:cs typeface="Arial"/>
              </a:rPr>
              <a:t>quipe COM</a:t>
            </a:r>
            <a:endParaRPr lang="en-PL" sz="2400" b="1" i="0" u="none" strike="noStrike" kern="1200" cap="none" spc="0" baseline="0" dirty="0">
              <a:solidFill>
                <a:srgbClr val="47D45A"/>
              </a:solidFill>
              <a:uFillTx/>
              <a:latin typeface="Arial"/>
              <a:cs typeface="Arial"/>
            </a:endParaRPr>
          </a:p>
        </p:txBody>
      </p:sp>
      <p:pic>
        <p:nvPicPr>
          <p:cNvPr id="22" name="Graphique 21">
            <a:extLst>
              <a:ext uri="{FF2B5EF4-FFF2-40B4-BE49-F238E27FC236}">
                <a16:creationId xmlns:a16="http://schemas.microsoft.com/office/drawing/2014/main" id="{888F7676-B50B-8870-8D58-89B0BA7164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09357" y="678727"/>
            <a:ext cx="5724525" cy="4095750"/>
          </a:xfrm>
          <a:prstGeom prst="rect">
            <a:avLst/>
          </a:prstGeom>
        </p:spPr>
      </p:pic>
      <p:sp>
        <p:nvSpPr>
          <p:cNvPr id="28" name="Bulle narrative : rectangle à coins arrondis 27">
            <a:extLst>
              <a:ext uri="{FF2B5EF4-FFF2-40B4-BE49-F238E27FC236}">
                <a16:creationId xmlns:a16="http://schemas.microsoft.com/office/drawing/2014/main" id="{5C1228C9-E381-A65E-4CC4-FD010D5454E1}"/>
              </a:ext>
            </a:extLst>
          </p:cNvPr>
          <p:cNvSpPr/>
          <p:nvPr/>
        </p:nvSpPr>
        <p:spPr>
          <a:xfrm>
            <a:off x="525792" y="2822174"/>
            <a:ext cx="1460500" cy="461665"/>
          </a:xfrm>
          <a:prstGeom prst="wedgeRoundRectCallout">
            <a:avLst>
              <a:gd name="adj1" fmla="val 105883"/>
              <a:gd name="adj2" fmla="val 36929"/>
              <a:gd name="adj3" fmla="val 16667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200" dirty="0"/>
              <a:t>Module de mesure </a:t>
            </a:r>
            <a:r>
              <a:rPr lang="fr-FR" sz="1200" dirty="0" err="1"/>
              <a:t>d’energie</a:t>
            </a:r>
            <a:endParaRPr lang="fr-FR" sz="1200" dirty="0"/>
          </a:p>
        </p:txBody>
      </p:sp>
      <p:sp>
        <p:nvSpPr>
          <p:cNvPr id="30" name="Bulle narrative : rectangle à coins arrondis 29">
            <a:extLst>
              <a:ext uri="{FF2B5EF4-FFF2-40B4-BE49-F238E27FC236}">
                <a16:creationId xmlns:a16="http://schemas.microsoft.com/office/drawing/2014/main" id="{0EC08DAB-7D00-F343-EE6E-9305E710BBAD}"/>
              </a:ext>
            </a:extLst>
          </p:cNvPr>
          <p:cNvSpPr/>
          <p:nvPr/>
        </p:nvSpPr>
        <p:spPr>
          <a:xfrm>
            <a:off x="525792" y="3556825"/>
            <a:ext cx="1460500" cy="461665"/>
          </a:xfrm>
          <a:prstGeom prst="wedgeRoundRectCallout">
            <a:avLst>
              <a:gd name="adj1" fmla="val 162840"/>
              <a:gd name="adj2" fmla="val -112996"/>
              <a:gd name="adj3" fmla="val 16667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200" dirty="0"/>
              <a:t>Module de communication</a:t>
            </a:r>
          </a:p>
        </p:txBody>
      </p:sp>
      <p:sp>
        <p:nvSpPr>
          <p:cNvPr id="32" name="Bulle narrative : rectangle à coins arrondis 31">
            <a:extLst>
              <a:ext uri="{FF2B5EF4-FFF2-40B4-BE49-F238E27FC236}">
                <a16:creationId xmlns:a16="http://schemas.microsoft.com/office/drawing/2014/main" id="{C4B46044-197E-2E9F-CD53-D7B71624991E}"/>
              </a:ext>
            </a:extLst>
          </p:cNvPr>
          <p:cNvSpPr/>
          <p:nvPr/>
        </p:nvSpPr>
        <p:spPr>
          <a:xfrm>
            <a:off x="525792" y="1337875"/>
            <a:ext cx="1793545" cy="461665"/>
          </a:xfrm>
          <a:prstGeom prst="wedgeRoundRectCallout">
            <a:avLst>
              <a:gd name="adj1" fmla="val 81696"/>
              <a:gd name="adj2" fmla="val 6669"/>
              <a:gd name="adj3" fmla="val 16667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200" dirty="0"/>
              <a:t>Nouvelle génération de compteurs d’énergie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B88A4652-8784-C706-DB8B-091A7E9AB3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57200" y="4867442"/>
            <a:ext cx="1721513" cy="10525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457181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600" b="0" i="0" u="none" strike="noStrike" kern="1200" cap="none" spc="0" baseline="0">
                <a:solidFill>
                  <a:srgbClr val="0A2F24"/>
                </a:solidFill>
                <a:uFillTx/>
                <a:latin typeface="Poppins"/>
              </a:rPr>
              <a:t>©2026 Schneider Electric. All Rights Reserved.</a:t>
            </a: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72746247-0723-024F-5002-7610EB633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183669" y="4873907"/>
            <a:ext cx="525688" cy="9233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l" defTabSz="457181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600" b="0" i="0" u="none" strike="noStrike" kern="1200" cap="none" spc="0" baseline="0">
                <a:solidFill>
                  <a:srgbClr val="0A2F24"/>
                </a:solidFill>
                <a:uFillTx/>
                <a:latin typeface="Poppins"/>
                <a:ea typeface="Zalando Sans Medium" pitchFamily="2"/>
                <a:cs typeface="Arial"/>
              </a:rPr>
              <a:t>| Page </a:t>
            </a:r>
            <a:fld id="{8CAC796E-DE7E-42F9-B89F-D1C411A6DDC6}" type="slidenum">
              <a:rPr lang="en-US" sz="600" b="0" i="0" u="none" strike="noStrike" kern="1200" cap="none" spc="0" baseline="0">
                <a:solidFill>
                  <a:srgbClr val="0A2F24"/>
                </a:solidFill>
                <a:uFillTx/>
                <a:latin typeface="Poppins"/>
                <a:ea typeface="Zalando Sans Medium" pitchFamily="2"/>
                <a:cs typeface="Arial"/>
              </a:rPr>
              <a:t>4</a:t>
            </a:fld>
            <a:endParaRPr lang="en-US" sz="600" b="0" i="0" u="none" strike="noStrike" kern="1200" cap="none" spc="0" baseline="0">
              <a:solidFill>
                <a:srgbClr val="0A2F24"/>
              </a:solidFill>
              <a:uFillTx/>
              <a:latin typeface="Poppins"/>
              <a:ea typeface="Zalando Sans Medium" pitchFamily="2"/>
              <a:cs typeface="Arial"/>
            </a:endParaRPr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B7820832-30B3-5D08-CBD5-EAD132CF5FDF}"/>
              </a:ext>
            </a:extLst>
          </p:cNvPr>
          <p:cNvSpPr/>
          <p:nvPr/>
        </p:nvSpPr>
        <p:spPr>
          <a:xfrm>
            <a:off x="395286" y="563470"/>
            <a:ext cx="8353428" cy="28016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457181" rtl="0" fontAlgn="auto" hangingPunct="1"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2400" b="1" i="0" u="none" strike="noStrike" kern="1200" cap="none" spc="0" baseline="0" dirty="0">
                <a:solidFill>
                  <a:srgbClr val="47D45A"/>
                </a:solidFill>
                <a:uFillTx/>
                <a:latin typeface="Arial"/>
                <a:cs typeface="Arial"/>
              </a:rPr>
              <a:t>Mission de stage – CI du </a:t>
            </a:r>
            <a:r>
              <a:rPr lang="fr-FR" sz="2400" b="1" i="0" u="none" strike="noStrike" kern="1200" cap="none" spc="0" baseline="0" dirty="0" err="1">
                <a:solidFill>
                  <a:srgbClr val="47D45A"/>
                </a:solidFill>
                <a:uFillTx/>
                <a:latin typeface="Arial"/>
                <a:cs typeface="Arial"/>
              </a:rPr>
              <a:t>firmware</a:t>
            </a:r>
            <a:r>
              <a:rPr lang="fr-FR" sz="2400" b="1" i="0" u="none" strike="noStrike" kern="1200" cap="none" spc="0" baseline="0" dirty="0">
                <a:solidFill>
                  <a:srgbClr val="47D45A"/>
                </a:solidFill>
                <a:uFillTx/>
                <a:latin typeface="Arial"/>
                <a:cs typeface="Arial"/>
              </a:rPr>
              <a:t> COM</a:t>
            </a:r>
            <a:endParaRPr lang="en-PL" sz="2400" b="1" i="0" u="none" strike="noStrike" kern="1200" cap="none" spc="0" baseline="0" dirty="0">
              <a:solidFill>
                <a:srgbClr val="47D45A"/>
              </a:solidFill>
              <a:uFillTx/>
              <a:latin typeface="Arial"/>
              <a:cs typeface="Arial"/>
            </a:endParaRPr>
          </a:p>
        </p:txBody>
      </p:sp>
      <p:sp>
        <p:nvSpPr>
          <p:cNvPr id="5" name="Text Placeholder 16">
            <a:extLst>
              <a:ext uri="{FF2B5EF4-FFF2-40B4-BE49-F238E27FC236}">
                <a16:creationId xmlns:a16="http://schemas.microsoft.com/office/drawing/2014/main" id="{671AE20D-7D8A-703B-2298-76652594A1FC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457200" y="1379247"/>
            <a:ext cx="6153147" cy="2275929"/>
          </a:xfrm>
        </p:spPr>
        <p:txBody>
          <a:bodyPr/>
          <a:lstStyle/>
          <a:p>
            <a:pPr lvl="0">
              <a:lnSpc>
                <a:spcPts val="1600"/>
              </a:lnSpc>
              <a:buSzPct val="100000"/>
            </a:pPr>
            <a:r>
              <a:rPr lang="en-US" b="1" dirty="0" err="1"/>
              <a:t>Problématique</a:t>
            </a:r>
            <a:r>
              <a:rPr lang="en-US" dirty="0"/>
              <a:t> : </a:t>
            </a:r>
            <a:r>
              <a:rPr lang="en-US" dirty="0" err="1"/>
              <a:t>Evoluer</a:t>
            </a:r>
            <a:r>
              <a:rPr lang="en-US" dirty="0"/>
              <a:t> </a:t>
            </a:r>
            <a:r>
              <a:rPr lang="en-US" dirty="0" err="1"/>
              <a:t>l’infrastructure</a:t>
            </a:r>
            <a:r>
              <a:rPr lang="en-US" dirty="0"/>
              <a:t> </a:t>
            </a:r>
            <a:r>
              <a:rPr lang="en-US" dirty="0" err="1"/>
              <a:t>d’integration</a:t>
            </a:r>
            <a:r>
              <a:rPr lang="en-US" dirty="0"/>
              <a:t> continue CI </a:t>
            </a:r>
          </a:p>
          <a:p>
            <a:pPr lvl="0">
              <a:lnSpc>
                <a:spcPts val="1600"/>
              </a:lnSpc>
              <a:buSzPct val="100000"/>
            </a:pPr>
            <a:r>
              <a:rPr lang="en-US" b="1" dirty="0" err="1"/>
              <a:t>Contraintes</a:t>
            </a:r>
            <a:endParaRPr lang="en-US" b="1" dirty="0"/>
          </a:p>
          <a:p>
            <a:pPr marL="647687" lvl="1" indent="-285750">
              <a:lnSpc>
                <a:spcPts val="1600"/>
              </a:lnSpc>
              <a:buFont typeface="Arial" panose="020B0604020202020204" pitchFamily="34" charset="0"/>
              <a:buChar char="•"/>
            </a:pPr>
            <a:r>
              <a:rPr lang="en-US" dirty="0"/>
              <a:t>Environnement </a:t>
            </a:r>
            <a:r>
              <a:rPr lang="en-US" dirty="0" err="1"/>
              <a:t>embarqué</a:t>
            </a:r>
            <a:r>
              <a:rPr lang="en-US" dirty="0"/>
              <a:t> </a:t>
            </a:r>
            <a:r>
              <a:rPr lang="en-US" dirty="0" err="1"/>
              <a:t>complexe</a:t>
            </a:r>
            <a:endParaRPr lang="en-US" dirty="0"/>
          </a:p>
          <a:p>
            <a:pPr marL="647687" lvl="1" indent="-285750">
              <a:lnSpc>
                <a:spcPts val="1600"/>
              </a:lnSpc>
              <a:buFont typeface="Arial" panose="020B0604020202020204" pitchFamily="34" charset="0"/>
              <a:buChar char="•"/>
            </a:pPr>
            <a:r>
              <a:rPr lang="en-US" dirty="0"/>
              <a:t>Exigences de </a:t>
            </a:r>
            <a:r>
              <a:rPr lang="en-US" dirty="0" err="1"/>
              <a:t>cybersécurité</a:t>
            </a:r>
            <a:endParaRPr lang="en-US" dirty="0"/>
          </a:p>
          <a:p>
            <a:pPr marL="647687" lvl="1" indent="-285750">
              <a:lnSpc>
                <a:spcPts val="1600"/>
              </a:lnSpc>
              <a:buFont typeface="Arial" panose="020B0604020202020204" pitchFamily="34" charset="0"/>
              <a:buChar char="•"/>
            </a:pPr>
            <a:r>
              <a:rPr lang="en-US" dirty="0"/>
              <a:t>Infrastructure </a:t>
            </a:r>
            <a:r>
              <a:rPr lang="en-US" dirty="0" err="1"/>
              <a:t>d’execution</a:t>
            </a:r>
            <a:r>
              <a:rPr lang="en-US" dirty="0"/>
              <a:t> </a:t>
            </a:r>
            <a:r>
              <a:rPr lang="en-US" dirty="0" err="1"/>
              <a:t>éphémère</a:t>
            </a:r>
            <a:endParaRPr lang="en-US" dirty="0"/>
          </a:p>
          <a:p>
            <a:pPr>
              <a:lnSpc>
                <a:spcPts val="1600"/>
              </a:lnSpc>
            </a:pPr>
            <a:r>
              <a:rPr lang="en-US" b="1" dirty="0"/>
              <a:t>Axes de travail</a:t>
            </a:r>
          </a:p>
        </p:txBody>
      </p:sp>
      <p:pic>
        <p:nvPicPr>
          <p:cNvPr id="11" name="Graphique 10" descr="Amélioration continue avec un remplissage uni">
            <a:extLst>
              <a:ext uri="{FF2B5EF4-FFF2-40B4-BE49-F238E27FC236}">
                <a16:creationId xmlns:a16="http://schemas.microsoft.com/office/drawing/2014/main" id="{EF4BA746-B991-C517-0018-4D94E01E50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7463" y="3426421"/>
            <a:ext cx="780387" cy="780387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F103B0C4-3CD9-3991-DB0F-6485302D6749}"/>
              </a:ext>
            </a:extLst>
          </p:cNvPr>
          <p:cNvSpPr txBox="1"/>
          <p:nvPr/>
        </p:nvSpPr>
        <p:spPr>
          <a:xfrm>
            <a:off x="596899" y="4021210"/>
            <a:ext cx="17215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Intégration Continue CI</a:t>
            </a:r>
          </a:p>
        </p:txBody>
      </p:sp>
      <p:pic>
        <p:nvPicPr>
          <p:cNvPr id="14" name="Graphique 13" descr="Processeur avec un remplissage uni">
            <a:extLst>
              <a:ext uri="{FF2B5EF4-FFF2-40B4-BE49-F238E27FC236}">
                <a16:creationId xmlns:a16="http://schemas.microsoft.com/office/drawing/2014/main" id="{7CF16FE8-5932-173F-AFFF-4891FD6ABF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79033" y="3486150"/>
            <a:ext cx="560649" cy="560649"/>
          </a:xfrm>
          <a:prstGeom prst="rect">
            <a:avLst/>
          </a:prstGeom>
        </p:spPr>
      </p:pic>
      <p:sp>
        <p:nvSpPr>
          <p:cNvPr id="16" name="ZoneTexte 15">
            <a:extLst>
              <a:ext uri="{FF2B5EF4-FFF2-40B4-BE49-F238E27FC236}">
                <a16:creationId xmlns:a16="http://schemas.microsoft.com/office/drawing/2014/main" id="{18E88F6A-2835-7571-C9AE-E5BAEE2A70DC}"/>
              </a:ext>
            </a:extLst>
          </p:cNvPr>
          <p:cNvSpPr txBox="1"/>
          <p:nvPr/>
        </p:nvSpPr>
        <p:spPr>
          <a:xfrm>
            <a:off x="2788976" y="4021209"/>
            <a:ext cx="189097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Infrastructure d’exécution</a:t>
            </a:r>
          </a:p>
        </p:txBody>
      </p:sp>
      <p:pic>
        <p:nvPicPr>
          <p:cNvPr id="18" name="Graphique 17" descr="Présentation avec graphique à barres avec un remplissage uni">
            <a:extLst>
              <a:ext uri="{FF2B5EF4-FFF2-40B4-BE49-F238E27FC236}">
                <a16:creationId xmlns:a16="http://schemas.microsoft.com/office/drawing/2014/main" id="{C82ED48F-3DB6-8B3D-B171-ECD822E3CE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32057" y="3480908"/>
            <a:ext cx="560650" cy="560650"/>
          </a:xfrm>
          <a:prstGeom prst="rect">
            <a:avLst/>
          </a:prstGeom>
        </p:spPr>
      </p:pic>
      <p:sp>
        <p:nvSpPr>
          <p:cNvPr id="22" name="ZoneTexte 21">
            <a:extLst>
              <a:ext uri="{FF2B5EF4-FFF2-40B4-BE49-F238E27FC236}">
                <a16:creationId xmlns:a16="http://schemas.microsoft.com/office/drawing/2014/main" id="{9E459C8D-5200-D61E-B82C-647EAA7CAF46}"/>
              </a:ext>
            </a:extLst>
          </p:cNvPr>
          <p:cNvSpPr txBox="1"/>
          <p:nvPr/>
        </p:nvSpPr>
        <p:spPr>
          <a:xfrm>
            <a:off x="5295848" y="4022868"/>
            <a:ext cx="10894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Observabilité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3C15D3F8-B712-C6AF-52C9-A2B9202EFE7C}"/>
              </a:ext>
            </a:extLst>
          </p:cNvPr>
          <p:cNvSpPr txBox="1"/>
          <p:nvPr/>
        </p:nvSpPr>
        <p:spPr>
          <a:xfrm>
            <a:off x="7470347" y="4021209"/>
            <a:ext cx="3187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IA</a:t>
            </a:r>
          </a:p>
        </p:txBody>
      </p:sp>
      <p:pic>
        <p:nvPicPr>
          <p:cNvPr id="28" name="Graphique 27" descr="Partie gauche du cerveau avec un remplissage uni">
            <a:extLst>
              <a:ext uri="{FF2B5EF4-FFF2-40B4-BE49-F238E27FC236}">
                <a16:creationId xmlns:a16="http://schemas.microsoft.com/office/drawing/2014/main" id="{6753B215-DADF-775B-EA6B-7DA799FDBC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49400" y="3460559"/>
            <a:ext cx="560650" cy="5606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E228531D-7523-7015-96FD-84B17AA7AC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57200" y="4867442"/>
            <a:ext cx="1721513" cy="10525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457181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600" b="0" i="0" u="none" strike="noStrike" kern="1200" cap="none" spc="0" baseline="0">
                <a:solidFill>
                  <a:srgbClr val="0A2F24"/>
                </a:solidFill>
                <a:uFillTx/>
                <a:latin typeface="Poppins"/>
              </a:rPr>
              <a:t>©2026 Schneider Electric. All Rights Reserved.</a:t>
            </a: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A6C9B18D-3374-6D42-A213-C6CAEEF581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183669" y="4873907"/>
            <a:ext cx="525688" cy="9233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l" defTabSz="457181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600" b="0" i="0" u="none" strike="noStrike" kern="1200" cap="none" spc="0" baseline="0">
                <a:solidFill>
                  <a:srgbClr val="0A2F24"/>
                </a:solidFill>
                <a:uFillTx/>
                <a:latin typeface="Poppins"/>
                <a:ea typeface="Zalando Sans Medium" pitchFamily="2"/>
                <a:cs typeface="Arial"/>
              </a:rPr>
              <a:t>| Page </a:t>
            </a:r>
            <a:fld id="{75A76F71-C23C-41E9-AE5F-49FE6F682088}" type="slidenum">
              <a:rPr lang="en-US" sz="600" b="0" i="0" u="none" strike="noStrike" kern="1200" cap="none" spc="0" baseline="0">
                <a:solidFill>
                  <a:srgbClr val="0A2F24"/>
                </a:solidFill>
                <a:uFillTx/>
                <a:latin typeface="Poppins"/>
                <a:ea typeface="Zalando Sans Medium" pitchFamily="2"/>
                <a:cs typeface="Arial"/>
              </a:rPr>
              <a:t>5</a:t>
            </a:fld>
            <a:endParaRPr lang="en-US" sz="600" b="0" i="0" u="none" strike="noStrike" kern="1200" cap="none" spc="0" baseline="0">
              <a:solidFill>
                <a:srgbClr val="0A2F24"/>
              </a:solidFill>
              <a:uFillTx/>
              <a:latin typeface="Poppins"/>
              <a:ea typeface="Zalando Sans Medium" pitchFamily="2"/>
              <a:cs typeface="Arial"/>
            </a:endParaRPr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23CC7371-3004-39E4-EC4C-D7C29B0EDE05}"/>
              </a:ext>
            </a:extLst>
          </p:cNvPr>
          <p:cNvSpPr/>
          <p:nvPr/>
        </p:nvSpPr>
        <p:spPr>
          <a:xfrm>
            <a:off x="395286" y="342022"/>
            <a:ext cx="8353428" cy="28016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457181" rtl="0" fontAlgn="auto" hangingPunct="1"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2400" b="1" i="0" u="none" strike="noStrike" kern="1200" cap="none" spc="0" baseline="0" dirty="0">
                <a:solidFill>
                  <a:srgbClr val="47D45A"/>
                </a:solidFill>
                <a:uFillTx/>
                <a:latin typeface="Arial"/>
                <a:cs typeface="Arial"/>
              </a:rPr>
              <a:t>Architecture CI : avant / après</a:t>
            </a:r>
            <a:endParaRPr lang="en-PL" sz="2400" b="1" i="0" u="none" strike="noStrike" kern="1200" cap="none" spc="0" baseline="0" dirty="0">
              <a:solidFill>
                <a:srgbClr val="47D45A"/>
              </a:solidFill>
              <a:uFillTx/>
              <a:latin typeface="Arial"/>
              <a:cs typeface="Arial"/>
            </a:endParaRPr>
          </a:p>
        </p:txBody>
      </p:sp>
      <p:pic>
        <p:nvPicPr>
          <p:cNvPr id="16" name="Graphique 15">
            <a:extLst>
              <a:ext uri="{FF2B5EF4-FFF2-40B4-BE49-F238E27FC236}">
                <a16:creationId xmlns:a16="http://schemas.microsoft.com/office/drawing/2014/main" id="{77F1A707-0002-946F-32CC-162D499E35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1700" y="809614"/>
            <a:ext cx="6934200" cy="39470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915E7411-C600-4A97-C9EF-A32C5C45FA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57200" y="4867442"/>
            <a:ext cx="1721513" cy="10525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457181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600" b="0" i="0" u="none" strike="noStrike" kern="1200" cap="none" spc="0" baseline="0">
                <a:solidFill>
                  <a:srgbClr val="0A2F24"/>
                </a:solidFill>
                <a:uFillTx/>
                <a:latin typeface="Poppins"/>
              </a:rPr>
              <a:t>©2026 Schneider Electric. All Rights Reserved.</a:t>
            </a: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FE513D8E-B694-72F4-A5B1-9D7014CC81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183669" y="4873907"/>
            <a:ext cx="525688" cy="9233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l" defTabSz="457181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600" b="0" i="0" u="none" strike="noStrike" kern="1200" cap="none" spc="0" baseline="0">
                <a:solidFill>
                  <a:srgbClr val="0A2F24"/>
                </a:solidFill>
                <a:uFillTx/>
                <a:latin typeface="Poppins"/>
                <a:ea typeface="Zalando Sans Medium" pitchFamily="2"/>
                <a:cs typeface="Arial"/>
              </a:rPr>
              <a:t>| Page </a:t>
            </a:r>
            <a:fld id="{778456D3-78D2-418A-9858-244F328BFA59}" type="slidenum">
              <a:rPr lang="en-US" sz="600" b="0" i="0" u="none" strike="noStrike" kern="1200" cap="none" spc="0" baseline="0">
                <a:solidFill>
                  <a:srgbClr val="0A2F24"/>
                </a:solidFill>
                <a:uFillTx/>
                <a:latin typeface="Poppins"/>
                <a:ea typeface="Zalando Sans Medium" pitchFamily="2"/>
                <a:cs typeface="Arial"/>
              </a:rPr>
              <a:t>6</a:t>
            </a:fld>
            <a:endParaRPr lang="en-US" sz="600" b="0" i="0" u="none" strike="noStrike" kern="1200" cap="none" spc="0" baseline="0">
              <a:solidFill>
                <a:srgbClr val="0A2F24"/>
              </a:solidFill>
              <a:uFillTx/>
              <a:latin typeface="Poppins"/>
              <a:ea typeface="Zalando Sans Medium" pitchFamily="2"/>
              <a:cs typeface="Arial"/>
            </a:endParaRPr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85722558-ECC9-1458-6406-4A1047CC1C05}"/>
              </a:ext>
            </a:extLst>
          </p:cNvPr>
          <p:cNvSpPr/>
          <p:nvPr/>
        </p:nvSpPr>
        <p:spPr>
          <a:xfrm>
            <a:off x="395285" y="703676"/>
            <a:ext cx="8353428" cy="28016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457181" rtl="0" fontAlgn="auto" hangingPunct="1"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2400" b="1" i="0" u="none" strike="noStrike" kern="1200" cap="none" spc="0" baseline="0" dirty="0">
                <a:solidFill>
                  <a:srgbClr val="47D45A"/>
                </a:solidFill>
                <a:uFillTx/>
                <a:latin typeface="Arial"/>
                <a:cs typeface="Arial"/>
              </a:rPr>
              <a:t>Infrastructure d’exécution : contraintes et solutions</a:t>
            </a:r>
            <a:endParaRPr lang="en-PL" sz="2400" b="1" i="0" u="none" strike="noStrike" kern="1200" cap="none" spc="0" baseline="0" dirty="0">
              <a:solidFill>
                <a:srgbClr val="47D45A"/>
              </a:solidFill>
              <a:uFillTx/>
              <a:latin typeface="Arial"/>
              <a:cs typeface="Arial"/>
            </a:endParaRPr>
          </a:p>
        </p:txBody>
      </p:sp>
      <p:graphicFrame>
        <p:nvGraphicFramePr>
          <p:cNvPr id="8" name="Table placeholder" descr="Table example. Green header with transparent and grey rows ">
            <a:extLst>
              <a:ext uri="{FF2B5EF4-FFF2-40B4-BE49-F238E27FC236}">
                <a16:creationId xmlns:a16="http://schemas.microsoft.com/office/drawing/2014/main" id="{498CD87D-A43A-0183-84F8-5732A6A0224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30901316"/>
              </p:ext>
            </p:extLst>
          </p:nvPr>
        </p:nvGraphicFramePr>
        <p:xfrm>
          <a:off x="952500" y="1447788"/>
          <a:ext cx="6280150" cy="2364564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3140075">
                  <a:extLst>
                    <a:ext uri="{9D8B030D-6E8A-4147-A177-3AD203B41FA5}">
                      <a16:colId xmlns:a16="http://schemas.microsoft.com/office/drawing/2014/main" val="3075521116"/>
                    </a:ext>
                  </a:extLst>
                </a:gridCol>
                <a:gridCol w="3140075">
                  <a:extLst>
                    <a:ext uri="{9D8B030D-6E8A-4147-A177-3AD203B41FA5}">
                      <a16:colId xmlns:a16="http://schemas.microsoft.com/office/drawing/2014/main" val="2650421744"/>
                    </a:ext>
                  </a:extLst>
                </a:gridCol>
              </a:tblGrid>
              <a:tr h="591141">
                <a:tc>
                  <a:txBody>
                    <a:bodyPr/>
                    <a:lstStyle/>
                    <a:p>
                      <a:pPr lvl="0"/>
                      <a:r>
                        <a:rPr lang="fr-FR" sz="1400" dirty="0">
                          <a:solidFill>
                            <a:srgbClr val="0A2F24"/>
                          </a:solidFill>
                          <a:latin typeface="Poppins"/>
                        </a:rPr>
                        <a:t>Contraintes</a:t>
                      </a:r>
                      <a:r>
                        <a:rPr lang="en-PL" sz="1400" dirty="0">
                          <a:solidFill>
                            <a:srgbClr val="0A2F24"/>
                          </a:solidFill>
                          <a:latin typeface="Poppins"/>
                        </a:rPr>
                        <a:t> </a:t>
                      </a:r>
                      <a:r>
                        <a:rPr lang="fr-FR" sz="1400" dirty="0">
                          <a:solidFill>
                            <a:srgbClr val="0A2F24"/>
                          </a:solidFill>
                          <a:latin typeface="Poppins"/>
                        </a:rPr>
                        <a:t>identifiées</a:t>
                      </a:r>
                      <a:endParaRPr lang="en-PL" sz="1400" dirty="0">
                        <a:solidFill>
                          <a:srgbClr val="0A2F24"/>
                        </a:solidFill>
                        <a:latin typeface="Poppins"/>
                      </a:endParaRPr>
                    </a:p>
                  </a:txBody>
                  <a:tcPr anchor="ctr">
                    <a:lnR w="12701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1" cap="flat" cmpd="sng" algn="ctr">
                      <a:solidFill>
                        <a:srgbClr val="3DCD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/>
                      <a:r>
                        <a:rPr lang="en-GB" sz="1400" dirty="0">
                          <a:solidFill>
                            <a:srgbClr val="0A2F24"/>
                          </a:solidFill>
                          <a:latin typeface="Poppins"/>
                        </a:rPr>
                        <a:t>Solutions </a:t>
                      </a:r>
                      <a:r>
                        <a:rPr lang="en-GB" sz="1400" dirty="0" err="1">
                          <a:solidFill>
                            <a:srgbClr val="0A2F24"/>
                          </a:solidFill>
                          <a:latin typeface="Poppins"/>
                        </a:rPr>
                        <a:t>proposées</a:t>
                      </a:r>
                      <a:endParaRPr lang="en-GB" sz="1400" dirty="0">
                        <a:solidFill>
                          <a:srgbClr val="0A2F24"/>
                        </a:solidFill>
                        <a:latin typeface="Poppins"/>
                      </a:endParaRPr>
                    </a:p>
                  </a:txBody>
                  <a:tcPr anchor="ctr">
                    <a:lnL w="12701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1" cap="flat" cmpd="sng" algn="ctr">
                      <a:solidFill>
                        <a:srgbClr val="3DCD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0336213"/>
                  </a:ext>
                </a:extLst>
              </a:tr>
              <a:tr h="591141">
                <a:tc>
                  <a:txBody>
                    <a:bodyPr/>
                    <a:lstStyle/>
                    <a:p>
                      <a:pPr lvl="0"/>
                      <a:r>
                        <a:rPr lang="fr-FR" sz="1200" dirty="0">
                          <a:solidFill>
                            <a:srgbClr val="0A2F24"/>
                          </a:solidFill>
                          <a:latin typeface="Poppins"/>
                        </a:rPr>
                        <a:t>Pas de persistance des données</a:t>
                      </a:r>
                      <a:endParaRPr lang="en-PL" sz="1200" dirty="0">
                        <a:solidFill>
                          <a:srgbClr val="0A2F24"/>
                        </a:solidFill>
                        <a:latin typeface="Poppins"/>
                      </a:endParaRPr>
                    </a:p>
                  </a:txBody>
                  <a:tcPr anchor="ctr">
                    <a:lnR w="12701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3DCD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F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181" rtl="0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fr-FR" sz="1200" b="0" i="0" u="none" strike="noStrike" kern="1200" cap="none" spc="0" baseline="0" dirty="0">
                          <a:solidFill>
                            <a:srgbClr val="0A2F24"/>
                          </a:solidFill>
                          <a:uFillTx/>
                          <a:latin typeface="Poppins"/>
                        </a:rPr>
                        <a:t>Etude de solution NFS et snapshots</a:t>
                      </a:r>
                      <a:endParaRPr lang="en-PL" sz="1200" b="0" i="0" u="none" strike="noStrike" kern="1200" cap="none" spc="0" baseline="0" dirty="0">
                        <a:solidFill>
                          <a:srgbClr val="0A2F24"/>
                        </a:solidFill>
                        <a:uFillTx/>
                        <a:latin typeface="Poppins"/>
                      </a:endParaRPr>
                    </a:p>
                  </a:txBody>
                  <a:tcPr anchor="ctr">
                    <a:lnL w="12701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3DCD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7235578"/>
                  </a:ext>
                </a:extLst>
              </a:tr>
              <a:tr h="591141">
                <a:tc>
                  <a:txBody>
                    <a:bodyPr/>
                    <a:lstStyle/>
                    <a:p>
                      <a:pPr lvl="0"/>
                      <a:r>
                        <a:rPr lang="fr-FR" sz="1200" dirty="0">
                          <a:solidFill>
                            <a:srgbClr val="0A2F24"/>
                          </a:solidFill>
                          <a:latin typeface="Poppins"/>
                        </a:rPr>
                        <a:t>Contrainte </a:t>
                      </a:r>
                      <a:r>
                        <a:rPr lang="fr-FR" sz="1200" dirty="0" err="1">
                          <a:solidFill>
                            <a:srgbClr val="0A2F24"/>
                          </a:solidFill>
                          <a:latin typeface="Poppins"/>
                        </a:rPr>
                        <a:t>rootless</a:t>
                      </a:r>
                      <a:endParaRPr lang="en-PL" sz="1200" dirty="0">
                        <a:solidFill>
                          <a:srgbClr val="0A2F24"/>
                        </a:solidFill>
                        <a:latin typeface="Poppins"/>
                      </a:endParaRPr>
                    </a:p>
                  </a:txBody>
                  <a:tcPr anchor="ctr">
                    <a:lnR w="12701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181" rtl="0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fr-FR" sz="1200" b="0" i="0" u="none" strike="noStrike" kern="1200" cap="none" spc="0" baseline="0" dirty="0">
                          <a:solidFill>
                            <a:srgbClr val="0A2F24"/>
                          </a:solidFill>
                          <a:uFillTx/>
                          <a:latin typeface="Poppins"/>
                        </a:rPr>
                        <a:t>Mise en place d’un compte CI dédié</a:t>
                      </a:r>
                      <a:endParaRPr lang="en-PL" sz="1200" b="0" i="0" u="none" strike="noStrike" kern="1200" cap="none" spc="0" baseline="0" dirty="0">
                        <a:solidFill>
                          <a:srgbClr val="0A2F24"/>
                        </a:solidFill>
                        <a:uFillTx/>
                        <a:latin typeface="Poppins"/>
                      </a:endParaRPr>
                    </a:p>
                  </a:txBody>
                  <a:tcPr anchor="ctr">
                    <a:lnL w="12701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2080197"/>
                  </a:ext>
                </a:extLst>
              </a:tr>
              <a:tr h="591141">
                <a:tc>
                  <a:txBody>
                    <a:bodyPr/>
                    <a:lstStyle/>
                    <a:p>
                      <a:pPr lvl="0"/>
                      <a:r>
                        <a:rPr lang="fr-FR" sz="1200" dirty="0">
                          <a:solidFill>
                            <a:srgbClr val="0A2F24"/>
                          </a:solidFill>
                          <a:latin typeface="Poppins"/>
                        </a:rPr>
                        <a:t>Sous-utilisation des ressources (environ 30%)</a:t>
                      </a:r>
                      <a:endParaRPr lang="en-PL" sz="1200" dirty="0">
                        <a:solidFill>
                          <a:srgbClr val="0A2F24"/>
                        </a:solidFill>
                        <a:latin typeface="Poppins"/>
                      </a:endParaRPr>
                    </a:p>
                  </a:txBody>
                  <a:tcPr anchor="ctr">
                    <a:lnR w="12701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F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181" rtl="0" fontAlgn="auto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</a:pPr>
                      <a:r>
                        <a:rPr lang="fr-FR" sz="1200" b="0" i="0" u="none" strike="noStrike" kern="1200" cap="none" spc="0" baseline="0" dirty="0">
                          <a:solidFill>
                            <a:srgbClr val="0A2F24"/>
                          </a:solidFill>
                          <a:uFillTx/>
                          <a:latin typeface="Poppins"/>
                        </a:rPr>
                        <a:t>Proposition d’un </a:t>
                      </a:r>
                      <a:r>
                        <a:rPr lang="fr-FR" sz="1200" b="0" i="0" u="none" strike="noStrike" kern="1200" cap="none" spc="0" baseline="0" dirty="0" err="1">
                          <a:solidFill>
                            <a:srgbClr val="0A2F24"/>
                          </a:solidFill>
                          <a:uFillTx/>
                          <a:latin typeface="Poppins"/>
                        </a:rPr>
                        <a:t>runner</a:t>
                      </a:r>
                      <a:r>
                        <a:rPr lang="fr-FR" sz="1200" b="0" i="0" u="none" strike="noStrike" kern="1200" cap="none" spc="0" baseline="0" dirty="0">
                          <a:solidFill>
                            <a:srgbClr val="0A2F24"/>
                          </a:solidFill>
                          <a:uFillTx/>
                          <a:latin typeface="Poppins"/>
                        </a:rPr>
                        <a:t> « light »</a:t>
                      </a:r>
                      <a:endParaRPr lang="en-PL" sz="1200" b="0" i="0" u="none" strike="noStrike" kern="1200" cap="none" spc="0" baseline="0" dirty="0">
                        <a:solidFill>
                          <a:srgbClr val="0A2F24"/>
                        </a:solidFill>
                        <a:uFillTx/>
                        <a:latin typeface="Poppins"/>
                      </a:endParaRPr>
                    </a:p>
                  </a:txBody>
                  <a:tcPr anchor="ctr">
                    <a:lnL w="12701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1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1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1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F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81879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02DD12F3-13C4-5DDD-53F0-DDB470E39C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57200" y="4867442"/>
            <a:ext cx="1721513" cy="10525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457181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600" b="0" i="0" u="none" strike="noStrike" kern="1200" cap="none" spc="0" baseline="0">
                <a:solidFill>
                  <a:srgbClr val="0A2F24"/>
                </a:solidFill>
                <a:uFillTx/>
                <a:latin typeface="Poppins"/>
              </a:rPr>
              <a:t>©2026 Schneider Electric. All Rights Reserved.</a:t>
            </a: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A2A0C3B4-0BB8-F604-99B4-0685E737AF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183669" y="4873907"/>
            <a:ext cx="525688" cy="9233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l" defTabSz="457181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600" b="0" i="0" u="none" strike="noStrike" kern="1200" cap="none" spc="0" baseline="0">
                <a:solidFill>
                  <a:srgbClr val="0A2F24"/>
                </a:solidFill>
                <a:uFillTx/>
                <a:latin typeface="Poppins"/>
                <a:ea typeface="Zalando Sans Medium" pitchFamily="2"/>
                <a:cs typeface="Arial"/>
              </a:rPr>
              <a:t>| Page </a:t>
            </a:r>
            <a:fld id="{40E8066E-544D-4785-B4D1-310A655B5A98}" type="slidenum">
              <a:rPr lang="en-US" sz="600" b="0" i="0" u="none" strike="noStrike" kern="1200" cap="none" spc="0" baseline="0">
                <a:solidFill>
                  <a:srgbClr val="0A2F24"/>
                </a:solidFill>
                <a:uFillTx/>
                <a:latin typeface="Poppins"/>
                <a:ea typeface="Zalando Sans Medium" pitchFamily="2"/>
                <a:cs typeface="Arial"/>
              </a:rPr>
              <a:t>7</a:t>
            </a:fld>
            <a:endParaRPr lang="en-US" sz="600" b="0" i="0" u="none" strike="noStrike" kern="1200" cap="none" spc="0" baseline="0">
              <a:solidFill>
                <a:srgbClr val="0A2F24"/>
              </a:solidFill>
              <a:uFillTx/>
              <a:latin typeface="Poppins"/>
              <a:ea typeface="Zalando Sans Medium" pitchFamily="2"/>
              <a:cs typeface="Arial"/>
            </a:endParaRPr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0FA23951-3148-001D-76D0-78E007DA2656}"/>
              </a:ext>
            </a:extLst>
          </p:cNvPr>
          <p:cNvSpPr/>
          <p:nvPr/>
        </p:nvSpPr>
        <p:spPr>
          <a:xfrm>
            <a:off x="346840" y="494443"/>
            <a:ext cx="8353428" cy="28016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457181" rtl="0" fontAlgn="auto" hangingPunct="1"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2400" b="1" i="0" u="none" strike="noStrike" kern="1200" cap="none" spc="0" baseline="0" dirty="0">
                <a:solidFill>
                  <a:srgbClr val="47D45A"/>
                </a:solidFill>
                <a:uFillTx/>
                <a:latin typeface="Arial"/>
                <a:cs typeface="Arial"/>
              </a:rPr>
              <a:t>Observabilité</a:t>
            </a:r>
            <a:endParaRPr lang="en-PL" sz="2400" b="1" i="0" u="none" strike="noStrike" kern="1200" cap="none" spc="0" baseline="0" dirty="0">
              <a:solidFill>
                <a:srgbClr val="47D45A"/>
              </a:solidFill>
              <a:uFillTx/>
              <a:latin typeface="Arial"/>
              <a:cs typeface="Arial"/>
            </a:endParaRPr>
          </a:p>
        </p:txBody>
      </p:sp>
      <p:sp>
        <p:nvSpPr>
          <p:cNvPr id="5" name="Text Placeholder 16">
            <a:extLst>
              <a:ext uri="{FF2B5EF4-FFF2-40B4-BE49-F238E27FC236}">
                <a16:creationId xmlns:a16="http://schemas.microsoft.com/office/drawing/2014/main" id="{7C000AA4-C70A-76C9-3F01-2650D344D11B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626769" y="1133743"/>
            <a:ext cx="2325981" cy="3152507"/>
          </a:xfrm>
        </p:spPr>
        <p:txBody>
          <a:bodyPr/>
          <a:lstStyle/>
          <a:p>
            <a:pPr lvl="0">
              <a:lnSpc>
                <a:spcPts val="1600"/>
              </a:lnSpc>
              <a:buSzPct val="100000"/>
            </a:pPr>
            <a:r>
              <a:rPr lang="en-US" sz="1200" b="1" dirty="0" err="1"/>
              <a:t>Pourquoi</a:t>
            </a:r>
            <a:r>
              <a:rPr lang="en-US" sz="1200" b="1" dirty="0"/>
              <a:t> </a:t>
            </a:r>
            <a:r>
              <a:rPr lang="en-US" sz="1200" b="1" dirty="0" err="1"/>
              <a:t>mesurer</a:t>
            </a:r>
            <a:r>
              <a:rPr lang="en-US" sz="1200" b="1" dirty="0"/>
              <a:t> ?</a:t>
            </a:r>
          </a:p>
          <a:p>
            <a:pPr marL="171450" lvl="0" indent="-171450">
              <a:lnSpc>
                <a:spcPts val="16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200" dirty="0" err="1"/>
              <a:t>Visibilité</a:t>
            </a:r>
            <a:endParaRPr lang="en-US" sz="1200" dirty="0"/>
          </a:p>
          <a:p>
            <a:pPr marL="171450" lvl="0" indent="-171450">
              <a:lnSpc>
                <a:spcPts val="16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200" dirty="0" err="1"/>
              <a:t>Optimisation</a:t>
            </a:r>
            <a:endParaRPr lang="en-US" sz="1200" dirty="0"/>
          </a:p>
          <a:p>
            <a:pPr marL="171450" lvl="0" indent="-171450">
              <a:lnSpc>
                <a:spcPts val="16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200" dirty="0"/>
              <a:t>Aide à la decision</a:t>
            </a:r>
            <a:br>
              <a:rPr lang="en-US" sz="1200" dirty="0"/>
            </a:br>
            <a:endParaRPr lang="en-US" sz="1200" dirty="0"/>
          </a:p>
          <a:p>
            <a:pPr lvl="0">
              <a:lnSpc>
                <a:spcPts val="1600"/>
              </a:lnSpc>
              <a:buSzPct val="100000"/>
            </a:pPr>
            <a:r>
              <a:rPr lang="en-US" sz="1200" b="1" dirty="0" err="1"/>
              <a:t>Métriques</a:t>
            </a:r>
            <a:r>
              <a:rPr lang="en-US" sz="1200" b="1" dirty="0"/>
              <a:t> </a:t>
            </a:r>
            <a:r>
              <a:rPr lang="en-US" sz="1200" b="1" dirty="0" err="1"/>
              <a:t>collectées</a:t>
            </a:r>
            <a:endParaRPr lang="en-US" sz="1200" b="1" dirty="0"/>
          </a:p>
          <a:p>
            <a:pPr marL="171450" lvl="0" indent="-171450">
              <a:lnSpc>
                <a:spcPts val="16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200" dirty="0" err="1"/>
              <a:t>Qualité</a:t>
            </a:r>
            <a:r>
              <a:rPr lang="en-US" sz="1200" dirty="0"/>
              <a:t> du firmware </a:t>
            </a:r>
          </a:p>
          <a:p>
            <a:pPr marL="171450" lvl="0" indent="-171450">
              <a:lnSpc>
                <a:spcPts val="16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200" dirty="0"/>
              <a:t>Sécurité</a:t>
            </a:r>
          </a:p>
          <a:p>
            <a:pPr marL="171450" lvl="0" indent="-171450">
              <a:lnSpc>
                <a:spcPts val="16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1200" dirty="0"/>
              <a:t>Infrastructure CI</a:t>
            </a:r>
          </a:p>
        </p:txBody>
      </p:sp>
      <p:pic>
        <p:nvPicPr>
          <p:cNvPr id="6" name="Image 9">
            <a:extLst>
              <a:ext uri="{FF2B5EF4-FFF2-40B4-BE49-F238E27FC236}">
                <a16:creationId xmlns:a16="http://schemas.microsoft.com/office/drawing/2014/main" id="{D2CB0461-08BF-605F-6DC5-C8F57D06B2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6675" y="685800"/>
            <a:ext cx="3892637" cy="3771899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22" name="Légende : encadrée 21">
            <a:extLst>
              <a:ext uri="{FF2B5EF4-FFF2-40B4-BE49-F238E27FC236}">
                <a16:creationId xmlns:a16="http://schemas.microsoft.com/office/drawing/2014/main" id="{6A46D9EB-1FDA-890E-E7E6-E63199859C0D}"/>
              </a:ext>
            </a:extLst>
          </p:cNvPr>
          <p:cNvSpPr/>
          <p:nvPr/>
        </p:nvSpPr>
        <p:spPr>
          <a:xfrm>
            <a:off x="4330700" y="876300"/>
            <a:ext cx="3690118" cy="1041400"/>
          </a:xfrm>
          <a:prstGeom prst="borderCallout1">
            <a:avLst>
              <a:gd name="adj1" fmla="val 51067"/>
              <a:gd name="adj2" fmla="val 99"/>
              <a:gd name="adj3" fmla="val 210061"/>
              <a:gd name="adj4" fmla="val -53820"/>
            </a:avLst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Légende : encadrée 23">
            <a:extLst>
              <a:ext uri="{FF2B5EF4-FFF2-40B4-BE49-F238E27FC236}">
                <a16:creationId xmlns:a16="http://schemas.microsoft.com/office/drawing/2014/main" id="{ED7DB76D-0E33-06C5-63CE-3A6319D65463}"/>
              </a:ext>
            </a:extLst>
          </p:cNvPr>
          <p:cNvSpPr/>
          <p:nvPr/>
        </p:nvSpPr>
        <p:spPr>
          <a:xfrm>
            <a:off x="4318000" y="1955800"/>
            <a:ext cx="3690118" cy="1473200"/>
          </a:xfrm>
          <a:prstGeom prst="borderCallout1">
            <a:avLst>
              <a:gd name="adj1" fmla="val 51067"/>
              <a:gd name="adj2" fmla="val 99"/>
              <a:gd name="adj3" fmla="val 100337"/>
              <a:gd name="adj4" fmla="val -7670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Légende : encadrée 25">
            <a:extLst>
              <a:ext uri="{FF2B5EF4-FFF2-40B4-BE49-F238E27FC236}">
                <a16:creationId xmlns:a16="http://schemas.microsoft.com/office/drawing/2014/main" id="{CEB05E4D-688B-1B0B-3015-553002DC9245}"/>
              </a:ext>
            </a:extLst>
          </p:cNvPr>
          <p:cNvSpPr/>
          <p:nvPr/>
        </p:nvSpPr>
        <p:spPr>
          <a:xfrm>
            <a:off x="4277876" y="3467101"/>
            <a:ext cx="3791378" cy="933450"/>
          </a:xfrm>
          <a:prstGeom prst="borderCallout1">
            <a:avLst>
              <a:gd name="adj1" fmla="val 51067"/>
              <a:gd name="adj2" fmla="val 99"/>
              <a:gd name="adj3" fmla="val 31640"/>
              <a:gd name="adj4" fmla="val -58435"/>
            </a:avLst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C91E61D6-1BD8-7341-6249-F111402F5A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57200" y="4867442"/>
            <a:ext cx="1721513" cy="10525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457181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600" b="0" i="0" u="none" strike="noStrike" kern="1200" cap="none" spc="0" baseline="0">
                <a:solidFill>
                  <a:srgbClr val="0A2F24"/>
                </a:solidFill>
                <a:uFillTx/>
                <a:latin typeface="Poppins"/>
              </a:rPr>
              <a:t>©2026 Schneider Electric. All Rights Reserved.</a:t>
            </a: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CEE72029-4FE5-E202-0E03-A6485CB924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183669" y="4873907"/>
            <a:ext cx="525688" cy="9233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l" defTabSz="457181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600" b="0" i="0" u="none" strike="noStrike" kern="1200" cap="none" spc="0" baseline="0">
                <a:solidFill>
                  <a:srgbClr val="0A2F24"/>
                </a:solidFill>
                <a:uFillTx/>
                <a:latin typeface="Poppins"/>
                <a:ea typeface="Zalando Sans Medium" pitchFamily="2"/>
                <a:cs typeface="Arial"/>
              </a:rPr>
              <a:t>| Page </a:t>
            </a:r>
            <a:fld id="{61221860-958F-402B-9601-90FD5A9C10F0}" type="slidenum">
              <a:rPr lang="en-US" sz="600" b="0" i="0" u="none" strike="noStrike" kern="1200" cap="none" spc="0" baseline="0">
                <a:solidFill>
                  <a:srgbClr val="0A2F24"/>
                </a:solidFill>
                <a:uFillTx/>
                <a:latin typeface="Poppins"/>
                <a:ea typeface="Zalando Sans Medium" pitchFamily="2"/>
                <a:cs typeface="Arial"/>
              </a:rPr>
              <a:t>8</a:t>
            </a:fld>
            <a:endParaRPr lang="en-US" sz="600" b="0" i="0" u="none" strike="noStrike" kern="1200" cap="none" spc="0" baseline="0">
              <a:solidFill>
                <a:srgbClr val="0A2F24"/>
              </a:solidFill>
              <a:uFillTx/>
              <a:latin typeface="Poppins"/>
              <a:ea typeface="Zalando Sans Medium" pitchFamily="2"/>
              <a:cs typeface="Arial"/>
            </a:endParaRPr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543214D6-B331-3772-71AE-D1892A596B5E}"/>
              </a:ext>
            </a:extLst>
          </p:cNvPr>
          <p:cNvSpPr/>
          <p:nvPr/>
        </p:nvSpPr>
        <p:spPr>
          <a:xfrm>
            <a:off x="395285" y="557139"/>
            <a:ext cx="8353428" cy="28016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457181" rtl="0" fontAlgn="auto" hangingPunct="1"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2400" b="1" i="0" u="none" strike="noStrike" kern="1200" cap="none" spc="0" baseline="0" dirty="0">
                <a:solidFill>
                  <a:srgbClr val="47D45A"/>
                </a:solidFill>
                <a:uFillTx/>
                <a:latin typeface="Arial"/>
                <a:cs typeface="Arial"/>
              </a:rPr>
              <a:t>IA et automatisation des analyses d’échecs CI</a:t>
            </a:r>
            <a:endParaRPr lang="en-PL" sz="2400" b="1" i="0" u="none" strike="noStrike" kern="1200" cap="none" spc="0" baseline="0" dirty="0">
              <a:solidFill>
                <a:srgbClr val="47D45A"/>
              </a:solidFill>
              <a:uFillTx/>
              <a:latin typeface="Arial"/>
              <a:cs typeface="Arial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E09EC20E-3C7A-3F58-1358-3EE02604FB19}"/>
              </a:ext>
            </a:extLst>
          </p:cNvPr>
          <p:cNvSpPr txBox="1"/>
          <p:nvPr/>
        </p:nvSpPr>
        <p:spPr>
          <a:xfrm>
            <a:off x="2778125" y="1205737"/>
            <a:ext cx="2838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Accélération des activités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50624470-8B7D-CE08-CA36-F1457B6B9C85}"/>
              </a:ext>
            </a:extLst>
          </p:cNvPr>
          <p:cNvSpPr txBox="1"/>
          <p:nvPr/>
        </p:nvSpPr>
        <p:spPr>
          <a:xfrm>
            <a:off x="609600" y="2144992"/>
            <a:ext cx="1721512" cy="1415772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fr-FR" sz="1400" dirty="0"/>
              <a:t>Développement</a:t>
            </a:r>
            <a:endParaRPr lang="fr-FR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dirty="0"/>
              <a:t>Génération des scripts Bash et Python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dirty="0"/>
              <a:t>Assistance à la compréhension du code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838D954C-8B30-1F7B-DDB1-6E372E589110}"/>
              </a:ext>
            </a:extLst>
          </p:cNvPr>
          <p:cNvSpPr txBox="1"/>
          <p:nvPr/>
        </p:nvSpPr>
        <p:spPr>
          <a:xfrm>
            <a:off x="3232150" y="2144992"/>
            <a:ext cx="1930400" cy="1569660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fr-FR" sz="1400" dirty="0"/>
              <a:t>Analyse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400" dirty="0"/>
              <a:t>Investigation d’erreurs dans la CI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400" dirty="0"/>
              <a:t>Prototypage rapide de solution technique</a:t>
            </a:r>
            <a:endParaRPr lang="fr-FR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1200" dirty="0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CB8E345E-06A9-708F-C2AC-47E44C85C65B}"/>
              </a:ext>
            </a:extLst>
          </p:cNvPr>
          <p:cNvSpPr txBox="1"/>
          <p:nvPr/>
        </p:nvSpPr>
        <p:spPr>
          <a:xfrm>
            <a:off x="6076950" y="2144992"/>
            <a:ext cx="1517650" cy="86177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fr-FR" sz="1400" dirty="0"/>
              <a:t>Documentation</a:t>
            </a:r>
            <a:endParaRPr lang="fr-FR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200" dirty="0"/>
              <a:t>Rédaction de documentation technique</a:t>
            </a:r>
          </a:p>
        </p:txBody>
      </p:sp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3CFCF023-2C5C-D584-2D6E-0C042845A22A}"/>
              </a:ext>
            </a:extLst>
          </p:cNvPr>
          <p:cNvCxnSpPr>
            <a:cxnSpLocks/>
            <a:stCxn id="12" idx="2"/>
            <a:endCxn id="13" idx="0"/>
          </p:cNvCxnSpPr>
          <p:nvPr/>
        </p:nvCxnSpPr>
        <p:spPr>
          <a:xfrm flipH="1">
            <a:off x="1470356" y="1575069"/>
            <a:ext cx="2726994" cy="569923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520DFF23-F441-B8CF-3509-C2245A0C054C}"/>
              </a:ext>
            </a:extLst>
          </p:cNvPr>
          <p:cNvCxnSpPr>
            <a:cxnSpLocks/>
            <a:stCxn id="12" idx="2"/>
            <a:endCxn id="15" idx="0"/>
          </p:cNvCxnSpPr>
          <p:nvPr/>
        </p:nvCxnSpPr>
        <p:spPr>
          <a:xfrm>
            <a:off x="4197350" y="1575069"/>
            <a:ext cx="0" cy="569923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185886B7-35AE-38BB-6670-D04F0E25B4C9}"/>
              </a:ext>
            </a:extLst>
          </p:cNvPr>
          <p:cNvCxnSpPr>
            <a:cxnSpLocks/>
            <a:stCxn id="12" idx="2"/>
            <a:endCxn id="17" idx="0"/>
          </p:cNvCxnSpPr>
          <p:nvPr/>
        </p:nvCxnSpPr>
        <p:spPr>
          <a:xfrm>
            <a:off x="4197350" y="1575069"/>
            <a:ext cx="2638425" cy="569923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ZoneTexte 27">
            <a:extLst>
              <a:ext uri="{FF2B5EF4-FFF2-40B4-BE49-F238E27FC236}">
                <a16:creationId xmlns:a16="http://schemas.microsoft.com/office/drawing/2014/main" id="{3368FF8C-B814-C8C1-1703-9348A71285E5}"/>
              </a:ext>
            </a:extLst>
          </p:cNvPr>
          <p:cNvSpPr txBox="1"/>
          <p:nvPr/>
        </p:nvSpPr>
        <p:spPr>
          <a:xfrm>
            <a:off x="609600" y="3953598"/>
            <a:ext cx="7137400" cy="369332"/>
          </a:xfrm>
          <a:prstGeom prst="rect">
            <a:avLst/>
          </a:prstGeom>
          <a:noFill/>
          <a:ln>
            <a:solidFill>
              <a:srgbClr val="00B050"/>
            </a:solidFill>
            <a:prstDash val="sysDot"/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Gain de temps et qualité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01A3B472-7165-E40F-9624-E73DDA3447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57200" y="4867442"/>
            <a:ext cx="1721513" cy="10525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457181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600" b="0" i="0" u="none" strike="noStrike" kern="1200" cap="none" spc="0" baseline="0">
                <a:solidFill>
                  <a:srgbClr val="0A2F24"/>
                </a:solidFill>
                <a:uFillTx/>
                <a:latin typeface="Poppins"/>
              </a:rPr>
              <a:t>©2026 Schneider Electric. All Rights Reserved.</a:t>
            </a: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6BD5C456-871C-2953-22E2-8CF130118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183669" y="4873907"/>
            <a:ext cx="525688" cy="9233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l" defTabSz="457181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600" b="0" i="0" u="none" strike="noStrike" kern="1200" cap="none" spc="0" baseline="0">
                <a:solidFill>
                  <a:srgbClr val="0A2F24"/>
                </a:solidFill>
                <a:uFillTx/>
                <a:latin typeface="Poppins"/>
                <a:ea typeface="Zalando Sans Medium" pitchFamily="2"/>
                <a:cs typeface="Arial"/>
              </a:rPr>
              <a:t>| Page </a:t>
            </a:r>
            <a:fld id="{C1C30308-679D-4F53-8D29-A9195C3349DC}" type="slidenum">
              <a:rPr lang="en-US" sz="600" b="0" i="0" u="none" strike="noStrike" kern="1200" cap="none" spc="0" baseline="0">
                <a:solidFill>
                  <a:srgbClr val="0A2F24"/>
                </a:solidFill>
                <a:uFillTx/>
                <a:latin typeface="Poppins"/>
                <a:ea typeface="Zalando Sans Medium" pitchFamily="2"/>
                <a:cs typeface="Arial"/>
              </a:rPr>
              <a:t>9</a:t>
            </a:fld>
            <a:endParaRPr lang="en-US" sz="600" b="0" i="0" u="none" strike="noStrike" kern="1200" cap="none" spc="0" baseline="0">
              <a:solidFill>
                <a:srgbClr val="0A2F24"/>
              </a:solidFill>
              <a:uFillTx/>
              <a:latin typeface="Poppins"/>
              <a:ea typeface="Zalando Sans Medium" pitchFamily="2"/>
              <a:cs typeface="Arial"/>
            </a:endParaRPr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BDEF3FE4-8129-0BFF-49DA-8CAD56E1AA81}"/>
              </a:ext>
            </a:extLst>
          </p:cNvPr>
          <p:cNvSpPr/>
          <p:nvPr/>
        </p:nvSpPr>
        <p:spPr>
          <a:xfrm>
            <a:off x="395285" y="703676"/>
            <a:ext cx="8353428" cy="28016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457181" rtl="0" fontAlgn="auto" hangingPunct="1"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2400" b="1" i="0" u="none" strike="noStrike" kern="1200" cap="none" spc="0" baseline="0" dirty="0">
                <a:solidFill>
                  <a:srgbClr val="47D45A"/>
                </a:solidFill>
                <a:uFillTx/>
                <a:latin typeface="Arial"/>
                <a:cs typeface="Arial"/>
              </a:rPr>
              <a:t>Résultats </a:t>
            </a:r>
            <a:r>
              <a:rPr lang="fr-FR" sz="2400" b="1" dirty="0">
                <a:solidFill>
                  <a:srgbClr val="47D45A"/>
                </a:solidFill>
                <a:latin typeface="Arial"/>
                <a:cs typeface="Arial"/>
              </a:rPr>
              <a:t>et impacts</a:t>
            </a:r>
            <a:endParaRPr lang="en-PL" sz="2400" b="1" i="0" u="none" strike="noStrike" kern="1200" cap="none" spc="0" baseline="0" dirty="0">
              <a:solidFill>
                <a:srgbClr val="47D45A"/>
              </a:solidFill>
              <a:uFillTx/>
              <a:latin typeface="Arial"/>
              <a:cs typeface="Arial"/>
            </a:endParaRP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4218896C-4717-811B-BB9F-9AEBD38A3D00}"/>
              </a:ext>
            </a:extLst>
          </p:cNvPr>
          <p:cNvSpPr txBox="1"/>
          <p:nvPr/>
        </p:nvSpPr>
        <p:spPr>
          <a:xfrm>
            <a:off x="395285" y="1996971"/>
            <a:ext cx="1790764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/>
              <a:t>Fiabilité et sécurité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Intégration de scan de vulnérabilité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Génération des artefacts logiciels</a:t>
            </a:r>
          </a:p>
        </p:txBody>
      </p:sp>
      <p:pic>
        <p:nvPicPr>
          <p:cNvPr id="24" name="Graphique 23" descr="Verrou avec un remplissage uni">
            <a:extLst>
              <a:ext uri="{FF2B5EF4-FFF2-40B4-BE49-F238E27FC236}">
                <a16:creationId xmlns:a16="http://schemas.microsoft.com/office/drawing/2014/main" id="{19340FF9-2490-B3F7-528F-A0075FAFA8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0569" y="1402198"/>
            <a:ext cx="594773" cy="594773"/>
          </a:xfrm>
          <a:prstGeom prst="rect">
            <a:avLst/>
          </a:prstGeom>
        </p:spPr>
      </p:pic>
      <p:pic>
        <p:nvPicPr>
          <p:cNvPr id="26" name="Graphique 25" descr="Graphique à barres avec un remplissage uni">
            <a:extLst>
              <a:ext uri="{FF2B5EF4-FFF2-40B4-BE49-F238E27FC236}">
                <a16:creationId xmlns:a16="http://schemas.microsoft.com/office/drawing/2014/main" id="{EF682EA6-1A67-BE9A-C544-AF364709F20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69742" y="1402198"/>
            <a:ext cx="594773" cy="594773"/>
          </a:xfrm>
          <a:prstGeom prst="rect">
            <a:avLst/>
          </a:prstGeom>
        </p:spPr>
      </p:pic>
      <p:pic>
        <p:nvPicPr>
          <p:cNvPr id="28" name="Graphique 27" descr="TVA avec un remplissage uni">
            <a:extLst>
              <a:ext uri="{FF2B5EF4-FFF2-40B4-BE49-F238E27FC236}">
                <a16:creationId xmlns:a16="http://schemas.microsoft.com/office/drawing/2014/main" id="{741389F5-1508-166B-8F67-1D4FE30D6C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73210" y="1402198"/>
            <a:ext cx="594773" cy="594773"/>
          </a:xfrm>
          <a:prstGeom prst="rect">
            <a:avLst/>
          </a:prstGeom>
        </p:spPr>
      </p:pic>
      <p:pic>
        <p:nvPicPr>
          <p:cNvPr id="32" name="Graphique 31" descr="Partie gauche du cerveau avec un remplissage uni">
            <a:extLst>
              <a:ext uri="{FF2B5EF4-FFF2-40B4-BE49-F238E27FC236}">
                <a16:creationId xmlns:a16="http://schemas.microsoft.com/office/drawing/2014/main" id="{E9C63B13-255E-66C9-ACD2-E9FCA2A9928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79526" y="1402198"/>
            <a:ext cx="594773" cy="594773"/>
          </a:xfrm>
          <a:prstGeom prst="rect">
            <a:avLst/>
          </a:prstGeom>
        </p:spPr>
      </p:pic>
      <p:sp>
        <p:nvSpPr>
          <p:cNvPr id="34" name="ZoneTexte 33">
            <a:extLst>
              <a:ext uri="{FF2B5EF4-FFF2-40B4-BE49-F238E27FC236}">
                <a16:creationId xmlns:a16="http://schemas.microsoft.com/office/drawing/2014/main" id="{B9EA0329-5381-117C-11A6-0D4F703DE03A}"/>
              </a:ext>
            </a:extLst>
          </p:cNvPr>
          <p:cNvSpPr txBox="1"/>
          <p:nvPr/>
        </p:nvSpPr>
        <p:spPr>
          <a:xfrm>
            <a:off x="2477348" y="1996971"/>
            <a:ext cx="1790764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/>
              <a:t>Performance et optimisation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Identification des limites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Opportunités de réduction des coûts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FA4B3E6C-7708-0990-E090-C33BEC5897E5}"/>
              </a:ext>
            </a:extLst>
          </p:cNvPr>
          <p:cNvSpPr txBox="1"/>
          <p:nvPr/>
        </p:nvSpPr>
        <p:spPr>
          <a:xfrm>
            <a:off x="4497453" y="2000042"/>
            <a:ext cx="173935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/>
              <a:t>Pilotage par la donnée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Suivi de 8 indicateurs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Centralisation des métriques</a:t>
            </a: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45D5DA09-BB2B-11DE-0414-370912528F11}"/>
              </a:ext>
            </a:extLst>
          </p:cNvPr>
          <p:cNvSpPr txBox="1"/>
          <p:nvPr/>
        </p:nvSpPr>
        <p:spPr>
          <a:xfrm>
            <a:off x="6466146" y="1996971"/>
            <a:ext cx="182153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 dirty="0"/>
              <a:t>Analyse des échecs accélérée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/>
              <a:t>Assistance IA pour le diagnostic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B075E-D591-34F5-AC51-A6D373541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4E2A1E01-347C-A7C4-0063-761BB91687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57200" y="4867442"/>
            <a:ext cx="1721513" cy="10525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457181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600" b="0" i="0" u="none" strike="noStrike" kern="1200" cap="none" spc="0" baseline="0">
                <a:solidFill>
                  <a:srgbClr val="0A2F24"/>
                </a:solidFill>
                <a:uFillTx/>
                <a:latin typeface="Poppins"/>
              </a:rPr>
              <a:t>©2026 Schneider Electric. All Rights Reserved.</a:t>
            </a: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D643656F-14BA-FE69-9FE7-B321274C93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183669" y="4873907"/>
            <a:ext cx="525688" cy="9233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l" defTabSz="457181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600" b="0" i="0" u="none" strike="noStrike" kern="1200" cap="none" spc="0" baseline="0">
                <a:solidFill>
                  <a:srgbClr val="0A2F24"/>
                </a:solidFill>
                <a:uFillTx/>
                <a:latin typeface="Poppins"/>
                <a:ea typeface="Zalando Sans Medium" pitchFamily="2"/>
                <a:cs typeface="Arial"/>
              </a:rPr>
              <a:t>| Page </a:t>
            </a:r>
            <a:fld id="{C1C30308-679D-4F53-8D29-A9195C3349DC}" type="slidenum">
              <a:rPr lang="en-US" sz="600" b="0" i="0" u="none" strike="noStrike" kern="1200" cap="none" spc="0" baseline="0">
                <a:solidFill>
                  <a:srgbClr val="0A2F24"/>
                </a:solidFill>
                <a:uFillTx/>
                <a:latin typeface="Poppins"/>
                <a:ea typeface="Zalando Sans Medium" pitchFamily="2"/>
                <a:cs typeface="Arial"/>
              </a:rPr>
              <a:t>10</a:t>
            </a:fld>
            <a:endParaRPr lang="en-US" sz="600" b="0" i="0" u="none" strike="noStrike" kern="1200" cap="none" spc="0" baseline="0">
              <a:solidFill>
                <a:srgbClr val="0A2F24"/>
              </a:solidFill>
              <a:uFillTx/>
              <a:latin typeface="Poppins"/>
              <a:ea typeface="Zalando Sans Medium" pitchFamily="2"/>
              <a:cs typeface="Arial"/>
            </a:endParaRPr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E35A7BC6-CF0D-5973-5728-3559697805CA}"/>
              </a:ext>
            </a:extLst>
          </p:cNvPr>
          <p:cNvSpPr/>
          <p:nvPr/>
        </p:nvSpPr>
        <p:spPr>
          <a:xfrm>
            <a:off x="395285" y="583026"/>
            <a:ext cx="8353428" cy="28016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457181" rtl="0" fontAlgn="auto" hangingPunct="1"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2400" b="1" dirty="0">
                <a:solidFill>
                  <a:srgbClr val="47D45A"/>
                </a:solidFill>
                <a:latin typeface="Arial"/>
                <a:cs typeface="Arial"/>
              </a:rPr>
              <a:t>Bilan personnel</a:t>
            </a:r>
            <a:endParaRPr lang="en-PL" sz="2400" b="1" i="0" u="none" strike="noStrike" kern="1200" cap="none" spc="0" baseline="0" dirty="0">
              <a:solidFill>
                <a:srgbClr val="47D45A"/>
              </a:solidFill>
              <a:uFillTx/>
              <a:latin typeface="Arial"/>
              <a:cs typeface="Arial"/>
            </a:endParaRPr>
          </a:p>
        </p:txBody>
      </p:sp>
      <p:sp>
        <p:nvSpPr>
          <p:cNvPr id="6" name="Organigramme : Alternative 5">
            <a:extLst>
              <a:ext uri="{FF2B5EF4-FFF2-40B4-BE49-F238E27FC236}">
                <a16:creationId xmlns:a16="http://schemas.microsoft.com/office/drawing/2014/main" id="{14D3FAFC-ED00-7AAB-4B93-5654EFB246FE}"/>
              </a:ext>
            </a:extLst>
          </p:cNvPr>
          <p:cNvSpPr/>
          <p:nvPr/>
        </p:nvSpPr>
        <p:spPr>
          <a:xfrm>
            <a:off x="698501" y="1512549"/>
            <a:ext cx="2171700" cy="976651"/>
          </a:xfrm>
          <a:prstGeom prst="flowChartAlternateProcess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12ACBD8-B4A9-6480-F84A-19EC9B803AE4}"/>
              </a:ext>
            </a:extLst>
          </p:cNvPr>
          <p:cNvSpPr txBox="1"/>
          <p:nvPr/>
        </p:nvSpPr>
        <p:spPr>
          <a:xfrm>
            <a:off x="781050" y="1600201"/>
            <a:ext cx="2089151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/>
              <a:t>Communication</a:t>
            </a:r>
          </a:p>
          <a:p>
            <a:r>
              <a:rPr lang="fr-FR" sz="1200" dirty="0"/>
              <a:t>La réussite d’un projet est avant tout collective</a:t>
            </a:r>
          </a:p>
        </p:txBody>
      </p:sp>
      <p:sp>
        <p:nvSpPr>
          <p:cNvPr id="9" name="Organigramme : Alternative 8">
            <a:extLst>
              <a:ext uri="{FF2B5EF4-FFF2-40B4-BE49-F238E27FC236}">
                <a16:creationId xmlns:a16="http://schemas.microsoft.com/office/drawing/2014/main" id="{B027D2FA-3C41-8C8A-FC88-D6047888BCC3}"/>
              </a:ext>
            </a:extLst>
          </p:cNvPr>
          <p:cNvSpPr/>
          <p:nvPr/>
        </p:nvSpPr>
        <p:spPr>
          <a:xfrm>
            <a:off x="3043568" y="1512549"/>
            <a:ext cx="2171700" cy="976651"/>
          </a:xfrm>
          <a:prstGeom prst="flowChartAlternateProcess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19A17C94-1220-5821-EF84-086815D852C2}"/>
              </a:ext>
            </a:extLst>
          </p:cNvPr>
          <p:cNvSpPr txBox="1"/>
          <p:nvPr/>
        </p:nvSpPr>
        <p:spPr>
          <a:xfrm>
            <a:off x="3126117" y="1600201"/>
            <a:ext cx="208915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/>
              <a:t>Prise d’initiative</a:t>
            </a:r>
          </a:p>
          <a:p>
            <a:r>
              <a:rPr lang="fr-FR" sz="1200" dirty="0"/>
              <a:t>Oser proposer des idées et des améliorations</a:t>
            </a:r>
          </a:p>
        </p:txBody>
      </p:sp>
      <p:sp>
        <p:nvSpPr>
          <p:cNvPr id="13" name="Organigramme : Alternative 12">
            <a:extLst>
              <a:ext uri="{FF2B5EF4-FFF2-40B4-BE49-F238E27FC236}">
                <a16:creationId xmlns:a16="http://schemas.microsoft.com/office/drawing/2014/main" id="{790441DC-5C19-C89F-74B8-EA3733CB7B81}"/>
              </a:ext>
            </a:extLst>
          </p:cNvPr>
          <p:cNvSpPr/>
          <p:nvPr/>
        </p:nvSpPr>
        <p:spPr>
          <a:xfrm>
            <a:off x="698501" y="2724151"/>
            <a:ext cx="2171700" cy="976651"/>
          </a:xfrm>
          <a:prstGeom prst="flowChartAlternateProcess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12590431-87A6-DA9E-9DE1-F3EC9A11C13E}"/>
              </a:ext>
            </a:extLst>
          </p:cNvPr>
          <p:cNvSpPr txBox="1"/>
          <p:nvPr/>
        </p:nvSpPr>
        <p:spPr>
          <a:xfrm>
            <a:off x="781050" y="2811803"/>
            <a:ext cx="208915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/>
              <a:t>Esprit d’équipe</a:t>
            </a:r>
          </a:p>
          <a:p>
            <a:r>
              <a:rPr lang="fr-FR" sz="1200" dirty="0"/>
              <a:t>Savoir demander de l’aide et partager ses connaissances</a:t>
            </a:r>
          </a:p>
        </p:txBody>
      </p:sp>
      <p:sp>
        <p:nvSpPr>
          <p:cNvPr id="17" name="Organigramme : Alternative 16">
            <a:extLst>
              <a:ext uri="{FF2B5EF4-FFF2-40B4-BE49-F238E27FC236}">
                <a16:creationId xmlns:a16="http://schemas.microsoft.com/office/drawing/2014/main" id="{CCD57551-1656-53AF-1178-8AAC49C09A79}"/>
              </a:ext>
            </a:extLst>
          </p:cNvPr>
          <p:cNvSpPr/>
          <p:nvPr/>
        </p:nvSpPr>
        <p:spPr>
          <a:xfrm>
            <a:off x="3043568" y="2724151"/>
            <a:ext cx="3056863" cy="976651"/>
          </a:xfrm>
          <a:prstGeom prst="flowChartAlternateProcess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F7D9BD26-CCFD-A02F-7AF1-39D78D994727}"/>
              </a:ext>
            </a:extLst>
          </p:cNvPr>
          <p:cNvSpPr txBox="1"/>
          <p:nvPr/>
        </p:nvSpPr>
        <p:spPr>
          <a:xfrm>
            <a:off x="3126118" y="2811803"/>
            <a:ext cx="29743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/>
              <a:t>Organisation industrielle</a:t>
            </a:r>
          </a:p>
          <a:p>
            <a:r>
              <a:rPr lang="fr-FR" sz="1200" dirty="0"/>
              <a:t>Découverte du fonctionnement d’un grand groupe et des méthodes Agile</a:t>
            </a:r>
          </a:p>
        </p:txBody>
      </p:sp>
      <p:sp>
        <p:nvSpPr>
          <p:cNvPr id="27" name="Organigramme : Alternative 26">
            <a:extLst>
              <a:ext uri="{FF2B5EF4-FFF2-40B4-BE49-F238E27FC236}">
                <a16:creationId xmlns:a16="http://schemas.microsoft.com/office/drawing/2014/main" id="{0FFD1EF1-B627-0D91-9986-57107213E1F3}"/>
              </a:ext>
            </a:extLst>
          </p:cNvPr>
          <p:cNvSpPr/>
          <p:nvPr/>
        </p:nvSpPr>
        <p:spPr>
          <a:xfrm>
            <a:off x="6273799" y="2724151"/>
            <a:ext cx="2171700" cy="976651"/>
          </a:xfrm>
          <a:prstGeom prst="flowChartAlternateProcess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7C453278-998B-92B2-D863-E9BEBC8CF0B8}"/>
              </a:ext>
            </a:extLst>
          </p:cNvPr>
          <p:cNvSpPr txBox="1"/>
          <p:nvPr/>
        </p:nvSpPr>
        <p:spPr>
          <a:xfrm>
            <a:off x="6356348" y="2811803"/>
            <a:ext cx="208915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/>
              <a:t>Autonomie</a:t>
            </a:r>
          </a:p>
          <a:p>
            <a:r>
              <a:rPr lang="fr-FR" sz="1200" dirty="0"/>
              <a:t>Gagner en autonomie sur des sujets complexes</a:t>
            </a:r>
          </a:p>
        </p:txBody>
      </p:sp>
      <p:sp>
        <p:nvSpPr>
          <p:cNvPr id="31" name="Organigramme : Alternative 30">
            <a:extLst>
              <a:ext uri="{FF2B5EF4-FFF2-40B4-BE49-F238E27FC236}">
                <a16:creationId xmlns:a16="http://schemas.microsoft.com/office/drawing/2014/main" id="{59BEAF62-8442-D7B1-C9A8-2B4277F8495E}"/>
              </a:ext>
            </a:extLst>
          </p:cNvPr>
          <p:cNvSpPr/>
          <p:nvPr/>
        </p:nvSpPr>
        <p:spPr>
          <a:xfrm>
            <a:off x="5388634" y="1512549"/>
            <a:ext cx="3056863" cy="976651"/>
          </a:xfrm>
          <a:prstGeom prst="flowChartAlternateProcess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5499204E-908F-2B87-E70D-C6BF6020330F}"/>
              </a:ext>
            </a:extLst>
          </p:cNvPr>
          <p:cNvSpPr txBox="1"/>
          <p:nvPr/>
        </p:nvSpPr>
        <p:spPr>
          <a:xfrm>
            <a:off x="5458487" y="1600201"/>
            <a:ext cx="2844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/>
              <a:t>Compromis d’ingénierie</a:t>
            </a:r>
          </a:p>
          <a:p>
            <a:r>
              <a:rPr lang="fr-FR" sz="1200" dirty="0"/>
              <a:t> Concilier performance, coût, maintenance et sécurité</a:t>
            </a:r>
          </a:p>
        </p:txBody>
      </p:sp>
    </p:spTree>
    <p:extLst>
      <p:ext uri="{BB962C8B-B14F-4D97-AF65-F5344CB8AC3E}">
        <p14:creationId xmlns:p14="http://schemas.microsoft.com/office/powerpoint/2010/main" val="5413181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0BD0D-28F3-C289-631C-3711C45B1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5EEC399B-5D0B-8BE5-4587-48F8B8EAE2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57200" y="4867442"/>
            <a:ext cx="1721513" cy="10525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457181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600" b="0" i="0" u="none" strike="noStrike" kern="1200" cap="none" spc="0" baseline="0">
                <a:solidFill>
                  <a:srgbClr val="0A2F24"/>
                </a:solidFill>
                <a:uFillTx/>
                <a:latin typeface="Poppins"/>
              </a:rPr>
              <a:t>©2026 Schneider Electric. All Rights Reserved.</a:t>
            </a: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0D50AAD0-8B55-5637-5891-D60A63B386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183669" y="4873907"/>
            <a:ext cx="525688" cy="9233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l" defTabSz="457181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600" b="0" i="0" u="none" strike="noStrike" kern="1200" cap="none" spc="0" baseline="0">
                <a:solidFill>
                  <a:srgbClr val="0A2F24"/>
                </a:solidFill>
                <a:uFillTx/>
                <a:latin typeface="Poppins"/>
                <a:ea typeface="Zalando Sans Medium" pitchFamily="2"/>
                <a:cs typeface="Arial"/>
              </a:rPr>
              <a:t>| Page </a:t>
            </a:r>
            <a:fld id="{C1C30308-679D-4F53-8D29-A9195C3349DC}" type="slidenum">
              <a:rPr lang="en-US" sz="600" b="0" i="0" u="none" strike="noStrike" kern="1200" cap="none" spc="0" baseline="0">
                <a:solidFill>
                  <a:srgbClr val="0A2F24"/>
                </a:solidFill>
                <a:uFillTx/>
                <a:latin typeface="Poppins"/>
                <a:ea typeface="Zalando Sans Medium" pitchFamily="2"/>
                <a:cs typeface="Arial"/>
              </a:rPr>
              <a:t>11</a:t>
            </a:fld>
            <a:endParaRPr lang="en-US" sz="600" b="0" i="0" u="none" strike="noStrike" kern="1200" cap="none" spc="0" baseline="0">
              <a:solidFill>
                <a:srgbClr val="0A2F24"/>
              </a:solidFill>
              <a:uFillTx/>
              <a:latin typeface="Poppins"/>
              <a:ea typeface="Zalando Sans Medium" pitchFamily="2"/>
              <a:cs typeface="Arial"/>
            </a:endParaRPr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07335095-74D4-C8F0-514E-0153D286CF50}"/>
              </a:ext>
            </a:extLst>
          </p:cNvPr>
          <p:cNvSpPr/>
          <p:nvPr/>
        </p:nvSpPr>
        <p:spPr>
          <a:xfrm>
            <a:off x="395285" y="583026"/>
            <a:ext cx="8353428" cy="280163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457181" rtl="0" fontAlgn="auto" hangingPunct="1"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2400" b="1" dirty="0">
                <a:solidFill>
                  <a:srgbClr val="47D45A"/>
                </a:solidFill>
                <a:latin typeface="Arial"/>
                <a:cs typeface="Arial"/>
              </a:rPr>
              <a:t>Conclusion</a:t>
            </a:r>
            <a:endParaRPr lang="en-PL" sz="2400" b="1" i="0" u="none" strike="noStrike" kern="1200" cap="none" spc="0" baseline="0" dirty="0">
              <a:solidFill>
                <a:srgbClr val="47D45A"/>
              </a:solidFill>
              <a:uFillTx/>
              <a:latin typeface="Arial"/>
              <a:cs typeface="Arial"/>
            </a:endParaRPr>
          </a:p>
        </p:txBody>
      </p:sp>
      <p:sp>
        <p:nvSpPr>
          <p:cNvPr id="39" name="Organigramme : Alternative 38">
            <a:extLst>
              <a:ext uri="{FF2B5EF4-FFF2-40B4-BE49-F238E27FC236}">
                <a16:creationId xmlns:a16="http://schemas.microsoft.com/office/drawing/2014/main" id="{4EBD2044-21DE-840F-0CB5-A092FAF09B37}"/>
              </a:ext>
            </a:extLst>
          </p:cNvPr>
          <p:cNvSpPr/>
          <p:nvPr/>
        </p:nvSpPr>
        <p:spPr>
          <a:xfrm>
            <a:off x="869950" y="1479445"/>
            <a:ext cx="2159000" cy="2647950"/>
          </a:xfrm>
          <a:prstGeom prst="flowChartAlternateProcess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tx1"/>
              </a:solidFill>
            </a:endParaRPr>
          </a:p>
        </p:txBody>
      </p:sp>
      <p:sp>
        <p:nvSpPr>
          <p:cNvPr id="41" name="Organigramme : Alternative 40">
            <a:extLst>
              <a:ext uri="{FF2B5EF4-FFF2-40B4-BE49-F238E27FC236}">
                <a16:creationId xmlns:a16="http://schemas.microsoft.com/office/drawing/2014/main" id="{F05597F0-6FFA-C222-CA4A-0C9F28CD2BBB}"/>
              </a:ext>
            </a:extLst>
          </p:cNvPr>
          <p:cNvSpPr/>
          <p:nvPr/>
        </p:nvSpPr>
        <p:spPr>
          <a:xfrm>
            <a:off x="3282950" y="1479445"/>
            <a:ext cx="2159000" cy="2647950"/>
          </a:xfrm>
          <a:prstGeom prst="flowChartAlternateProcess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5" name="Organigramme : Alternative 44">
            <a:extLst>
              <a:ext uri="{FF2B5EF4-FFF2-40B4-BE49-F238E27FC236}">
                <a16:creationId xmlns:a16="http://schemas.microsoft.com/office/drawing/2014/main" id="{B9167288-017C-25FC-471B-D9C1418E9587}"/>
              </a:ext>
            </a:extLst>
          </p:cNvPr>
          <p:cNvSpPr/>
          <p:nvPr/>
        </p:nvSpPr>
        <p:spPr>
          <a:xfrm>
            <a:off x="5695950" y="1479445"/>
            <a:ext cx="2159000" cy="2647950"/>
          </a:xfrm>
          <a:prstGeom prst="flowChartAlternateProcess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52FCF99C-A063-8E5B-5B8D-8BD7C1FE5829}"/>
              </a:ext>
            </a:extLst>
          </p:cNvPr>
          <p:cNvSpPr txBox="1"/>
          <p:nvPr/>
        </p:nvSpPr>
        <p:spPr>
          <a:xfrm>
            <a:off x="838200" y="2803420"/>
            <a:ext cx="222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Cycle de vie logiciel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A8CAB9DC-82EF-7B48-10CF-11BEF2008B2F}"/>
              </a:ext>
            </a:extLst>
          </p:cNvPr>
          <p:cNvSpPr txBox="1"/>
          <p:nvPr/>
        </p:nvSpPr>
        <p:spPr>
          <a:xfrm>
            <a:off x="869950" y="3125029"/>
            <a:ext cx="1911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Automation CI validée</a:t>
            </a:r>
          </a:p>
        </p:txBody>
      </p:sp>
      <p:pic>
        <p:nvPicPr>
          <p:cNvPr id="49" name="Graphique 48" descr="Fiche avec un remplissage uni">
            <a:extLst>
              <a:ext uri="{FF2B5EF4-FFF2-40B4-BE49-F238E27FC236}">
                <a16:creationId xmlns:a16="http://schemas.microsoft.com/office/drawing/2014/main" id="{E57A9536-5729-64E0-4A26-128430520C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69950" y="2268954"/>
            <a:ext cx="577850" cy="577850"/>
          </a:xfrm>
          <a:prstGeom prst="rect">
            <a:avLst/>
          </a:prstGeom>
        </p:spPr>
      </p:pic>
      <p:sp>
        <p:nvSpPr>
          <p:cNvPr id="55" name="ZoneTexte 54">
            <a:extLst>
              <a:ext uri="{FF2B5EF4-FFF2-40B4-BE49-F238E27FC236}">
                <a16:creationId xmlns:a16="http://schemas.microsoft.com/office/drawing/2014/main" id="{9FB69058-367C-DEC2-5C1B-16BD3B3EACD7}"/>
              </a:ext>
            </a:extLst>
          </p:cNvPr>
          <p:cNvSpPr txBox="1"/>
          <p:nvPr/>
        </p:nvSpPr>
        <p:spPr>
          <a:xfrm>
            <a:off x="3282950" y="2803420"/>
            <a:ext cx="222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Infra &amp; Sécurité</a:t>
            </a:r>
          </a:p>
        </p:txBody>
      </p:sp>
      <p:sp>
        <p:nvSpPr>
          <p:cNvPr id="57" name="ZoneTexte 56">
            <a:extLst>
              <a:ext uri="{FF2B5EF4-FFF2-40B4-BE49-F238E27FC236}">
                <a16:creationId xmlns:a16="http://schemas.microsoft.com/office/drawing/2014/main" id="{C4096E8A-4548-2F75-F8B9-211E98DABF3C}"/>
              </a:ext>
            </a:extLst>
          </p:cNvPr>
          <p:cNvSpPr txBox="1"/>
          <p:nvPr/>
        </p:nvSpPr>
        <p:spPr>
          <a:xfrm>
            <a:off x="3314700" y="3125029"/>
            <a:ext cx="1911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Web et cloud</a:t>
            </a:r>
          </a:p>
        </p:txBody>
      </p:sp>
      <p:pic>
        <p:nvPicPr>
          <p:cNvPr id="59" name="Graphique 58" descr="Serveur avec un remplissage uni">
            <a:extLst>
              <a:ext uri="{FF2B5EF4-FFF2-40B4-BE49-F238E27FC236}">
                <a16:creationId xmlns:a16="http://schemas.microsoft.com/office/drawing/2014/main" id="{14752A66-07FE-5DB3-E91C-84957AB331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94075" y="2389604"/>
            <a:ext cx="457200" cy="457200"/>
          </a:xfrm>
          <a:prstGeom prst="rect">
            <a:avLst/>
          </a:prstGeom>
        </p:spPr>
      </p:pic>
      <p:sp>
        <p:nvSpPr>
          <p:cNvPr id="61" name="ZoneTexte 60">
            <a:extLst>
              <a:ext uri="{FF2B5EF4-FFF2-40B4-BE49-F238E27FC236}">
                <a16:creationId xmlns:a16="http://schemas.microsoft.com/office/drawing/2014/main" id="{94DF35D4-CD48-0440-D618-F9F37301A94E}"/>
              </a:ext>
            </a:extLst>
          </p:cNvPr>
          <p:cNvSpPr txBox="1"/>
          <p:nvPr/>
        </p:nvSpPr>
        <p:spPr>
          <a:xfrm>
            <a:off x="5686425" y="2803420"/>
            <a:ext cx="222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Evolution Globale</a:t>
            </a:r>
          </a:p>
        </p:txBody>
      </p:sp>
      <p:sp>
        <p:nvSpPr>
          <p:cNvPr id="63" name="ZoneTexte 62">
            <a:extLst>
              <a:ext uri="{FF2B5EF4-FFF2-40B4-BE49-F238E27FC236}">
                <a16:creationId xmlns:a16="http://schemas.microsoft.com/office/drawing/2014/main" id="{BCBD858A-4231-C92B-BC77-B617C512D5B6}"/>
              </a:ext>
            </a:extLst>
          </p:cNvPr>
          <p:cNvSpPr txBox="1"/>
          <p:nvPr/>
        </p:nvSpPr>
        <p:spPr>
          <a:xfrm>
            <a:off x="5718174" y="3125029"/>
            <a:ext cx="20669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Compétences personnelles et professionnelles</a:t>
            </a:r>
          </a:p>
        </p:txBody>
      </p:sp>
      <p:pic>
        <p:nvPicPr>
          <p:cNvPr id="69" name="Graphique 68" descr="Tendance à la hausse avec un remplissage uni">
            <a:extLst>
              <a:ext uri="{FF2B5EF4-FFF2-40B4-BE49-F238E27FC236}">
                <a16:creationId xmlns:a16="http://schemas.microsoft.com/office/drawing/2014/main" id="{66B0EDDE-C8C8-870E-A5F8-F254FE4136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89612" y="2403891"/>
            <a:ext cx="428625" cy="42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7860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E3321-7C7E-801B-0298-789DCBA18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4B97D39E-0A8A-22CE-2268-80DB52F85E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57200" y="4867442"/>
            <a:ext cx="1721513" cy="10525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noAutofit/>
          </a:bodyPr>
          <a:lstStyle/>
          <a:p>
            <a:pPr marL="0" marR="0" lvl="0" indent="0" algn="l" defTabSz="457181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600" b="0" i="0" u="none" strike="noStrike" kern="1200" cap="none" spc="0" baseline="0">
                <a:solidFill>
                  <a:srgbClr val="0A2F24"/>
                </a:solidFill>
                <a:uFillTx/>
                <a:latin typeface="Poppins"/>
              </a:rPr>
              <a:t>©2026 Schneider Electric. All Rights Reserved.</a:t>
            </a: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3A75FCDA-A78D-0181-5057-F7545D7855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183669" y="4873907"/>
            <a:ext cx="525688" cy="9233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ctr" anchorCtr="0" compatLnSpc="1">
            <a:spAutoFit/>
          </a:bodyPr>
          <a:lstStyle/>
          <a:p>
            <a:pPr marL="0" marR="0" lvl="0" indent="0" algn="l" defTabSz="457181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600" b="0" i="0" u="none" strike="noStrike" kern="1200" cap="none" spc="0" baseline="0">
                <a:solidFill>
                  <a:srgbClr val="0A2F24"/>
                </a:solidFill>
                <a:uFillTx/>
                <a:latin typeface="Poppins"/>
                <a:ea typeface="Zalando Sans Medium" pitchFamily="2"/>
                <a:cs typeface="Arial"/>
              </a:rPr>
              <a:t>| Page </a:t>
            </a:r>
            <a:fld id="{C1C30308-679D-4F53-8D29-A9195C3349DC}" type="slidenum">
              <a:rPr lang="en-US" sz="600" b="0" i="0" u="none" strike="noStrike" kern="1200" cap="none" spc="0" baseline="0">
                <a:solidFill>
                  <a:srgbClr val="0A2F24"/>
                </a:solidFill>
                <a:uFillTx/>
                <a:latin typeface="Poppins"/>
                <a:ea typeface="Zalando Sans Medium" pitchFamily="2"/>
                <a:cs typeface="Arial"/>
              </a:rPr>
              <a:t>12</a:t>
            </a:fld>
            <a:endParaRPr lang="en-US" sz="600" b="0" i="0" u="none" strike="noStrike" kern="1200" cap="none" spc="0" baseline="0">
              <a:solidFill>
                <a:srgbClr val="0A2F24"/>
              </a:solidFill>
              <a:uFillTx/>
              <a:latin typeface="Poppins"/>
              <a:ea typeface="Zalando Sans Medium" pitchFamily="2"/>
              <a:cs typeface="Arial"/>
            </a:endParaRPr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61D75267-6A8D-1AB7-CA34-DEB4EE623318}"/>
              </a:ext>
            </a:extLst>
          </p:cNvPr>
          <p:cNvSpPr/>
          <p:nvPr/>
        </p:nvSpPr>
        <p:spPr>
          <a:xfrm>
            <a:off x="1593850" y="2419350"/>
            <a:ext cx="6235700" cy="1066800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ctr" defTabSz="457181" rtl="0" fontAlgn="auto" hangingPunct="1"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4000" b="1" dirty="0">
                <a:solidFill>
                  <a:srgbClr val="47D45A"/>
                </a:solidFill>
                <a:latin typeface="Arial"/>
                <a:cs typeface="Arial"/>
              </a:rPr>
              <a:t>Merci de votre attention</a:t>
            </a:r>
          </a:p>
          <a:p>
            <a:pPr marL="0" marR="0" lvl="0" indent="0" algn="ctr" defTabSz="457181" rtl="0" fontAlgn="auto" hangingPunct="1">
              <a:lnSpc>
                <a:spcPts val="258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fr-FR" sz="1600" b="1" i="0" u="none" strike="noStrike" kern="1200" cap="none" spc="0" baseline="0" dirty="0">
                <a:solidFill>
                  <a:srgbClr val="47D45A"/>
                </a:solidFill>
                <a:uFillTx/>
                <a:latin typeface="Arial"/>
                <a:cs typeface="Arial"/>
              </a:rPr>
              <a:t>Plac</a:t>
            </a:r>
            <a:r>
              <a:rPr lang="fr-FR" sz="1600" b="1" dirty="0">
                <a:solidFill>
                  <a:srgbClr val="47D45A"/>
                </a:solidFill>
                <a:latin typeface="Arial"/>
                <a:cs typeface="Arial"/>
              </a:rPr>
              <a:t>e aux questions</a:t>
            </a:r>
            <a:endParaRPr lang="en-PL" sz="3600" b="1" i="0" u="none" strike="noStrike" kern="1200" cap="none" spc="0" baseline="0" dirty="0">
              <a:solidFill>
                <a:srgbClr val="47D45A"/>
              </a:solidFill>
              <a:uFillTx/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725603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64D3EA69-EF3C-5CB6-F3CF-41D50E4B63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-510683"/>
            <a:ext cx="8229600" cy="51068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/>
            <a:r>
              <a:rPr lang="en-US" sz="1600" b="1">
                <a:solidFill>
                  <a:srgbClr val="3CCD58"/>
                </a:solidFill>
              </a:rPr>
              <a:t>CLOSING SLIDE – </a:t>
            </a:r>
            <a:r>
              <a:rPr lang="en-US" sz="1600">
                <a:solidFill>
                  <a:srgbClr val="3CCD58"/>
                </a:solidFill>
              </a:rPr>
              <a:t>Please keep this this slide in final presentation</a:t>
            </a:r>
            <a:endParaRPr lang="en-US"/>
          </a:p>
          <a:p>
            <a:pPr lvl="0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hite content slides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Light green content slides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Dark green content slides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Gradient content slides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23507802-f8e4-4e38-829c-ac8ea9b241e4}" enabled="1" method="Privileged" siteId="{6e51e1ad-c54b-4b39-b598-0ffe9ae68fef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SE%20Global%20Template</Template>
  <TotalTime>5601</TotalTime>
  <Words>477</Words>
  <Application>Microsoft Office PowerPoint</Application>
  <PresentationFormat>Affichage à l'écran (16:9)</PresentationFormat>
  <Paragraphs>109</Paragraphs>
  <Slides>13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4</vt:i4>
      </vt:variant>
      <vt:variant>
        <vt:lpstr>Titres des diapositives</vt:lpstr>
      </vt:variant>
      <vt:variant>
        <vt:i4>13</vt:i4>
      </vt:variant>
    </vt:vector>
  </HeadingPairs>
  <TitlesOfParts>
    <vt:vector size="21" baseType="lpstr">
      <vt:lpstr>Aptos</vt:lpstr>
      <vt:lpstr>Arial</vt:lpstr>
      <vt:lpstr>Calibri</vt:lpstr>
      <vt:lpstr>Poppins</vt:lpstr>
      <vt:lpstr>White content slides</vt:lpstr>
      <vt:lpstr>Light green content slides</vt:lpstr>
      <vt:lpstr>Dark green content slides</vt:lpstr>
      <vt:lpstr>Gradient content slides</vt:lpstr>
      <vt:lpstr>Conception et mise en oeuvre de l’évolution de l’infrastructure CI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CLOSING SLIDE – Please keep this this slide in final presentation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Valentine FAVET</dc:creator>
  <cp:lastModifiedBy>Abdillahi Mohamed</cp:lastModifiedBy>
  <cp:revision>75</cp:revision>
  <dcterms:created xsi:type="dcterms:W3CDTF">2026-07-07T08:46:57Z</dcterms:created>
  <dcterms:modified xsi:type="dcterms:W3CDTF">2026-10-01T08:04:07Z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0x010100D8AA9F36219BC2428DBA8B5204667E76</vt:lpwstr>
  </property>
  <property fmtid="{D5CDD505-2E9C-101B-9397-08002B2CF9AE}" pid="3" name="MediaServiceImageTags">
    <vt:lpwstr/>
  </property>
  <property fmtid="{D5CDD505-2E9C-101B-9397-08002B2CF9AE}" pid="4" name="ClassificationContentMarkingFooterLocations">
    <vt:lpwstr>White content slides:10\Light green content slides:10\Dark green content slides:10\Gradient content slides:11</vt:lpwstr>
  </property>
  <property fmtid="{D5CDD505-2E9C-101B-9397-08002B2CF9AE}" pid="5" name="ClassificationContentMarkingFooterText">
    <vt:lpwstr>Public</vt:lpwstr>
  </property>
</Properties>
</file>