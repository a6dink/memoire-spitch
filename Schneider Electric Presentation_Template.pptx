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5.xml" ContentType="application/vnd.openxmlformats-officedocument.drawingml.chart+xml"/>
  <Override PartName="/ppt/theme/themeOverride3.xml" ContentType="application/vnd.openxmlformats-officedocument.themeOverr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theme/themeOverride4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heme/themeOverride5.xml" ContentType="application/vnd.openxmlformats-officedocument.themeOverride+xml"/>
  <Override PartName="/ppt/charts/chart10.xml" ContentType="application/vnd.openxmlformats-officedocument.drawingml.chart+xml"/>
  <Override PartName="/ppt/theme/themeOverride6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7" r:id="rId4"/>
    <p:sldMasterId id="2147483746" r:id="rId5"/>
    <p:sldMasterId id="2147483819" r:id="rId6"/>
    <p:sldMasterId id="2147483827" r:id="rId7"/>
  </p:sldMasterIdLst>
  <p:notesMasterIdLst>
    <p:notesMasterId r:id="rId45"/>
  </p:notesMasterIdLst>
  <p:handoutMasterIdLst>
    <p:handoutMasterId r:id="rId46"/>
  </p:handoutMasterIdLst>
  <p:sldIdLst>
    <p:sldId id="314" r:id="rId8"/>
    <p:sldId id="343" r:id="rId9"/>
    <p:sldId id="275" r:id="rId10"/>
    <p:sldId id="312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38" r:id="rId25"/>
    <p:sldId id="339" r:id="rId26"/>
    <p:sldId id="330" r:id="rId27"/>
    <p:sldId id="331" r:id="rId28"/>
    <p:sldId id="332" r:id="rId29"/>
    <p:sldId id="341" r:id="rId30"/>
    <p:sldId id="333" r:id="rId31"/>
    <p:sldId id="340" r:id="rId32"/>
    <p:sldId id="337" r:id="rId33"/>
    <p:sldId id="311" r:id="rId34"/>
    <p:sldId id="344" r:id="rId35"/>
    <p:sldId id="345" r:id="rId36"/>
    <p:sldId id="346" r:id="rId37"/>
    <p:sldId id="347" r:id="rId38"/>
    <p:sldId id="277" r:id="rId39"/>
    <p:sldId id="348" r:id="rId40"/>
    <p:sldId id="349" r:id="rId41"/>
    <p:sldId id="350" r:id="rId42"/>
    <p:sldId id="276" r:id="rId43"/>
    <p:sldId id="351" r:id="rId44"/>
  </p:sldIdLst>
  <p:sldSz cx="9144000" cy="5143500" type="screen16x9"/>
  <p:notesSz cx="7099300" cy="10234613"/>
  <p:defaultTextStyle>
    <a:defPPr>
      <a:defRPr lang="en-US"/>
    </a:defPPr>
    <a:lvl1pPr marL="0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4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52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36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19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03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87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71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ckie Barlow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CD58"/>
    <a:srgbClr val="FFFFFF"/>
    <a:srgbClr val="009530"/>
    <a:srgbClr val="36C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BF34B4-8F5D-2032-C3CD-77EDC061E1D9}" v="1" dt="2026-04-22T09:17:27.7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22" autoAdjust="0"/>
    <p:restoredTop sz="93784" autoAdjust="0"/>
  </p:normalViewPr>
  <p:slideViewPr>
    <p:cSldViewPr snapToGrid="0">
      <p:cViewPr varScale="1">
        <p:scale>
          <a:sx n="88" d="100"/>
          <a:sy n="88" d="100"/>
        </p:scale>
        <p:origin x="440" y="84"/>
      </p:cViewPr>
      <p:guideLst/>
    </p:cSldViewPr>
  </p:slideViewPr>
  <p:outlineViewPr>
    <p:cViewPr>
      <p:scale>
        <a:sx n="33" d="100"/>
        <a:sy n="33" d="100"/>
      </p:scale>
      <p:origin x="0" y="-1692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3954" y="66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3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themeOverride" Target="../theme/themeOverride4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8.xlsx"/><Relationship Id="rId1" Type="http://schemas.openxmlformats.org/officeDocument/2006/relationships/themeOverride" Target="../theme/themeOverride5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9.xlsx"/><Relationship Id="rId1" Type="http://schemas.openxmlformats.org/officeDocument/2006/relationships/themeOverride" Target="../theme/themeOverrid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1EB-1C46-8CE7-78145087293B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1EB-1C46-8CE7-78145087293B}"/>
              </c:ext>
            </c:extLst>
          </c:dPt>
          <c:dLbls>
            <c:dLbl>
              <c:idx val="0"/>
              <c:layout>
                <c:manualLayout>
                  <c:x val="-0.24396657145203829"/>
                  <c:y val="-9.7855718857965419E-3"/>
                </c:manualLayout>
              </c:layout>
              <c:spPr/>
              <c:txPr>
                <a:bodyPr/>
                <a:lstStyle/>
                <a:p>
                  <a:pPr algn="ctr">
                    <a:defRPr sz="1600" b="1">
                      <a:solidFill>
                        <a:schemeClr val="accent1">
                          <a:lumMod val="75000"/>
                        </a:schemeClr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495167781559992"/>
                      <c:h val="0.239810679275396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81EB-1C46-8CE7-78145087293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EB-1C46-8CE7-78145087293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EB-1C46-8CE7-7814508729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ln>
          <a:noFill/>
        </a:ln>
      </c:spPr>
    </c:plotArea>
    <c:legend>
      <c:legendPos val="t"/>
      <c:overlay val="0"/>
      <c:txPr>
        <a:bodyPr/>
        <a:lstStyle/>
        <a:p>
          <a:pPr>
            <a:defRPr b="1">
              <a:solidFill>
                <a:schemeClr val="accent1">
                  <a:lumMod val="75000"/>
                </a:schemeClr>
              </a:solidFill>
            </a:defRPr>
          </a:pPr>
          <a:endParaRPr lang="en-US"/>
        </a:p>
      </c:txPr>
    </c:legend>
    <c:plotVisOnly val="1"/>
    <c:dispBlanksAs val="zero"/>
    <c:showDLblsOverMax val="0"/>
  </c:chart>
  <c:spPr>
    <a:ln>
      <a:noFill/>
    </a:ln>
  </c:spPr>
  <c:txPr>
    <a:bodyPr/>
    <a:lstStyle/>
    <a:p>
      <a:pPr>
        <a:defRPr sz="1000">
          <a:solidFill>
            <a:srgbClr val="8E8F93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9"/>
    </mc:Choice>
    <mc:Fallback>
      <c:style val="3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9050">
              <a:solidFill>
                <a:srgbClr val="B10043"/>
              </a:solidFill>
            </a:ln>
          </c:spPr>
          <c:marker>
            <c:spPr>
              <a:solidFill>
                <a:srgbClr val="B10043"/>
              </a:solidFill>
              <a:ln w="19050">
                <a:solidFill>
                  <a:srgbClr val="B10043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9A-5D48-8259-91F5FDBF23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>
              <a:solidFill>
                <a:srgbClr val="FFD100">
                  <a:lumMod val="60000"/>
                  <a:lumOff val="40000"/>
                </a:srgbClr>
              </a:solidFill>
            </a:ln>
          </c:spPr>
          <c:marker>
            <c:spPr>
              <a:solidFill>
                <a:srgbClr val="FFD100">
                  <a:lumMod val="60000"/>
                  <a:lumOff val="40000"/>
                </a:srgbClr>
              </a:solidFill>
              <a:ln w="28575">
                <a:solidFill>
                  <a:srgbClr val="FFD100">
                    <a:lumMod val="60000"/>
                    <a:lumOff val="40000"/>
                  </a:srgbClr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9A-5D48-8259-91F5FDBF23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>
              <a:solidFill>
                <a:srgbClr val="42B4E6"/>
              </a:solidFill>
            </a:ln>
          </c:spPr>
          <c:marker>
            <c:spPr>
              <a:solidFill>
                <a:srgbClr val="42B4E6"/>
              </a:solidFill>
              <a:ln w="28575">
                <a:solidFill>
                  <a:srgbClr val="42B4E6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39A-5D48-8259-91F5FDBF23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2235520"/>
        <c:axId val="142237056"/>
      </c:lineChart>
      <c:catAx>
        <c:axId val="1422355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42237056"/>
        <c:crosses val="autoZero"/>
        <c:auto val="1"/>
        <c:lblAlgn val="ctr"/>
        <c:lblOffset val="100"/>
        <c:noMultiLvlLbl val="0"/>
      </c:catAx>
      <c:valAx>
        <c:axId val="1422370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42235520"/>
        <c:crosses val="autoZero"/>
        <c:crossBetween val="between"/>
      </c:valAx>
      <c:spPr>
        <a:noFill/>
      </c:spPr>
    </c:plotArea>
    <c:legend>
      <c:legendPos val="t"/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800" b="1">
          <a:solidFill>
            <a:schemeClr val="accent1">
              <a:lumMod val="75000"/>
            </a:schemeClr>
          </a:solidFill>
        </a:defRPr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9"/>
    </mc:Choice>
    <mc:Fallback>
      <c:style val="3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D100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EA-794E-B38D-B2C18896FD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42B4E6">
                <a:lumMod val="75000"/>
              </a:srgbClr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EA-794E-B38D-B2C18896FDE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pattFill prst="wdUpDiag">
              <a:fgClr>
                <a:srgbClr val="626469"/>
              </a:fgClr>
              <a:bgClr>
                <a:sysClr val="window" lastClr="FFFFFF"/>
              </a:bgClr>
            </a:patt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EA-794E-B38D-B2C18896FD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235520"/>
        <c:axId val="142237056"/>
      </c:barChart>
      <c:catAx>
        <c:axId val="1422355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42237056"/>
        <c:crosses val="autoZero"/>
        <c:auto val="1"/>
        <c:lblAlgn val="ctr"/>
        <c:lblOffset val="100"/>
        <c:noMultiLvlLbl val="0"/>
      </c:catAx>
      <c:valAx>
        <c:axId val="1422370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42235520"/>
        <c:crosses val="autoZero"/>
        <c:crossBetween val="between"/>
      </c:valAx>
      <c:spPr>
        <a:noFill/>
      </c:spPr>
    </c:plotArea>
    <c:legend>
      <c:legendPos val="t"/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800" b="1">
          <a:solidFill>
            <a:schemeClr val="accent1">
              <a:lumMod val="75000"/>
            </a:schemeClr>
          </a:solidFill>
        </a:defRPr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EF25-E246-B231-B6DA01BE0F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75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  <a:effectLst/>
            </c:spPr>
          </c:marker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EF25-E246-B231-B6DA01BE0F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EF25-E246-B231-B6DA01BE0F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0780464"/>
        <c:axId val="360782192"/>
      </c:lineChart>
      <c:catAx>
        <c:axId val="360780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0782192"/>
        <c:crosses val="autoZero"/>
        <c:auto val="1"/>
        <c:lblAlgn val="ctr"/>
        <c:lblOffset val="100"/>
        <c:noMultiLvlLbl val="0"/>
      </c:catAx>
      <c:valAx>
        <c:axId val="360782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0780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 b="1"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9"/>
    </mc:Choice>
    <mc:Fallback>
      <c:style val="3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D100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77-9F43-A743-955B1A99EB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42B4E6">
                <a:lumMod val="75000"/>
              </a:srgbClr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77-9F43-A743-955B1A99EB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pattFill prst="wdUpDiag">
              <a:fgClr>
                <a:srgbClr val="626469"/>
              </a:fgClr>
              <a:bgClr>
                <a:sysClr val="window" lastClr="FFFFFF"/>
              </a:bgClr>
            </a:patt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77-9F43-A743-955B1A99EB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6334464"/>
        <c:axId val="146336000"/>
      </c:barChart>
      <c:catAx>
        <c:axId val="14633446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146336000"/>
        <c:crosses val="autoZero"/>
        <c:auto val="1"/>
        <c:lblAlgn val="ctr"/>
        <c:lblOffset val="100"/>
        <c:noMultiLvlLbl val="0"/>
      </c:catAx>
      <c:valAx>
        <c:axId val="146336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6334464"/>
        <c:crosses val="autoZero"/>
        <c:crossBetween val="between"/>
      </c:valAx>
      <c:spPr>
        <a:noFill/>
      </c:spPr>
    </c:plotArea>
    <c:legend>
      <c:legendPos val="r"/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800" b="1">
          <a:solidFill>
            <a:schemeClr val="accent1">
              <a:lumMod val="75000"/>
            </a:schemeClr>
          </a:solidFill>
        </a:defRPr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AB7-4647-97D7-389DB87E3640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AB7-4647-97D7-389DB87E3640}"/>
              </c:ext>
            </c:extLst>
          </c:dPt>
          <c:dLbls>
            <c:dLbl>
              <c:idx val="0"/>
              <c:layout>
                <c:manualLayout>
                  <c:x val="-0.24941176470588206"/>
                  <c:y val="-9.7859308365853704E-3"/>
                </c:manualLayout>
              </c:layout>
              <c:spPr/>
              <c:txPr>
                <a:bodyPr/>
                <a:lstStyle/>
                <a:p>
                  <a:pPr algn="ctr">
                    <a:defRPr sz="1800" b="1">
                      <a:solidFill>
                        <a:schemeClr val="accent1">
                          <a:lumMod val="75000"/>
                        </a:schemeClr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AB7-4647-97D7-389DB87E3640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AB7-4647-97D7-389DB87E364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B7-4647-97D7-389DB87E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ln>
          <a:noFill/>
        </a:ln>
      </c:spPr>
    </c:plotArea>
    <c:legend>
      <c:legendPos val="t"/>
      <c:overlay val="0"/>
      <c:txPr>
        <a:bodyPr/>
        <a:lstStyle/>
        <a:p>
          <a:pPr>
            <a:defRPr b="1">
              <a:solidFill>
                <a:schemeClr val="accent1">
                  <a:lumMod val="75000"/>
                </a:schemeClr>
              </a:solidFill>
            </a:defRPr>
          </a:pPr>
          <a:endParaRPr lang="en-US"/>
        </a:p>
      </c:txPr>
    </c:legend>
    <c:plotVisOnly val="1"/>
    <c:dispBlanksAs val="zero"/>
    <c:showDLblsOverMax val="0"/>
  </c:chart>
  <c:spPr>
    <a:ln>
      <a:noFill/>
    </a:ln>
  </c:spPr>
  <c:txPr>
    <a:bodyPr/>
    <a:lstStyle/>
    <a:p>
      <a:pPr>
        <a:defRPr sz="1000">
          <a:solidFill>
            <a:srgbClr val="8E8F93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pattFill prst="wdUpDiag">
                <a:fgClr>
                  <a:srgbClr val="626469"/>
                </a:fgClr>
                <a:bgClr>
                  <a:sysClr val="window" lastClr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101-6145-A03E-A7698FEC504E}"/>
              </c:ext>
            </c:extLst>
          </c:dPt>
          <c:dPt>
            <c:idx val="1"/>
            <c:bubble3D val="0"/>
            <c:spPr>
              <a:solidFill>
                <a:srgbClr val="42B4E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101-6145-A03E-A7698FEC504E}"/>
              </c:ext>
            </c:extLst>
          </c:dPt>
          <c:dLbls>
            <c:dLbl>
              <c:idx val="0"/>
              <c:layout>
                <c:manualLayout>
                  <c:x val="-8.9411764705882329E-2"/>
                  <c:y val="0.24464827091463401"/>
                </c:manualLayout>
              </c:layout>
              <c:spPr/>
              <c:txPr>
                <a:bodyPr/>
                <a:lstStyle/>
                <a:p>
                  <a:pPr algn="ctr">
                    <a:defRPr sz="1800" b="1">
                      <a:solidFill>
                        <a:schemeClr val="accent1">
                          <a:lumMod val="75000"/>
                        </a:schemeClr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101-6145-A03E-A7698FEC504E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101-6145-A03E-A7698FEC504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101-6145-A03E-A7698FEC50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ln>
          <a:noFill/>
        </a:ln>
      </c:spPr>
    </c:plotArea>
    <c:legend>
      <c:legendPos val="t"/>
      <c:overlay val="0"/>
      <c:txPr>
        <a:bodyPr/>
        <a:lstStyle/>
        <a:p>
          <a:pPr>
            <a:defRPr b="1">
              <a:solidFill>
                <a:schemeClr val="accent1">
                  <a:lumMod val="75000"/>
                </a:schemeClr>
              </a:solidFill>
            </a:defRPr>
          </a:pPr>
          <a:endParaRPr lang="en-US"/>
        </a:p>
      </c:txPr>
    </c:legend>
    <c:plotVisOnly val="1"/>
    <c:dispBlanksAs val="zero"/>
    <c:showDLblsOverMax val="0"/>
  </c:chart>
  <c:spPr>
    <a:ln>
      <a:noFill/>
    </a:ln>
  </c:spPr>
  <c:txPr>
    <a:bodyPr/>
    <a:lstStyle/>
    <a:p>
      <a:pPr>
        <a:defRPr sz="1000">
          <a:solidFill>
            <a:srgbClr val="8E8F93"/>
          </a:solidFill>
        </a:defRPr>
      </a:pPr>
      <a:endParaRPr lang="en-US"/>
    </a:p>
  </c:tx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E07-1D4C-9D93-6CA9655B609C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E07-1D4C-9D93-6CA9655B609C}"/>
              </c:ext>
            </c:extLst>
          </c:dPt>
          <c:dLbls>
            <c:dLbl>
              <c:idx val="0"/>
              <c:layout>
                <c:manualLayout>
                  <c:x val="-0.24396657145203829"/>
                  <c:y val="-9.7855718857965419E-3"/>
                </c:manualLayout>
              </c:layout>
              <c:spPr/>
              <c:txPr>
                <a:bodyPr/>
                <a:lstStyle/>
                <a:p>
                  <a:pPr algn="ctr">
                    <a:defRPr sz="1600" b="1">
                      <a:solidFill>
                        <a:schemeClr val="accent1">
                          <a:lumMod val="75000"/>
                        </a:schemeClr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495167781559992"/>
                      <c:h val="0.239810679275396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AE07-1D4C-9D93-6CA9655B609C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07-1D4C-9D93-6CA9655B609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E07-1D4C-9D93-6CA9655B60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ln>
          <a:noFill/>
        </a:ln>
      </c:spPr>
    </c:plotArea>
    <c:legend>
      <c:legendPos val="t"/>
      <c:overlay val="0"/>
      <c:txPr>
        <a:bodyPr/>
        <a:lstStyle/>
        <a:p>
          <a:pPr>
            <a:defRPr b="1">
              <a:solidFill>
                <a:schemeClr val="accent1">
                  <a:lumMod val="75000"/>
                </a:schemeClr>
              </a:solidFill>
            </a:defRPr>
          </a:pPr>
          <a:endParaRPr lang="en-US"/>
        </a:p>
      </c:txPr>
    </c:legend>
    <c:plotVisOnly val="1"/>
    <c:dispBlanksAs val="zero"/>
    <c:showDLblsOverMax val="0"/>
  </c:chart>
  <c:spPr>
    <a:ln>
      <a:noFill/>
    </a:ln>
  </c:spPr>
  <c:txPr>
    <a:bodyPr/>
    <a:lstStyle/>
    <a:p>
      <a:pPr>
        <a:defRPr sz="1000">
          <a:solidFill>
            <a:srgbClr val="8E8F93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pattFill prst="wdUpDiag">
                <a:fgClr>
                  <a:srgbClr val="626469"/>
                </a:fgClr>
                <a:bgClr>
                  <a:sysClr val="window" lastClr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5F7-DB4A-85CF-31D5895F3BFA}"/>
              </c:ext>
            </c:extLst>
          </c:dPt>
          <c:dPt>
            <c:idx val="1"/>
            <c:bubble3D val="0"/>
            <c:spPr>
              <a:solidFill>
                <a:srgbClr val="42B4E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5F7-DB4A-85CF-31D5895F3BFA}"/>
              </c:ext>
            </c:extLst>
          </c:dPt>
          <c:dLbls>
            <c:dLbl>
              <c:idx val="0"/>
              <c:layout>
                <c:manualLayout>
                  <c:x val="-0.10279004718143411"/>
                  <c:y val="0.22467009782013583"/>
                </c:manualLayout>
              </c:layout>
              <c:spPr/>
              <c:txPr>
                <a:bodyPr/>
                <a:lstStyle/>
                <a:p>
                  <a:pPr algn="ctr">
                    <a:defRPr sz="1600" b="1">
                      <a:solidFill>
                        <a:schemeClr val="accent1">
                          <a:lumMod val="75000"/>
                        </a:schemeClr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65417012694269"/>
                      <c:h val="0.239810679275396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5F7-DB4A-85CF-31D5895F3BF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5F7-DB4A-85CF-31D5895F3B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5F7-DB4A-85CF-31D5895F3B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ln>
          <a:noFill/>
        </a:ln>
      </c:spPr>
    </c:plotArea>
    <c:legend>
      <c:legendPos val="t"/>
      <c:overlay val="0"/>
      <c:txPr>
        <a:bodyPr/>
        <a:lstStyle/>
        <a:p>
          <a:pPr>
            <a:defRPr b="1">
              <a:solidFill>
                <a:schemeClr val="accent1">
                  <a:lumMod val="75000"/>
                </a:schemeClr>
              </a:solidFill>
            </a:defRPr>
          </a:pPr>
          <a:endParaRPr lang="en-US"/>
        </a:p>
      </c:txPr>
    </c:legend>
    <c:plotVisOnly val="1"/>
    <c:dispBlanksAs val="zero"/>
    <c:showDLblsOverMax val="0"/>
  </c:chart>
  <c:spPr>
    <a:ln>
      <a:noFill/>
    </a:ln>
  </c:spPr>
  <c:txPr>
    <a:bodyPr/>
    <a:lstStyle/>
    <a:p>
      <a:pPr>
        <a:defRPr sz="1000">
          <a:solidFill>
            <a:srgbClr val="8E8F93"/>
          </a:solidFill>
        </a:defRPr>
      </a:pPr>
      <a:endParaRPr lang="en-US"/>
    </a:p>
  </c:tx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pattFill prst="wdUpDiag">
                <a:fgClr>
                  <a:srgbClr val="626469"/>
                </a:fgClr>
                <a:bgClr>
                  <a:sysClr val="window" lastClr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2F0-AC47-8D3E-3FE7C83CF2BF}"/>
              </c:ext>
            </c:extLst>
          </c:dPt>
          <c:dPt>
            <c:idx val="1"/>
            <c:bubble3D val="0"/>
            <c:spPr>
              <a:solidFill>
                <a:sysClr val="windowText" lastClr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2F0-AC47-8D3E-3FE7C83CF2BF}"/>
              </c:ext>
            </c:extLst>
          </c:dPt>
          <c:dLbls>
            <c:dLbl>
              <c:idx val="0"/>
              <c:layout>
                <c:manualLayout>
                  <c:x val="-9.9892997618113294E-2"/>
                  <c:y val="-0.22905629995265084"/>
                </c:manualLayout>
              </c:layout>
              <c:spPr/>
              <c:txPr>
                <a:bodyPr/>
                <a:lstStyle/>
                <a:p>
                  <a:pPr algn="ctr">
                    <a:defRPr sz="1600" b="1">
                      <a:solidFill>
                        <a:schemeClr val="accent1">
                          <a:lumMod val="75000"/>
                        </a:schemeClr>
                      </a:solidFill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3346687717312932"/>
                      <c:h val="0.239810679275396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2F0-AC47-8D3E-3FE7C83CF2B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2F0-AC47-8D3E-3FE7C83CF2B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</c:v>
                </c:pt>
                <c:pt idx="1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2F0-AC47-8D3E-3FE7C83CF2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ln>
          <a:noFill/>
        </a:ln>
      </c:spPr>
    </c:plotArea>
    <c:legend>
      <c:legendPos val="t"/>
      <c:overlay val="0"/>
      <c:txPr>
        <a:bodyPr/>
        <a:lstStyle/>
        <a:p>
          <a:pPr>
            <a:defRPr b="1">
              <a:solidFill>
                <a:schemeClr val="accent1">
                  <a:lumMod val="75000"/>
                </a:schemeClr>
              </a:solidFill>
            </a:defRPr>
          </a:pPr>
          <a:endParaRPr lang="en-US"/>
        </a:p>
      </c:txPr>
    </c:legend>
    <c:plotVisOnly val="1"/>
    <c:dispBlanksAs val="zero"/>
    <c:showDLblsOverMax val="0"/>
  </c:chart>
  <c:spPr>
    <a:ln>
      <a:noFill/>
    </a:ln>
  </c:spPr>
  <c:txPr>
    <a:bodyPr/>
    <a:lstStyle/>
    <a:p>
      <a:pPr>
        <a:defRPr sz="1000">
          <a:solidFill>
            <a:srgbClr val="8E8F93"/>
          </a:solidFill>
        </a:defRPr>
      </a:pPr>
      <a:endParaRPr lang="en-US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122E3A8-67DD-A54D-9ACE-7F6180D1A288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B5D751CF-426F-9546-9000-18E529FDEBD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892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95BCB8AE-B9B2-1648-AE7C-D9F4FF496627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7F34D1A-B7E5-DE48-8EA9-859D9DE63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4333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4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52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36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19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03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87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71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F34D1A-B7E5-DE48-8EA9-859D9DE63652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1679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F34D1A-B7E5-DE48-8EA9-859D9DE63652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7294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F34D1A-B7E5-DE48-8EA9-859D9DE63652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2301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F34D1A-B7E5-DE48-8EA9-859D9DE63652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4823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F34D1A-B7E5-DE48-8EA9-859D9DE63652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442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F34D1A-B7E5-DE48-8EA9-859D9DE63652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1679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F34D1A-B7E5-DE48-8EA9-859D9DE63652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4530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user/SchneiderCorporate" TargetMode="External"/><Relationship Id="rId13" Type="http://schemas.openxmlformats.org/officeDocument/2006/relationships/image" Target="../media/image8.svg"/><Relationship Id="rId3" Type="http://schemas.openxmlformats.org/officeDocument/2006/relationships/hyperlink" Target="https://www.se.com/ww/en/" TargetMode="External"/><Relationship Id="rId7" Type="http://schemas.openxmlformats.org/officeDocument/2006/relationships/image" Target="../media/image5.svg"/><Relationship Id="rId12" Type="http://schemas.openxmlformats.org/officeDocument/2006/relationships/hyperlink" Target="https://www.instagram.com/schneiderelectric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linkedin.com/company/schneider-electric/" TargetMode="External"/><Relationship Id="rId11" Type="http://schemas.openxmlformats.org/officeDocument/2006/relationships/image" Target="../media/image7.svg"/><Relationship Id="rId5" Type="http://schemas.openxmlformats.org/officeDocument/2006/relationships/image" Target="../media/image4.svg"/><Relationship Id="rId15" Type="http://schemas.openxmlformats.org/officeDocument/2006/relationships/image" Target="../media/image9.svg"/><Relationship Id="rId10" Type="http://schemas.openxmlformats.org/officeDocument/2006/relationships/hyperlink" Target="https://twitter.com/SchneiderElec" TargetMode="External"/><Relationship Id="rId4" Type="http://schemas.openxmlformats.org/officeDocument/2006/relationships/hyperlink" Target="https://www.facebook.com/SchneiderElectric" TargetMode="External"/><Relationship Id="rId9" Type="http://schemas.openxmlformats.org/officeDocument/2006/relationships/image" Target="../media/image6.svg"/><Relationship Id="rId14" Type="http://schemas.openxmlformats.org/officeDocument/2006/relationships/hyperlink" Target="https://blog.se.com/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Image placeholder"/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9144000" cy="29203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7" tIns="45718" rIns="91437" bIns="45718"/>
          <a:lstStyle>
            <a:lvl1pPr>
              <a:buNone/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id="{A6030C41-2FFE-5EFA-23A2-E2508011F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20380"/>
            <a:ext cx="9144000" cy="9233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PL"/>
          </a:p>
        </p:txBody>
      </p:sp>
      <p:sp>
        <p:nvSpPr>
          <p:cNvPr id="8" name="Title"/>
          <p:cNvSpPr>
            <a:spLocks noGrp="1"/>
          </p:cNvSpPr>
          <p:nvPr>
            <p:ph type="ctrTitle" hasCustomPrompt="1"/>
          </p:nvPr>
        </p:nvSpPr>
        <p:spPr>
          <a:xfrm>
            <a:off x="395288" y="3038163"/>
            <a:ext cx="8353425" cy="553998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buFont typeface="Arial"/>
              <a:buNone/>
              <a:defRPr sz="28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95288" y="3653242"/>
            <a:ext cx="8353426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bg2"/>
                </a:solidFill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Optional Subtitle</a:t>
            </a:r>
          </a:p>
        </p:txBody>
      </p:sp>
      <p:sp>
        <p:nvSpPr>
          <p:cNvPr id="3" name="Presenter and date">
            <a:extLst>
              <a:ext uri="{FF2B5EF4-FFF2-40B4-BE49-F238E27FC236}">
                <a16:creationId xmlns:a16="http://schemas.microsoft.com/office/drawing/2014/main" id="{D7849C3A-5728-F940-2592-D236EAD643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288" y="4163962"/>
            <a:ext cx="835342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 baseline="0"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 err="1"/>
              <a:t>Presented</a:t>
            </a:r>
            <a:r>
              <a:rPr lang="fr-FR" dirty="0"/>
              <a:t> by: </a:t>
            </a:r>
          </a:p>
          <a:p>
            <a:pPr lvl="0"/>
            <a:endParaRPr lang="fr-FR" dirty="0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514E0117-6672-CBE9-50C7-E628F4E4D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</a:t>
            </a:r>
          </a:p>
        </p:txBody>
      </p:sp>
      <p:pic>
        <p:nvPicPr>
          <p:cNvPr id="4" name="Schneider Electric logotype" descr="schneider_LIO_Life-Green_RGB.png">
            <a:extLst>
              <a:ext uri="{FF2B5EF4-FFF2-40B4-BE49-F238E27FC236}">
                <a16:creationId xmlns:a16="http://schemas.microsoft.com/office/drawing/2014/main" id="{2A4AA15D-A13E-AA30-2670-4621B6EA51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75460" y="4550368"/>
            <a:ext cx="1864001" cy="5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866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t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Imag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7" tIns="45718" rIns="91437" bIns="45718"/>
          <a:lstStyle>
            <a:lvl1pPr>
              <a:buNone/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Title"/>
          <p:cNvSpPr>
            <a:spLocks noGrp="1"/>
          </p:cNvSpPr>
          <p:nvPr>
            <p:ph type="ctrTitle" hasCustomPrompt="1"/>
          </p:nvPr>
        </p:nvSpPr>
        <p:spPr>
          <a:xfrm>
            <a:off x="395288" y="2571750"/>
            <a:ext cx="8353425" cy="553998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buFont typeface="Arial"/>
              <a:buNone/>
              <a:defRPr sz="28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95288" y="3204247"/>
            <a:ext cx="8353426" cy="2109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bg2"/>
                </a:solidFill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Optional Subtitle</a:t>
            </a:r>
          </a:p>
        </p:txBody>
      </p:sp>
      <p:sp>
        <p:nvSpPr>
          <p:cNvPr id="2" name="Presenter and date">
            <a:extLst>
              <a:ext uri="{FF2B5EF4-FFF2-40B4-BE49-F238E27FC236}">
                <a16:creationId xmlns:a16="http://schemas.microsoft.com/office/drawing/2014/main" id="{FC8DC9EA-D2DD-1BBC-2271-12D1887C33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288" y="3940699"/>
            <a:ext cx="8351204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 err="1"/>
              <a:t>Presented</a:t>
            </a:r>
            <a:r>
              <a:rPr lang="fr-FR" dirty="0"/>
              <a:t> by: </a:t>
            </a:r>
          </a:p>
          <a:p>
            <a:pPr lvl="0"/>
            <a:endParaRPr lang="fr-FR" dirty="0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514E0117-6672-CBE9-50C7-E628F4E4D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Property of Schneider Electric </a:t>
            </a:r>
            <a:endParaRPr lang="en-US" dirty="0"/>
          </a:p>
        </p:txBody>
      </p:sp>
      <p:grpSp>
        <p:nvGrpSpPr>
          <p:cNvPr id="3" name="Schneider Electric logotype">
            <a:extLst>
              <a:ext uri="{FF2B5EF4-FFF2-40B4-BE49-F238E27FC236}">
                <a16:creationId xmlns:a16="http://schemas.microsoft.com/office/drawing/2014/main" id="{7F63124B-F804-3A3F-0E1C-A8F3ABE4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888149" y="4469443"/>
            <a:ext cx="2041799" cy="675610"/>
            <a:chOff x="6309407" y="4425246"/>
            <a:chExt cx="2191384" cy="72510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DB373F5-E2AC-A05D-F074-F09C20EA8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1790" y="4425246"/>
              <a:ext cx="2189001" cy="72510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7B193DB-06AE-5A57-4E95-E159A80B18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09407" y="4425246"/>
              <a:ext cx="2189001" cy="725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0722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289" y="1419226"/>
            <a:ext cx="8353424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342900" marR="0" lvl="0" indent="-34290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Click to edit master text styles</a:t>
            </a:r>
          </a:p>
          <a:p>
            <a:pPr marL="342900" marR="0" lvl="0" indent="-34290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Click to edit master text styles</a:t>
            </a:r>
          </a:p>
          <a:p>
            <a:pPr marL="342900" marR="0" lvl="0" indent="-34290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Click to edit master text styles</a:t>
            </a:r>
          </a:p>
          <a:p>
            <a:pPr marL="342900" marR="0" lvl="0" indent="-34290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Click to edit master text styles</a:t>
            </a:r>
          </a:p>
          <a:p>
            <a:pPr marL="342900" marR="0" lvl="0" indent="-34290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Click to edit master text styles</a:t>
            </a:r>
          </a:p>
          <a:p>
            <a:pPr marL="342900" marR="0" lvl="0" indent="-34290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</p:txBody>
      </p:sp>
      <p:sp>
        <p:nvSpPr>
          <p:cNvPr id="27" name="Footer placeholder">
            <a:extLst>
              <a:ext uri="{FF2B5EF4-FFF2-40B4-BE49-F238E27FC236}">
                <a16:creationId xmlns:a16="http://schemas.microsoft.com/office/drawing/2014/main" id="{AA354058-D733-16D2-61E8-32BC823CE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457184" rtl="0" eaLnBrk="1" latinLnBrk="0" hangingPunct="1">
              <a:defRPr sz="600" kern="12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  <a:lvl2pPr marL="457184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2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6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9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3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7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71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Property of Schneider Electric |</a:t>
            </a:r>
            <a:endParaRPr lang="en-US" dirty="0"/>
          </a:p>
        </p:txBody>
      </p:sp>
      <p:sp>
        <p:nvSpPr>
          <p:cNvPr id="26" name="Slide number placeholder">
            <a:extLst>
              <a:ext uri="{FF2B5EF4-FFF2-40B4-BE49-F238E27FC236}">
                <a16:creationId xmlns:a16="http://schemas.microsoft.com/office/drawing/2014/main" id="{FEAACA09-B0D3-A12B-2A4B-F9BE3154F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l" defTabSz="457184" rtl="0" eaLnBrk="1" latinLnBrk="0" hangingPunct="1">
              <a:defRPr sz="600" kern="1200">
                <a:solidFill>
                  <a:schemeClr val="bg2"/>
                </a:solidFill>
                <a:latin typeface="Arial"/>
                <a:ea typeface="+mn-ea"/>
                <a:cs typeface="Arial"/>
              </a:defRPr>
            </a:lvl1pPr>
            <a:lvl2pPr marL="457184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2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6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9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3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7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71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0828395D-ACDE-BE4E-DEAB-9C149D4D1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Agenda</a:t>
            </a:r>
            <a:endParaRPr lang="en-PL" dirty="0"/>
          </a:p>
        </p:txBody>
      </p:sp>
      <p:pic>
        <p:nvPicPr>
          <p:cNvPr id="4" name="Schneider Electric logotype" descr="schneider_LIO_Life-Green_RGB.png">
            <a:extLst>
              <a:ext uri="{FF2B5EF4-FFF2-40B4-BE49-F238E27FC236}">
                <a16:creationId xmlns:a16="http://schemas.microsoft.com/office/drawing/2014/main" id="{C6D15B28-36DA-2510-C42A-B3BF008935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75460" y="4550368"/>
            <a:ext cx="1864001" cy="5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736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/>
          <p:cNvSpPr>
            <a:spLocks noGrp="1"/>
          </p:cNvSpPr>
          <p:nvPr>
            <p:ph type="title" hasCustomPrompt="1"/>
          </p:nvPr>
        </p:nvSpPr>
        <p:spPr>
          <a:xfrm>
            <a:off x="395289" y="2175152"/>
            <a:ext cx="8353424" cy="39659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3400" b="1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8" name="Subtitle placeholder"/>
          <p:cNvSpPr>
            <a:spLocks noGrp="1"/>
          </p:cNvSpPr>
          <p:nvPr>
            <p:ph type="body" sz="quarter" idx="11" hasCustomPrompt="1"/>
          </p:nvPr>
        </p:nvSpPr>
        <p:spPr>
          <a:xfrm>
            <a:off x="395289" y="2753766"/>
            <a:ext cx="8353424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1800" baseline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Optional Subtitle</a:t>
            </a: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AD8E57E0-7077-289B-3823-518532AE9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E3EA943-2DE0-B331-7326-3D529FD76C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Schneider Electric logotype" descr="schneider_LIO_Life-Green_RGB.png">
            <a:extLst>
              <a:ext uri="{FF2B5EF4-FFF2-40B4-BE49-F238E27FC236}">
                <a16:creationId xmlns:a16="http://schemas.microsoft.com/office/drawing/2014/main" id="{190BD8BB-3330-579E-9C71-FBA8803069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75460" y="4550368"/>
            <a:ext cx="1864001" cy="5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45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AD8E57E0-7077-289B-3823-518532AE9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E3EA943-2DE0-B331-7326-3D529FD76C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9" y="1875296"/>
            <a:ext cx="417671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680"/>
              </a:lnSpc>
              <a:defRPr sz="3400" b="1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quote/lead or other</a:t>
            </a:r>
            <a:br>
              <a:rPr lang="en-US" dirty="0"/>
            </a:br>
            <a:r>
              <a:rPr lang="en-US" dirty="0"/>
              <a:t>text that is in 3 lines</a:t>
            </a:r>
          </a:p>
        </p:txBody>
      </p:sp>
      <p:pic>
        <p:nvPicPr>
          <p:cNvPr id="3" name="Schneider Electric logotype" descr="schneider_LIO_Life-Green_RGB.png">
            <a:extLst>
              <a:ext uri="{FF2B5EF4-FFF2-40B4-BE49-F238E27FC236}">
                <a16:creationId xmlns:a16="http://schemas.microsoft.com/office/drawing/2014/main" id="{0A740EAA-4352-F121-4E0C-B9F579D678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75460" y="4550368"/>
            <a:ext cx="1864001" cy="5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56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hneider Electric logotyp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40015" y="2081064"/>
            <a:ext cx="3559382" cy="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9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fe Green">
            <a:extLst>
              <a:ext uri="{FF2B5EF4-FFF2-40B4-BE49-F238E27FC236}">
                <a16:creationId xmlns:a16="http://schemas.microsoft.com/office/drawing/2014/main" id="{B6A994B7-41E6-11CA-7801-0A9514624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563687"/>
            <a:ext cx="9144000" cy="207161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4" name="Schneider Electric logotype">
            <a:extLst>
              <a:ext uri="{FF2B5EF4-FFF2-40B4-BE49-F238E27FC236}">
                <a16:creationId xmlns:a16="http://schemas.microsoft.com/office/drawing/2014/main" id="{A8516795-078A-6C27-0B13-AF5340203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282598" y="2203091"/>
            <a:ext cx="2674216" cy="737319"/>
          </a:xfrm>
          <a:prstGeom prst="rect">
            <a:avLst/>
          </a:prstGeom>
        </p:spPr>
      </p:pic>
      <p:sp>
        <p:nvSpPr>
          <p:cNvPr id="19" name="se.com capsule">
            <a:hlinkClick r:id="rId3"/>
            <a:extLst>
              <a:ext uri="{FF2B5EF4-FFF2-40B4-BE49-F238E27FC236}">
                <a16:creationId xmlns:a16="http://schemas.microsoft.com/office/drawing/2014/main" id="{72DD3D9D-7213-F666-4372-DCF0317FC44C}"/>
              </a:ext>
            </a:extLst>
          </p:cNvPr>
          <p:cNvSpPr/>
          <p:nvPr userDrawn="1"/>
        </p:nvSpPr>
        <p:spPr>
          <a:xfrm>
            <a:off x="395288" y="4156075"/>
            <a:ext cx="934748" cy="3238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GB" sz="1400" dirty="0">
                <a:solidFill>
                  <a:schemeClr val="accent2">
                    <a:lumMod val="75000"/>
                  </a:schemeClr>
                </a:solidFill>
              </a:rPr>
              <a:t>s</a:t>
            </a:r>
            <a:r>
              <a:rPr lang="en-PL" sz="1400" dirty="0">
                <a:solidFill>
                  <a:schemeClr val="accent2">
                    <a:lumMod val="75000"/>
                  </a:schemeClr>
                </a:solidFill>
              </a:rPr>
              <a:t>e.com</a:t>
            </a:r>
          </a:p>
        </p:txBody>
      </p:sp>
      <p:pic>
        <p:nvPicPr>
          <p:cNvPr id="12" name="facebook icon">
            <a:hlinkClick r:id="rId4"/>
            <a:extLst>
              <a:ext uri="{FF2B5EF4-FFF2-40B4-BE49-F238E27FC236}">
                <a16:creationId xmlns:a16="http://schemas.microsoft.com/office/drawing/2014/main" id="{D409D824-38DE-118C-0072-54A838A404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5081" y="4217281"/>
            <a:ext cx="201437" cy="201438"/>
          </a:xfrm>
          <a:prstGeom prst="rect">
            <a:avLst/>
          </a:prstGeom>
        </p:spPr>
      </p:pic>
      <p:pic>
        <p:nvPicPr>
          <p:cNvPr id="13" name="Linkedin icon">
            <a:hlinkClick r:id="rId6"/>
            <a:extLst>
              <a:ext uri="{FF2B5EF4-FFF2-40B4-BE49-F238E27FC236}">
                <a16:creationId xmlns:a16="http://schemas.microsoft.com/office/drawing/2014/main" id="{8730DB51-E2BB-26A1-AB30-B8B27FEF49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352044" y="4232776"/>
            <a:ext cx="201437" cy="170448"/>
          </a:xfrm>
          <a:prstGeom prst="rect">
            <a:avLst/>
          </a:prstGeom>
        </p:spPr>
      </p:pic>
      <p:pic>
        <p:nvPicPr>
          <p:cNvPr id="14" name="YouTube icon">
            <a:hlinkClick r:id="rId8"/>
            <a:extLst>
              <a:ext uri="{FF2B5EF4-FFF2-40B4-BE49-F238E27FC236}">
                <a16:creationId xmlns:a16="http://schemas.microsoft.com/office/drawing/2014/main" id="{691F7138-F5E6-FBE5-6BE8-AB03E083F8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659007" y="4242028"/>
            <a:ext cx="221581" cy="151942"/>
          </a:xfrm>
          <a:prstGeom prst="rect">
            <a:avLst/>
          </a:prstGeom>
        </p:spPr>
      </p:pic>
      <p:pic>
        <p:nvPicPr>
          <p:cNvPr id="15" name="X icon">
            <a:hlinkClick r:id="rId10"/>
            <a:extLst>
              <a:ext uri="{FF2B5EF4-FFF2-40B4-BE49-F238E27FC236}">
                <a16:creationId xmlns:a16="http://schemas.microsoft.com/office/drawing/2014/main" id="{78361876-7A7F-5F4E-C0F9-2C09667FFE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988112" y="4226075"/>
            <a:ext cx="179853" cy="183850"/>
          </a:xfrm>
          <a:prstGeom prst="rect">
            <a:avLst/>
          </a:prstGeom>
        </p:spPr>
      </p:pic>
      <p:pic>
        <p:nvPicPr>
          <p:cNvPr id="16" name="Instagram icon">
            <a:hlinkClick r:id="rId12"/>
            <a:extLst>
              <a:ext uri="{FF2B5EF4-FFF2-40B4-BE49-F238E27FC236}">
                <a16:creationId xmlns:a16="http://schemas.microsoft.com/office/drawing/2014/main" id="{2FD8C798-85C9-D918-C6DC-2D2BF2714B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8275489" y="4226075"/>
            <a:ext cx="183849" cy="183850"/>
          </a:xfrm>
          <a:prstGeom prst="rect">
            <a:avLst/>
          </a:prstGeom>
        </p:spPr>
      </p:pic>
      <p:pic>
        <p:nvPicPr>
          <p:cNvPr id="17" name="SE blog icon">
            <a:hlinkClick r:id="rId14"/>
            <a:extLst>
              <a:ext uri="{FF2B5EF4-FFF2-40B4-BE49-F238E27FC236}">
                <a16:creationId xmlns:a16="http://schemas.microsoft.com/office/drawing/2014/main" id="{D38D4329-34F1-8691-C741-6DEC88B94B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8564864" y="4226075"/>
            <a:ext cx="183849" cy="18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40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-column w/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6E9FCDE-AD08-BE78-75E7-5FEE6D66F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24" name="Subhead placeholder">
            <a:extLst>
              <a:ext uri="{FF2B5EF4-FFF2-40B4-BE49-F238E27FC236}">
                <a16:creationId xmlns:a16="http://schemas.microsoft.com/office/drawing/2014/main" id="{D5581965-7C66-5CB3-0218-F408669369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  <p:sp>
        <p:nvSpPr>
          <p:cNvPr id="12" name="Text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9" y="1419226"/>
            <a:ext cx="8353424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Footer placeholder">
            <a:extLst>
              <a:ext uri="{FF2B5EF4-FFF2-40B4-BE49-F238E27FC236}">
                <a16:creationId xmlns:a16="http://schemas.microsoft.com/office/drawing/2014/main" id="{AA354058-D733-16D2-61E8-32BC823CE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6" name="Slide number placeholder">
            <a:extLst>
              <a:ext uri="{FF2B5EF4-FFF2-40B4-BE49-F238E27FC236}">
                <a16:creationId xmlns:a16="http://schemas.microsoft.com/office/drawing/2014/main" id="{FEAACA09-B0D3-A12B-2A4B-F9BE3154F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91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n two lines One-column w/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62F3512C-764F-77DB-DC6F-2FB90D80AE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1095375"/>
            <a:ext cx="8353425" cy="2558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  <p:sp>
        <p:nvSpPr>
          <p:cNvPr id="12" name="Text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9" y="1539240"/>
            <a:ext cx="8353424" cy="26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Footer placeholder">
            <a:extLst>
              <a:ext uri="{FF2B5EF4-FFF2-40B4-BE49-F238E27FC236}">
                <a16:creationId xmlns:a16="http://schemas.microsoft.com/office/drawing/2014/main" id="{AA354058-D733-16D2-61E8-32BC823CE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6" name="Slide number placeholder">
            <a:extLst>
              <a:ext uri="{FF2B5EF4-FFF2-40B4-BE49-F238E27FC236}">
                <a16:creationId xmlns:a16="http://schemas.microsoft.com/office/drawing/2014/main" id="{FEAACA09-B0D3-A12B-2A4B-F9BE3154F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F9E46972-4FF7-FD54-938B-06DDFCF08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7" y="419924"/>
            <a:ext cx="8353425" cy="67544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1885330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e-column w/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419226"/>
            <a:ext cx="5449625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2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2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aption placeholder">
            <a:extLst>
              <a:ext uri="{FF2B5EF4-FFF2-40B4-BE49-F238E27FC236}">
                <a16:creationId xmlns:a16="http://schemas.microsoft.com/office/drawing/2014/main" id="{92B24207-4730-2628-B111-4965D5528F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5288" y="4341813"/>
            <a:ext cx="5437187" cy="1539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B1E66987-347D-AA64-99CC-59B71CC4D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8735C2B1-2973-AFD5-AD48-9381B4F3FD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308734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One-column w/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">
            <a:extLst>
              <a:ext uri="{FF2B5EF4-FFF2-40B4-BE49-F238E27FC236}">
                <a16:creationId xmlns:a16="http://schemas.microsoft.com/office/drawing/2014/main" id="{CEE78A3E-4F5E-06B3-379F-ABFFB91FD67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288" y="1419226"/>
            <a:ext cx="5449625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aption placeholder">
            <a:extLst>
              <a:ext uri="{FF2B5EF4-FFF2-40B4-BE49-F238E27FC236}">
                <a16:creationId xmlns:a16="http://schemas.microsoft.com/office/drawing/2014/main" id="{66AD78E5-DEB5-004C-34CC-F84D88697F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5288" y="4341813"/>
            <a:ext cx="5437143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2188F191-BF67-D559-DCC1-DE45BCB01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17679" y="1419226"/>
            <a:ext cx="0" cy="2736849"/>
          </a:xfrm>
          <a:prstGeom prst="line">
            <a:avLst/>
          </a:prstGeom>
          <a:ln w="3175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1EC8FC3A-A8DA-6E8D-31A6-8A60E16C2518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02885" y="1419226"/>
            <a:ext cx="2545828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aption placeholder">
            <a:extLst>
              <a:ext uri="{FF2B5EF4-FFF2-40B4-BE49-F238E27FC236}">
                <a16:creationId xmlns:a16="http://schemas.microsoft.com/office/drawing/2014/main" id="{8CA11DA7-1979-2BE9-7EF4-340B89C546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54994" y="4341813"/>
            <a:ext cx="2593719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7A620D69-D0C7-F3FD-C561-EB56B5496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8" name="Subhead placeholder">
            <a:extLst>
              <a:ext uri="{FF2B5EF4-FFF2-40B4-BE49-F238E27FC236}">
                <a16:creationId xmlns:a16="http://schemas.microsoft.com/office/drawing/2014/main" id="{E8A3EB47-E081-8533-49E5-36D9C02326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3420897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One-column w/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">
            <a:extLst>
              <a:ext uri="{FF2B5EF4-FFF2-40B4-BE49-F238E27FC236}">
                <a16:creationId xmlns:a16="http://schemas.microsoft.com/office/drawing/2014/main" id="{CEE78A3E-4F5E-06B3-379F-ABFFB91FD67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288" y="1419226"/>
            <a:ext cx="5449625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aption placeholder">
            <a:extLst>
              <a:ext uri="{FF2B5EF4-FFF2-40B4-BE49-F238E27FC236}">
                <a16:creationId xmlns:a16="http://schemas.microsoft.com/office/drawing/2014/main" id="{66AD78E5-DEB5-004C-34CC-F84D88697F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5288" y="4341813"/>
            <a:ext cx="5437143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1EC8FC3A-A8DA-6E8D-31A6-8A60E16C2518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02885" y="1419226"/>
            <a:ext cx="2545828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aption placeholder">
            <a:extLst>
              <a:ext uri="{FF2B5EF4-FFF2-40B4-BE49-F238E27FC236}">
                <a16:creationId xmlns:a16="http://schemas.microsoft.com/office/drawing/2014/main" id="{8CA11DA7-1979-2BE9-7EF4-340B89C546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54994" y="4341813"/>
            <a:ext cx="2593719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81988239-23F8-BED4-214D-A4BB94E86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8" name="Subhead placeholder">
            <a:extLst>
              <a:ext uri="{FF2B5EF4-FFF2-40B4-BE49-F238E27FC236}">
                <a16:creationId xmlns:a16="http://schemas.microsoft.com/office/drawing/2014/main" id="{CC35813A-EC07-8EEC-B070-50E32D251A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2309045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-column w/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7" y="1419226"/>
            <a:ext cx="4013901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aption placeholder">
            <a:extLst>
              <a:ext uri="{FF2B5EF4-FFF2-40B4-BE49-F238E27FC236}">
                <a16:creationId xmlns:a16="http://schemas.microsoft.com/office/drawing/2014/main" id="{4341623D-836A-DA1F-2819-76AE4565C4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5289" y="4341813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2188F191-BF67-D559-DCC1-DE45BCB01BF3}"/>
              </a:ext>
            </a:extLst>
          </p:cNvPr>
          <p:cNvCxnSpPr>
            <a:cxnSpLocks/>
          </p:cNvCxnSpPr>
          <p:nvPr userDrawn="1"/>
        </p:nvCxnSpPr>
        <p:spPr>
          <a:xfrm>
            <a:off x="4570449" y="1419226"/>
            <a:ext cx="0" cy="2736849"/>
          </a:xfrm>
          <a:prstGeom prst="line">
            <a:avLst/>
          </a:prstGeom>
          <a:ln w="3175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">
            <a:extLst>
              <a:ext uri="{FF2B5EF4-FFF2-40B4-BE49-F238E27FC236}">
                <a16:creationId xmlns:a16="http://schemas.microsoft.com/office/drawing/2014/main" id="{D384BBEA-D3FC-D5A9-E821-4FE007081DF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31709" y="1419226"/>
            <a:ext cx="4017003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Caption placeholder">
            <a:extLst>
              <a:ext uri="{FF2B5EF4-FFF2-40B4-BE49-F238E27FC236}">
                <a16:creationId xmlns:a16="http://schemas.microsoft.com/office/drawing/2014/main" id="{A02064E2-F732-8006-C36C-0C85127691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26657" y="4341813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634F52AE-E83F-09B2-7A52-90F95F3C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BEAB0F83-7670-2947-5A4E-F58E58D6F8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1607679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One-column w/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7" y="1419226"/>
            <a:ext cx="4013901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aption placeholder">
            <a:extLst>
              <a:ext uri="{FF2B5EF4-FFF2-40B4-BE49-F238E27FC236}">
                <a16:creationId xmlns:a16="http://schemas.microsoft.com/office/drawing/2014/main" id="{4341623D-836A-DA1F-2819-76AE4565C4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5289" y="4341813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14" name="Text placeholder">
            <a:extLst>
              <a:ext uri="{FF2B5EF4-FFF2-40B4-BE49-F238E27FC236}">
                <a16:creationId xmlns:a16="http://schemas.microsoft.com/office/drawing/2014/main" id="{D384BBEA-D3FC-D5A9-E821-4FE007081DF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31709" y="1419226"/>
            <a:ext cx="4017003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Caption placeholder">
            <a:extLst>
              <a:ext uri="{FF2B5EF4-FFF2-40B4-BE49-F238E27FC236}">
                <a16:creationId xmlns:a16="http://schemas.microsoft.com/office/drawing/2014/main" id="{A02064E2-F732-8006-C36C-0C85127691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26657" y="4341813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DD027961-5A2D-7E5E-CE5F-F0698689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BB44A6C4-26C5-9D87-29D5-BEBF6F1CD8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160246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One-column w/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9" y="1419226"/>
            <a:ext cx="2545828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aption placeholder">
            <a:extLst>
              <a:ext uri="{FF2B5EF4-FFF2-40B4-BE49-F238E27FC236}">
                <a16:creationId xmlns:a16="http://schemas.microsoft.com/office/drawing/2014/main" id="{4341623D-836A-DA1F-2819-76AE4565C4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5288" y="4341813"/>
            <a:ext cx="2542726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34729D4C-D2DF-ECE1-E2DD-A9E3FEF81866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299086" y="1419226"/>
            <a:ext cx="2545828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aption placeholder">
            <a:extLst>
              <a:ext uri="{FF2B5EF4-FFF2-40B4-BE49-F238E27FC236}">
                <a16:creationId xmlns:a16="http://schemas.microsoft.com/office/drawing/2014/main" id="{65F26F5B-4C77-20E5-044C-88C891D0D0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0250" y="4341813"/>
            <a:ext cx="2494663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3956C550-D3B7-330D-8999-68D9E3B52EA5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02885" y="1419226"/>
            <a:ext cx="2545828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aption placeholder">
            <a:extLst>
              <a:ext uri="{FF2B5EF4-FFF2-40B4-BE49-F238E27FC236}">
                <a16:creationId xmlns:a16="http://schemas.microsoft.com/office/drawing/2014/main" id="{D01EBA74-49E4-AAF6-C8EE-2A65D1032A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30333" y="4341813"/>
            <a:ext cx="2415278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83090A6C-DBFA-40C3-DB94-67F54B6E5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8" name="Subhead placeholder">
            <a:extLst>
              <a:ext uri="{FF2B5EF4-FFF2-40B4-BE49-F238E27FC236}">
                <a16:creationId xmlns:a16="http://schemas.microsoft.com/office/drawing/2014/main" id="{0DA55B66-3673-CCC8-8373-F4F39BC864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2367515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One-column w/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F13B22BC-AA69-630F-254D-951E144DD47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95288" y="1422401"/>
            <a:ext cx="547247" cy="529539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0" tIns="0" rIns="0" bIns="0"/>
          <a:lstStyle>
            <a:lvl1pPr marL="0" indent="0">
              <a:buNone/>
              <a:defRPr sz="700">
                <a:solidFill>
                  <a:schemeClr val="accent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289" y="2137678"/>
            <a:ext cx="2545828" cy="20183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5" name="Caption placeholder">
            <a:extLst>
              <a:ext uri="{FF2B5EF4-FFF2-40B4-BE49-F238E27FC236}">
                <a16:creationId xmlns:a16="http://schemas.microsoft.com/office/drawing/2014/main" id="{4341623D-836A-DA1F-2819-76AE4565C4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5288" y="4341813"/>
            <a:ext cx="2542726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6F2D8F97-5416-9456-1E28-CCB2A7685F0F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295885" y="1422401"/>
            <a:ext cx="547247" cy="529539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0" tIns="0" rIns="0" bIns="0"/>
          <a:lstStyle>
            <a:lvl1pPr marL="0" indent="0">
              <a:buNone/>
              <a:defRPr sz="700">
                <a:solidFill>
                  <a:schemeClr val="accent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34729D4C-D2DF-ECE1-E2DD-A9E3FEF8186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299086" y="2137678"/>
            <a:ext cx="2545828" cy="20183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Caption placeholder">
            <a:extLst>
              <a:ext uri="{FF2B5EF4-FFF2-40B4-BE49-F238E27FC236}">
                <a16:creationId xmlns:a16="http://schemas.microsoft.com/office/drawing/2014/main" id="{65F26F5B-4C77-20E5-044C-88C891D0D0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95885" y="4341813"/>
            <a:ext cx="2542726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15" name="Content Placeholder">
            <a:extLst>
              <a:ext uri="{FF2B5EF4-FFF2-40B4-BE49-F238E27FC236}">
                <a16:creationId xmlns:a16="http://schemas.microsoft.com/office/drawing/2014/main" id="{253DCDFD-0DDB-883A-2B0D-BB6B3D33122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196482" y="1422401"/>
            <a:ext cx="547247" cy="529539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0" tIns="0" rIns="0" bIns="0"/>
          <a:lstStyle>
            <a:lvl1pPr marL="0" indent="0">
              <a:buNone/>
              <a:defRPr sz="700">
                <a:solidFill>
                  <a:schemeClr val="accent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3956C550-D3B7-330D-8999-68D9E3B52EA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202885" y="2137678"/>
            <a:ext cx="2545828" cy="20183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Caption placeholder">
            <a:extLst>
              <a:ext uri="{FF2B5EF4-FFF2-40B4-BE49-F238E27FC236}">
                <a16:creationId xmlns:a16="http://schemas.microsoft.com/office/drawing/2014/main" id="{D01EBA74-49E4-AAF6-C8EE-2A65D1032A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2884" y="4341813"/>
            <a:ext cx="2542725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442F8D9-9324-1A65-AAAC-CD461EAB2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9" name="Subhead placeholder">
            <a:extLst>
              <a:ext uri="{FF2B5EF4-FFF2-40B4-BE49-F238E27FC236}">
                <a16:creationId xmlns:a16="http://schemas.microsoft.com/office/drawing/2014/main" id="{072C8453-87FE-F368-DC91-977B2B4419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988131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One-column w/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7" y="1419226"/>
            <a:ext cx="4013901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aption placeholder">
            <a:extLst>
              <a:ext uri="{FF2B5EF4-FFF2-40B4-BE49-F238E27FC236}">
                <a16:creationId xmlns:a16="http://schemas.microsoft.com/office/drawing/2014/main" id="{4341623D-836A-DA1F-2819-76AE4565C4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5289" y="4341813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2188F191-BF67-D559-DCC1-DE45BCB01BF3}"/>
              </a:ext>
            </a:extLst>
          </p:cNvPr>
          <p:cNvCxnSpPr>
            <a:cxnSpLocks/>
          </p:cNvCxnSpPr>
          <p:nvPr userDrawn="1"/>
        </p:nvCxnSpPr>
        <p:spPr>
          <a:xfrm>
            <a:off x="4570449" y="1419225"/>
            <a:ext cx="0" cy="2736850"/>
          </a:xfrm>
          <a:prstGeom prst="line">
            <a:avLst/>
          </a:prstGeom>
          <a:ln w="3175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4C5B794D-AD04-37A6-62E5-5E7548F28D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6656" y="1419225"/>
            <a:ext cx="4022058" cy="2736850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D68AFDDF-7AE7-F5B5-C845-592BED55C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B5465C64-A9A5-3125-59DA-B4EF1C9664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2649787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One-column w/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7" y="1419224"/>
            <a:ext cx="4013901" cy="27368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aption placeholder">
            <a:extLst>
              <a:ext uri="{FF2B5EF4-FFF2-40B4-BE49-F238E27FC236}">
                <a16:creationId xmlns:a16="http://schemas.microsoft.com/office/drawing/2014/main" id="{4341623D-836A-DA1F-2819-76AE4565C4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5289" y="4341813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4C5B794D-AD04-37A6-62E5-5E7548F28D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6656" y="1419225"/>
            <a:ext cx="4022058" cy="2736850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7FA8EA3D-B623-E349-DF7C-48F56B88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A10618BA-CD25-7520-261C-51D9BF7AA7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7262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One-column w/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7" y="1419226"/>
            <a:ext cx="4013901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aption placeholder">
            <a:extLst>
              <a:ext uri="{FF2B5EF4-FFF2-40B4-BE49-F238E27FC236}">
                <a16:creationId xmlns:a16="http://schemas.microsoft.com/office/drawing/2014/main" id="{4341623D-836A-DA1F-2819-76AE4565C4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5289" y="4341813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7" name="Content Placeholder">
            <a:extLst>
              <a:ext uri="{FF2B5EF4-FFF2-40B4-BE49-F238E27FC236}">
                <a16:creationId xmlns:a16="http://schemas.microsoft.com/office/drawing/2014/main" id="{F2C0EF2F-C9C8-9225-13F6-42E11FC554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1" y="0"/>
            <a:ext cx="4572000" cy="5143499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chneider Electric logotype">
            <a:extLst>
              <a:ext uri="{FF2B5EF4-FFF2-40B4-BE49-F238E27FC236}">
                <a16:creationId xmlns:a16="http://schemas.microsoft.com/office/drawing/2014/main" id="{CBCC4677-C57C-6624-45EE-4534161B5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>
            <a:off x="6797399" y="4494997"/>
            <a:ext cx="2041798" cy="562953"/>
          </a:xfrm>
          <a:prstGeom prst="rect">
            <a:avLst/>
          </a:prstGeom>
        </p:spPr>
      </p:pic>
      <p:sp>
        <p:nvSpPr>
          <p:cNvPr id="5" name="Title placeholder">
            <a:extLst>
              <a:ext uri="{FF2B5EF4-FFF2-40B4-BE49-F238E27FC236}">
                <a16:creationId xmlns:a16="http://schemas.microsoft.com/office/drawing/2014/main" id="{3483FC03-2040-1DE6-6CF0-D71FAB04F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4013901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3CD66FF1-8A60-C5C4-1F03-8053854B6F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1108388"/>
            <a:ext cx="4013901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264342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One-column w/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7" y="1419226"/>
            <a:ext cx="5487353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aption placeholder">
            <a:extLst>
              <a:ext uri="{FF2B5EF4-FFF2-40B4-BE49-F238E27FC236}">
                <a16:creationId xmlns:a16="http://schemas.microsoft.com/office/drawing/2014/main" id="{4341623D-836A-DA1F-2819-76AE4565C4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5289" y="4341813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011A455B-63B4-B112-5863-8F700E7E59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8400" y="0"/>
            <a:ext cx="3045600" cy="5143499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chneider Electric logotype">
            <a:extLst>
              <a:ext uri="{FF2B5EF4-FFF2-40B4-BE49-F238E27FC236}">
                <a16:creationId xmlns:a16="http://schemas.microsoft.com/office/drawing/2014/main" id="{CBCC4677-C57C-6624-45EE-4534161B5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>
            <a:off x="6797399" y="4494997"/>
            <a:ext cx="2041798" cy="562953"/>
          </a:xfrm>
          <a:prstGeom prst="rect">
            <a:avLst/>
          </a:prstGeom>
        </p:spPr>
      </p:pic>
      <p:sp>
        <p:nvSpPr>
          <p:cNvPr id="5" name="Title placeholder">
            <a:extLst>
              <a:ext uri="{FF2B5EF4-FFF2-40B4-BE49-F238E27FC236}">
                <a16:creationId xmlns:a16="http://schemas.microsoft.com/office/drawing/2014/main" id="{8386A474-38DB-0B23-1C72-BCD6B993D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5487353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E251600E-7C49-C7B2-DC7C-5F0CA7388C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5487353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63101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One-column w/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World map">
            <a:extLst>
              <a:ext uri="{FF2B5EF4-FFF2-40B4-BE49-F238E27FC236}">
                <a16:creationId xmlns:a16="http://schemas.microsoft.com/office/drawing/2014/main" id="{52A990EE-8DF2-05A7-089B-BCCC7AAAA68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729" b="4729"/>
          <a:stretch/>
        </p:blipFill>
        <p:spPr>
          <a:xfrm>
            <a:off x="372802" y="1408923"/>
            <a:ext cx="6155414" cy="3057570"/>
          </a:xfrm>
          <a:prstGeom prst="rect">
            <a:avLst/>
          </a:prstGeom>
        </p:spPr>
      </p:pic>
      <p:sp>
        <p:nvSpPr>
          <p:cNvPr id="12" name="Text placeholder">
            <a:extLst>
              <a:ext uri="{FF2B5EF4-FFF2-40B4-BE49-F238E27FC236}">
                <a16:creationId xmlns:a16="http://schemas.microsoft.com/office/drawing/2014/main" id="{3A3EB957-601D-37A2-46DA-887B5E3D1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8463" y="1563688"/>
            <a:ext cx="1850250" cy="25923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FC13BCD2-D80E-52D0-26FA-E1F47A3A9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66E560CD-D924-C4C1-8375-4AA4CD57F3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3134203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Image placeholder"/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9144000" cy="29203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7" tIns="45718" rIns="91437" bIns="45718"/>
          <a:lstStyle>
            <a:lvl1pPr>
              <a:buNone/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id="{A6030C41-2FFE-5EFA-23A2-E2508011F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20380"/>
            <a:ext cx="9144000" cy="9233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PL"/>
          </a:p>
        </p:txBody>
      </p:sp>
      <p:sp>
        <p:nvSpPr>
          <p:cNvPr id="8" name="Title"/>
          <p:cNvSpPr>
            <a:spLocks noGrp="1"/>
          </p:cNvSpPr>
          <p:nvPr>
            <p:ph type="ctrTitle" hasCustomPrompt="1"/>
          </p:nvPr>
        </p:nvSpPr>
        <p:spPr>
          <a:xfrm>
            <a:off x="395288" y="3071723"/>
            <a:ext cx="8353425" cy="553998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buFont typeface="Arial"/>
              <a:buNone/>
              <a:defRPr sz="28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95288" y="3653242"/>
            <a:ext cx="8353426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bg2"/>
                </a:solidFill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Optional Subtitle</a:t>
            </a:r>
          </a:p>
        </p:txBody>
      </p:sp>
      <p:sp>
        <p:nvSpPr>
          <p:cNvPr id="3" name="Presenter and date">
            <a:extLst>
              <a:ext uri="{FF2B5EF4-FFF2-40B4-BE49-F238E27FC236}">
                <a16:creationId xmlns:a16="http://schemas.microsoft.com/office/drawing/2014/main" id="{D7849C3A-5728-F940-2592-D236EAD643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288" y="4163962"/>
            <a:ext cx="835342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 baseline="0"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 err="1"/>
              <a:t>Presented</a:t>
            </a:r>
            <a:r>
              <a:rPr lang="fr-FR" dirty="0"/>
              <a:t> by: </a:t>
            </a:r>
          </a:p>
          <a:p>
            <a:pPr lvl="0"/>
            <a:endParaRPr lang="fr-FR" dirty="0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514E0117-6672-CBE9-50C7-E628F4E4D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</a:t>
            </a:r>
          </a:p>
        </p:txBody>
      </p:sp>
      <p:pic>
        <p:nvPicPr>
          <p:cNvPr id="5" name="Schneider Electric logotype" descr="schneider_LIO_Life-Green_RGB.png">
            <a:extLst>
              <a:ext uri="{FF2B5EF4-FFF2-40B4-BE49-F238E27FC236}">
                <a16:creationId xmlns:a16="http://schemas.microsoft.com/office/drawing/2014/main" id="{06CC1E02-44AB-A14E-FEF4-FB038637E5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75460" y="4550368"/>
            <a:ext cx="1864001" cy="5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588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Imag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7" tIns="45718" rIns="91437" bIns="45718"/>
          <a:lstStyle>
            <a:lvl1pPr>
              <a:buNone/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"/>
          <p:cNvSpPr>
            <a:spLocks noGrp="1"/>
          </p:cNvSpPr>
          <p:nvPr>
            <p:ph type="ctrTitle" hasCustomPrompt="1"/>
          </p:nvPr>
        </p:nvSpPr>
        <p:spPr>
          <a:xfrm>
            <a:off x="395288" y="2571750"/>
            <a:ext cx="8353425" cy="553998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 algn="l">
              <a:buFont typeface="Arial"/>
              <a:buNone/>
              <a:defRPr sz="28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95288" y="3204247"/>
            <a:ext cx="8353426" cy="2109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bg2"/>
                </a:solidFill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Optional Subtitle</a:t>
            </a:r>
          </a:p>
        </p:txBody>
      </p:sp>
      <p:sp>
        <p:nvSpPr>
          <p:cNvPr id="2" name="Presenter and date">
            <a:extLst>
              <a:ext uri="{FF2B5EF4-FFF2-40B4-BE49-F238E27FC236}">
                <a16:creationId xmlns:a16="http://schemas.microsoft.com/office/drawing/2014/main" id="{FC8DC9EA-D2DD-1BBC-2271-12D1887C33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288" y="3940699"/>
            <a:ext cx="8351204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 err="1"/>
              <a:t>Presented</a:t>
            </a:r>
            <a:r>
              <a:rPr lang="fr-FR" dirty="0"/>
              <a:t> by: </a:t>
            </a:r>
          </a:p>
          <a:p>
            <a:pPr lvl="0"/>
            <a:endParaRPr lang="fr-FR" dirty="0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514E0117-6672-CBE9-50C7-E628F4E4D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Property of Schneider Electric </a:t>
            </a:r>
            <a:endParaRPr lang="en-US" dirty="0"/>
          </a:p>
        </p:txBody>
      </p:sp>
      <p:grpSp>
        <p:nvGrpSpPr>
          <p:cNvPr id="5" name="Schneider Electric logotype">
            <a:extLst>
              <a:ext uri="{FF2B5EF4-FFF2-40B4-BE49-F238E27FC236}">
                <a16:creationId xmlns:a16="http://schemas.microsoft.com/office/drawing/2014/main" id="{2F60AECC-D80E-7AB3-9EEA-892836163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888149" y="4469443"/>
            <a:ext cx="2041799" cy="675610"/>
            <a:chOff x="6309407" y="4425246"/>
            <a:chExt cx="2191384" cy="72510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958C072-9348-FB26-1936-7A77C3A0AE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1790" y="4425246"/>
              <a:ext cx="2189001" cy="72510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B707EC7-28E4-C074-C7E6-5E75025CB2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09407" y="4425246"/>
              <a:ext cx="2189001" cy="725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03748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0828395D-ACDE-BE4E-DEAB-9C149D4D1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Agenda</a:t>
            </a:r>
            <a:endParaRPr lang="en-PL" dirty="0"/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289" y="1419226"/>
            <a:ext cx="8353424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bg2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342900" marR="0" lvl="0" indent="-34290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Click to edit master text styles</a:t>
            </a:r>
          </a:p>
          <a:p>
            <a:pPr marL="342900" marR="0" lvl="0" indent="-34290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Click to edit master text styles</a:t>
            </a:r>
          </a:p>
          <a:p>
            <a:pPr marL="342900" marR="0" lvl="0" indent="-34290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Click to edit master text styles</a:t>
            </a:r>
          </a:p>
          <a:p>
            <a:pPr marL="342900" marR="0" lvl="0" indent="-34290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Click to edit master text styles</a:t>
            </a:r>
          </a:p>
          <a:p>
            <a:pPr marL="342900" marR="0" lvl="0" indent="-34290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Click to edit master text styles</a:t>
            </a:r>
          </a:p>
          <a:p>
            <a:pPr marL="342900" marR="0" lvl="0" indent="-34290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SzTx/>
              <a:buFont typeface="+mj-lt"/>
              <a:buAutoNum type="arabicPeriod"/>
              <a:tabLst/>
              <a:defRPr/>
            </a:pPr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</p:txBody>
      </p:sp>
      <p:sp>
        <p:nvSpPr>
          <p:cNvPr id="27" name="Footer placeholder">
            <a:extLst>
              <a:ext uri="{FF2B5EF4-FFF2-40B4-BE49-F238E27FC236}">
                <a16:creationId xmlns:a16="http://schemas.microsoft.com/office/drawing/2014/main" id="{AA354058-D733-16D2-61E8-32BC823CE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457184" rtl="0" eaLnBrk="1" latinLnBrk="0" hangingPunct="1">
              <a:defRPr sz="600" kern="120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  <a:lvl2pPr marL="457184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2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6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9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3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7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71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Property of Schneider Electric |</a:t>
            </a:r>
            <a:endParaRPr lang="en-US" dirty="0"/>
          </a:p>
        </p:txBody>
      </p:sp>
      <p:sp>
        <p:nvSpPr>
          <p:cNvPr id="26" name="Slide number placeholder">
            <a:extLst>
              <a:ext uri="{FF2B5EF4-FFF2-40B4-BE49-F238E27FC236}">
                <a16:creationId xmlns:a16="http://schemas.microsoft.com/office/drawing/2014/main" id="{FEAACA09-B0D3-A12B-2A4B-F9BE3154F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l" defTabSz="457184" rtl="0" eaLnBrk="1" latinLnBrk="0" hangingPunct="1">
              <a:defRPr sz="600" kern="1200">
                <a:solidFill>
                  <a:schemeClr val="bg2"/>
                </a:solidFill>
                <a:latin typeface="Arial"/>
                <a:ea typeface="+mn-ea"/>
                <a:cs typeface="Arial"/>
              </a:defRPr>
            </a:lvl1pPr>
            <a:lvl2pPr marL="457184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2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6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9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3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7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71" algn="l" defTabSz="4571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chneider Electric logotype" descr="schneider_LIO_Life-Green_RGB.png">
            <a:extLst>
              <a:ext uri="{FF2B5EF4-FFF2-40B4-BE49-F238E27FC236}">
                <a16:creationId xmlns:a16="http://schemas.microsoft.com/office/drawing/2014/main" id="{E3418C87-C88E-B373-0FE2-081A19FC94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75460" y="4550368"/>
            <a:ext cx="1864001" cy="5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857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/>
          <p:cNvSpPr>
            <a:spLocks noGrp="1"/>
          </p:cNvSpPr>
          <p:nvPr>
            <p:ph type="title" hasCustomPrompt="1"/>
          </p:nvPr>
        </p:nvSpPr>
        <p:spPr>
          <a:xfrm>
            <a:off x="395289" y="2175152"/>
            <a:ext cx="8353424" cy="39659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3400" b="1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8" name="Subtitle placeholder"/>
          <p:cNvSpPr>
            <a:spLocks noGrp="1"/>
          </p:cNvSpPr>
          <p:nvPr>
            <p:ph type="body" sz="quarter" idx="11" hasCustomPrompt="1"/>
          </p:nvPr>
        </p:nvSpPr>
        <p:spPr>
          <a:xfrm>
            <a:off x="395289" y="2753766"/>
            <a:ext cx="8353424" cy="21544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1800" baseline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Optional Subtitle</a:t>
            </a: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AD8E57E0-7077-289B-3823-518532AE9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E3EA943-2DE0-B331-7326-3D529FD76C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Schneider Electric logotype" descr="schneider_LIO_Life-Green_RGB.png">
            <a:extLst>
              <a:ext uri="{FF2B5EF4-FFF2-40B4-BE49-F238E27FC236}">
                <a16:creationId xmlns:a16="http://schemas.microsoft.com/office/drawing/2014/main" id="{DB404AF5-5F44-5087-512F-13290358EE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75460" y="4550368"/>
            <a:ext cx="1864001" cy="5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82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9" y="1875296"/>
            <a:ext cx="417671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680"/>
              </a:lnSpc>
              <a:defRPr sz="3400" b="1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quote/lead or other</a:t>
            </a:r>
            <a:br>
              <a:rPr lang="en-US" dirty="0"/>
            </a:br>
            <a:r>
              <a:rPr lang="en-US" dirty="0"/>
              <a:t>text that is in 3 lines</a:t>
            </a:r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AD8E57E0-7077-289B-3823-518532AE9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E3EA943-2DE0-B331-7326-3D529FD76C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Schneider Electric logotype" descr="schneider_LIO_Life-Green_RGB.png">
            <a:extLst>
              <a:ext uri="{FF2B5EF4-FFF2-40B4-BE49-F238E27FC236}">
                <a16:creationId xmlns:a16="http://schemas.microsoft.com/office/drawing/2014/main" id="{7E4B85D1-9A3C-7E01-9999-7880D042C1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975460" y="4550368"/>
            <a:ext cx="1864001" cy="5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0526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hneider Electric logotyp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40015" y="2081064"/>
            <a:ext cx="3559382" cy="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6001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fe green">
            <a:extLst>
              <a:ext uri="{FF2B5EF4-FFF2-40B4-BE49-F238E27FC236}">
                <a16:creationId xmlns:a16="http://schemas.microsoft.com/office/drawing/2014/main" id="{B6A994B7-41E6-11CA-7801-0A9514624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563687"/>
            <a:ext cx="9144000" cy="2071611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4" name="Schneider Electric logotype">
            <a:extLst>
              <a:ext uri="{FF2B5EF4-FFF2-40B4-BE49-F238E27FC236}">
                <a16:creationId xmlns:a16="http://schemas.microsoft.com/office/drawing/2014/main" id="{A8516795-078A-6C27-0B13-AF5340203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282598" y="2203091"/>
            <a:ext cx="2674216" cy="73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1566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6E9FCDE-AD08-BE78-75E7-5FEE6D66F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24" name="Subhead placeholder">
            <a:extLst>
              <a:ext uri="{FF2B5EF4-FFF2-40B4-BE49-F238E27FC236}">
                <a16:creationId xmlns:a16="http://schemas.microsoft.com/office/drawing/2014/main" id="{D5581965-7C66-5CB3-0218-F408669369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  <p:sp>
        <p:nvSpPr>
          <p:cNvPr id="12" name="Text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9" y="1419226"/>
            <a:ext cx="8353424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Footer placeholder">
            <a:extLst>
              <a:ext uri="{FF2B5EF4-FFF2-40B4-BE49-F238E27FC236}">
                <a16:creationId xmlns:a16="http://schemas.microsoft.com/office/drawing/2014/main" id="{AA354058-D733-16D2-61E8-32BC823CE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6" name="Slide number placeholder">
            <a:extLst>
              <a:ext uri="{FF2B5EF4-FFF2-40B4-BE49-F238E27FC236}">
                <a16:creationId xmlns:a16="http://schemas.microsoft.com/office/drawing/2014/main" id="{FEAACA09-B0D3-A12B-2A4B-F9BE3154F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557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6E9FCDE-AD08-BE78-75E7-5FEE6D66F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27" name="Footer placeholder">
            <a:extLst>
              <a:ext uri="{FF2B5EF4-FFF2-40B4-BE49-F238E27FC236}">
                <a16:creationId xmlns:a16="http://schemas.microsoft.com/office/drawing/2014/main" id="{AA354058-D733-16D2-61E8-32BC823CE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6" name="Slide number placeholder">
            <a:extLst>
              <a:ext uri="{FF2B5EF4-FFF2-40B4-BE49-F238E27FC236}">
                <a16:creationId xmlns:a16="http://schemas.microsoft.com/office/drawing/2014/main" id="{FEAACA09-B0D3-A12B-2A4B-F9BE3154F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773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oter placeholder">
            <a:extLst>
              <a:ext uri="{FF2B5EF4-FFF2-40B4-BE49-F238E27FC236}">
                <a16:creationId xmlns:a16="http://schemas.microsoft.com/office/drawing/2014/main" id="{AA354058-D733-16D2-61E8-32BC823CE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6" name="Slide number placeholder">
            <a:extLst>
              <a:ext uri="{FF2B5EF4-FFF2-40B4-BE49-F238E27FC236}">
                <a16:creationId xmlns:a16="http://schemas.microsoft.com/office/drawing/2014/main" id="{FEAACA09-B0D3-A12B-2A4B-F9BE3154F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277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">
            <a:extLst>
              <a:ext uri="{FF2B5EF4-FFF2-40B4-BE49-F238E27FC236}">
                <a16:creationId xmlns:a16="http://schemas.microsoft.com/office/drawing/2014/main" id="{B1E66987-347D-AA64-99CC-59B71CC4D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8735C2B1-2973-AFD5-AD48-9381B4F3FD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419226"/>
            <a:ext cx="5449625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aption placeholder">
            <a:extLst>
              <a:ext uri="{FF2B5EF4-FFF2-40B4-BE49-F238E27FC236}">
                <a16:creationId xmlns:a16="http://schemas.microsoft.com/office/drawing/2014/main" id="{92B24207-4730-2628-B111-4965D5528F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5288" y="4341813"/>
            <a:ext cx="5437187" cy="1539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532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n two lines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>
            <a:extLst>
              <a:ext uri="{FF2B5EF4-FFF2-40B4-BE49-F238E27FC236}">
                <a16:creationId xmlns:a16="http://schemas.microsoft.com/office/drawing/2014/main" id="{F9E46972-4FF7-FD54-938B-06DDFCF08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7" y="419924"/>
            <a:ext cx="8353425" cy="67544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  <a:endParaRPr lang="en-PL" dirty="0"/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62F3512C-764F-77DB-DC6F-2FB90D80AE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1095375"/>
            <a:ext cx="8353425" cy="2558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  <p:sp>
        <p:nvSpPr>
          <p:cNvPr id="12" name="Text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9" y="1539240"/>
            <a:ext cx="8353424" cy="26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Footer placeholder">
            <a:extLst>
              <a:ext uri="{FF2B5EF4-FFF2-40B4-BE49-F238E27FC236}">
                <a16:creationId xmlns:a16="http://schemas.microsoft.com/office/drawing/2014/main" id="{AA354058-D733-16D2-61E8-32BC823CE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6" name="Slide number placeholder">
            <a:extLst>
              <a:ext uri="{FF2B5EF4-FFF2-40B4-BE49-F238E27FC236}">
                <a16:creationId xmlns:a16="http://schemas.microsoft.com/office/drawing/2014/main" id="{FEAACA09-B0D3-A12B-2A4B-F9BE3154F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272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all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">
            <a:extLst>
              <a:ext uri="{FF2B5EF4-FFF2-40B4-BE49-F238E27FC236}">
                <a16:creationId xmlns:a16="http://schemas.microsoft.com/office/drawing/2014/main" id="{7A620D69-D0C7-F3FD-C561-EB56B5496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8" name="Subhead placeholder">
            <a:extLst>
              <a:ext uri="{FF2B5EF4-FFF2-40B4-BE49-F238E27FC236}">
                <a16:creationId xmlns:a16="http://schemas.microsoft.com/office/drawing/2014/main" id="{E8A3EB47-E081-8533-49E5-36D9C02326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  <p:sp>
        <p:nvSpPr>
          <p:cNvPr id="12" name="Text placeholder">
            <a:extLst>
              <a:ext uri="{FF2B5EF4-FFF2-40B4-BE49-F238E27FC236}">
                <a16:creationId xmlns:a16="http://schemas.microsoft.com/office/drawing/2014/main" id="{CEE78A3E-4F5E-06B3-379F-ABFFB91FD67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288" y="1419226"/>
            <a:ext cx="5449625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2188F191-BF67-D559-DCC1-DE45BCB01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17679" y="1419226"/>
            <a:ext cx="0" cy="2736849"/>
          </a:xfrm>
          <a:prstGeom prst="line">
            <a:avLst/>
          </a:prstGeom>
          <a:ln w="3175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1EC8FC3A-A8DA-6E8D-31A6-8A60E16C2518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02885" y="1419226"/>
            <a:ext cx="2545828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139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all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">
            <a:extLst>
              <a:ext uri="{FF2B5EF4-FFF2-40B4-BE49-F238E27FC236}">
                <a16:creationId xmlns:a16="http://schemas.microsoft.com/office/drawing/2014/main" id="{81988239-23F8-BED4-214D-A4BB94E86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8" name="Subhead placeholder">
            <a:extLst>
              <a:ext uri="{FF2B5EF4-FFF2-40B4-BE49-F238E27FC236}">
                <a16:creationId xmlns:a16="http://schemas.microsoft.com/office/drawing/2014/main" id="{CC35813A-EC07-8EEC-B070-50E32D251A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  <p:sp>
        <p:nvSpPr>
          <p:cNvPr id="12" name="Text placeholder">
            <a:extLst>
              <a:ext uri="{FF2B5EF4-FFF2-40B4-BE49-F238E27FC236}">
                <a16:creationId xmlns:a16="http://schemas.microsoft.com/office/drawing/2014/main" id="{CEE78A3E-4F5E-06B3-379F-ABFFB91FD67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288" y="1419226"/>
            <a:ext cx="5449625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1EC8FC3A-A8DA-6E8D-31A6-8A60E16C2518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02885" y="1419226"/>
            <a:ext cx="2545828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350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">
            <a:extLst>
              <a:ext uri="{FF2B5EF4-FFF2-40B4-BE49-F238E27FC236}">
                <a16:creationId xmlns:a16="http://schemas.microsoft.com/office/drawing/2014/main" id="{634F52AE-E83F-09B2-7A52-90F95F3C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rgbClr val="3DCD58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BEAB0F83-7670-2947-5A4E-F58E58D6F8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7" y="1419226"/>
            <a:ext cx="4013901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aption placeholder">
            <a:extLst>
              <a:ext uri="{FF2B5EF4-FFF2-40B4-BE49-F238E27FC236}">
                <a16:creationId xmlns:a16="http://schemas.microsoft.com/office/drawing/2014/main" id="{4341623D-836A-DA1F-2819-76AE4565C4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5289" y="4341813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2188F191-BF67-D559-DCC1-DE45BCB01BF3}"/>
              </a:ext>
            </a:extLst>
          </p:cNvPr>
          <p:cNvCxnSpPr>
            <a:cxnSpLocks/>
          </p:cNvCxnSpPr>
          <p:nvPr userDrawn="1"/>
        </p:nvCxnSpPr>
        <p:spPr>
          <a:xfrm>
            <a:off x="4570449" y="1419226"/>
            <a:ext cx="0" cy="2736849"/>
          </a:xfrm>
          <a:prstGeom prst="line">
            <a:avLst/>
          </a:prstGeom>
          <a:ln w="3175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">
            <a:extLst>
              <a:ext uri="{FF2B5EF4-FFF2-40B4-BE49-F238E27FC236}">
                <a16:creationId xmlns:a16="http://schemas.microsoft.com/office/drawing/2014/main" id="{D384BBEA-D3FC-D5A9-E821-4FE007081DF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31709" y="1419226"/>
            <a:ext cx="4017003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Caption placeholder">
            <a:extLst>
              <a:ext uri="{FF2B5EF4-FFF2-40B4-BE49-F238E27FC236}">
                <a16:creationId xmlns:a16="http://schemas.microsoft.com/office/drawing/2014/main" id="{A02064E2-F732-8006-C36C-0C85127691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1709" y="4341813"/>
            <a:ext cx="4008848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899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">
            <a:extLst>
              <a:ext uri="{FF2B5EF4-FFF2-40B4-BE49-F238E27FC236}">
                <a16:creationId xmlns:a16="http://schemas.microsoft.com/office/drawing/2014/main" id="{DD027961-5A2D-7E5E-CE5F-F0698689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BB44A6C4-26C5-9D87-29D5-BEBF6F1CD8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7" y="1419226"/>
            <a:ext cx="4013901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aption placeholder">
            <a:extLst>
              <a:ext uri="{FF2B5EF4-FFF2-40B4-BE49-F238E27FC236}">
                <a16:creationId xmlns:a16="http://schemas.microsoft.com/office/drawing/2014/main" id="{4341623D-836A-DA1F-2819-76AE4565C4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5289" y="4341813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14" name="Text placeholder">
            <a:extLst>
              <a:ext uri="{FF2B5EF4-FFF2-40B4-BE49-F238E27FC236}">
                <a16:creationId xmlns:a16="http://schemas.microsoft.com/office/drawing/2014/main" id="{D384BBEA-D3FC-D5A9-E821-4FE007081DF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31709" y="1419226"/>
            <a:ext cx="4017003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Caption placeholder">
            <a:extLst>
              <a:ext uri="{FF2B5EF4-FFF2-40B4-BE49-F238E27FC236}">
                <a16:creationId xmlns:a16="http://schemas.microsoft.com/office/drawing/2014/main" id="{A02064E2-F732-8006-C36C-0C85127691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1709" y="4341813"/>
            <a:ext cx="4008848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  <a:endParaRPr lang="en-PL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11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">
            <a:extLst>
              <a:ext uri="{FF2B5EF4-FFF2-40B4-BE49-F238E27FC236}">
                <a16:creationId xmlns:a16="http://schemas.microsoft.com/office/drawing/2014/main" id="{83090A6C-DBFA-40C3-DB94-67F54B6E5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8" name="Subhead placeholder">
            <a:extLst>
              <a:ext uri="{FF2B5EF4-FFF2-40B4-BE49-F238E27FC236}">
                <a16:creationId xmlns:a16="http://schemas.microsoft.com/office/drawing/2014/main" id="{0DA55B66-3673-CCC8-8373-F4F39BC864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9" y="1419225"/>
            <a:ext cx="2545828" cy="27368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34729D4C-D2DF-ECE1-E2DD-A9E3FEF81866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299086" y="1419225"/>
            <a:ext cx="2545828" cy="27368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3956C550-D3B7-330D-8999-68D9E3B52EA5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02885" y="1419225"/>
            <a:ext cx="2545828" cy="27368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093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442F8D9-9324-1A65-AAAC-CD461EAB2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9" name="Subhead placeholder">
            <a:extLst>
              <a:ext uri="{FF2B5EF4-FFF2-40B4-BE49-F238E27FC236}">
                <a16:creationId xmlns:a16="http://schemas.microsoft.com/office/drawing/2014/main" id="{072C8453-87FE-F368-DC91-977B2B4419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F13B22BC-AA69-630F-254D-951E144DD47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95288" y="1422401"/>
            <a:ext cx="547247" cy="529539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0" tIns="0" rIns="0" bIns="0"/>
          <a:lstStyle>
            <a:lvl1pPr marL="0" indent="0">
              <a:buNone/>
              <a:defRPr sz="700">
                <a:solidFill>
                  <a:schemeClr val="accent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289" y="2137678"/>
            <a:ext cx="2545828" cy="20183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rgbClr val="3DCD58"/>
              </a:buClr>
              <a:defRPr/>
            </a:lvl2pPr>
            <a:lvl3pPr>
              <a:buClr>
                <a:srgbClr val="3DCD58"/>
              </a:buClr>
              <a:defRPr/>
            </a:lvl3pPr>
            <a:lvl4pPr>
              <a:buClr>
                <a:srgbClr val="3DCD58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6F2D8F97-5416-9456-1E28-CCB2A7685F0F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295885" y="1422401"/>
            <a:ext cx="547247" cy="529539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0" tIns="0" rIns="0" bIns="0"/>
          <a:lstStyle>
            <a:lvl1pPr marL="0" indent="0">
              <a:buNone/>
              <a:defRPr sz="700">
                <a:solidFill>
                  <a:schemeClr val="accent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34729D4C-D2DF-ECE1-E2DD-A9E3FEF8186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299086" y="2137678"/>
            <a:ext cx="2545828" cy="20183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Content placeholder">
            <a:extLst>
              <a:ext uri="{FF2B5EF4-FFF2-40B4-BE49-F238E27FC236}">
                <a16:creationId xmlns:a16="http://schemas.microsoft.com/office/drawing/2014/main" id="{253DCDFD-0DDB-883A-2B0D-BB6B3D33122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196482" y="1422401"/>
            <a:ext cx="547247" cy="529539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0" tIns="0" rIns="0" bIns="0"/>
          <a:lstStyle>
            <a:lvl1pPr marL="0" indent="0">
              <a:buNone/>
              <a:defRPr sz="700">
                <a:solidFill>
                  <a:schemeClr val="accent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3956C550-D3B7-330D-8999-68D9E3B52EA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202885" y="2137678"/>
            <a:ext cx="2545828" cy="20183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475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">
            <a:extLst>
              <a:ext uri="{FF2B5EF4-FFF2-40B4-BE49-F238E27FC236}">
                <a16:creationId xmlns:a16="http://schemas.microsoft.com/office/drawing/2014/main" id="{D68AFDDF-7AE7-F5B5-C845-592BED55C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B5465C64-A9A5-3125-59DA-B4EF1C9664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7" y="1419226"/>
            <a:ext cx="4013901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2188F191-BF67-D559-DCC1-DE45BCB01BF3}"/>
              </a:ext>
            </a:extLst>
          </p:cNvPr>
          <p:cNvCxnSpPr>
            <a:cxnSpLocks/>
          </p:cNvCxnSpPr>
          <p:nvPr userDrawn="1"/>
        </p:nvCxnSpPr>
        <p:spPr>
          <a:xfrm>
            <a:off x="4570449" y="1419225"/>
            <a:ext cx="0" cy="2736850"/>
          </a:xfrm>
          <a:prstGeom prst="line">
            <a:avLst/>
          </a:prstGeom>
          <a:ln w="3175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4C5B794D-AD04-37A6-62E5-5E7548F28D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6656" y="1419225"/>
            <a:ext cx="4022058" cy="2736850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143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">
            <a:extLst>
              <a:ext uri="{FF2B5EF4-FFF2-40B4-BE49-F238E27FC236}">
                <a16:creationId xmlns:a16="http://schemas.microsoft.com/office/drawing/2014/main" id="{7FA8EA3D-B623-E349-DF7C-48F56B88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A10618BA-CD25-7520-261C-51D9BF7AA7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7" y="1419224"/>
            <a:ext cx="4013901" cy="27368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4C5B794D-AD04-37A6-62E5-5E7548F28D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6656" y="1419225"/>
            <a:ext cx="4022058" cy="2736850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388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half page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>
            <a:extLst>
              <a:ext uri="{FF2B5EF4-FFF2-40B4-BE49-F238E27FC236}">
                <a16:creationId xmlns:a16="http://schemas.microsoft.com/office/drawing/2014/main" id="{FCA0053D-1ADB-EB65-C8E2-FB045AC87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287" y="419924"/>
            <a:ext cx="4013901" cy="67544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  <a:endParaRPr lang="en-PL" dirty="0"/>
          </a:p>
        </p:txBody>
      </p:sp>
      <p:sp>
        <p:nvSpPr>
          <p:cNvPr id="9" name="Subhead placeholder">
            <a:extLst>
              <a:ext uri="{FF2B5EF4-FFF2-40B4-BE49-F238E27FC236}">
                <a16:creationId xmlns:a16="http://schemas.microsoft.com/office/drawing/2014/main" id="{CB3C9875-FF89-BF6A-2629-A834BA1604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1095375"/>
            <a:ext cx="4013901" cy="2558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7" y="1419226"/>
            <a:ext cx="4013901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">
            <a:extLst>
              <a:ext uri="{FF2B5EF4-FFF2-40B4-BE49-F238E27FC236}">
                <a16:creationId xmlns:a16="http://schemas.microsoft.com/office/drawing/2014/main" id="{F2C0EF2F-C9C8-9225-13F6-42E11FC554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1" y="0"/>
            <a:ext cx="4572000" cy="5143499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407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1/3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">
            <a:extLst>
              <a:ext uri="{FF2B5EF4-FFF2-40B4-BE49-F238E27FC236}">
                <a16:creationId xmlns:a16="http://schemas.microsoft.com/office/drawing/2014/main" id="{8386A474-38DB-0B23-1C72-BCD6B993D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5487353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E251600E-7C49-C7B2-DC7C-5F0CA7388C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5487353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94E0A1E5-4F2D-3F9C-71A5-D6AFC922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7" y="1419226"/>
            <a:ext cx="5487353" cy="2736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011A455B-63B4-B112-5863-8F700E7E59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8400" y="0"/>
            <a:ext cx="3045600" cy="5143499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613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">
            <a:extLst>
              <a:ext uri="{FF2B5EF4-FFF2-40B4-BE49-F238E27FC236}">
                <a16:creationId xmlns:a16="http://schemas.microsoft.com/office/drawing/2014/main" id="{FC13BCD2-D80E-52D0-26FA-E1F47A3A9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58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L" dirty="0"/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66E560CD-D924-C4C1-8375-4AA4CD57F3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888150"/>
            <a:ext cx="8353425" cy="207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Subhead</a:t>
            </a:r>
            <a:endParaRPr lang="en-PL" dirty="0"/>
          </a:p>
        </p:txBody>
      </p:sp>
      <p:sp>
        <p:nvSpPr>
          <p:cNvPr id="12" name="Text placeholder">
            <a:extLst>
              <a:ext uri="{FF2B5EF4-FFF2-40B4-BE49-F238E27FC236}">
                <a16:creationId xmlns:a16="http://schemas.microsoft.com/office/drawing/2014/main" id="{3A3EB957-601D-37A2-46DA-887B5E3D1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8463" y="1408924"/>
            <a:ext cx="1850250" cy="27471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63712D9-C4B4-A4A7-1E00-253250060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7BA19E0-D7FC-DEA3-670B-067BA72D4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Graphic" descr="World map&#10;">
            <a:extLst>
              <a:ext uri="{FF2B5EF4-FFF2-40B4-BE49-F238E27FC236}">
                <a16:creationId xmlns:a16="http://schemas.microsoft.com/office/drawing/2014/main" id="{67B2679D-09BD-F7F1-1628-BC247EC3BDD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07" t="21296" r="2271" b="12901"/>
          <a:stretch/>
        </p:blipFill>
        <p:spPr>
          <a:xfrm>
            <a:off x="361421" y="1375539"/>
            <a:ext cx="6231290" cy="319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107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14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770" r:id="rId2"/>
    <p:sldLayoutId id="2147483757" r:id="rId3"/>
    <p:sldLayoutId id="2147483754" r:id="rId4"/>
    <p:sldLayoutId id="2147483803" r:id="rId5"/>
    <p:sldLayoutId id="2147483756" r:id="rId6"/>
    <p:sldLayoutId id="2147483790" r:id="rId7"/>
  </p:sldLayoutIdLst>
  <p:hf hdr="0" dt="0"/>
  <p:txStyles>
    <p:titleStyle>
      <a:lvl1pPr algn="l" defTabSz="457184" rtl="0" eaLnBrk="1" latinLnBrk="0" hangingPunct="1">
        <a:spcBef>
          <a:spcPct val="0"/>
        </a:spcBef>
        <a:buNone/>
        <a:defRPr sz="2400" kern="1200">
          <a:solidFill>
            <a:srgbClr val="36C746"/>
          </a:solidFill>
          <a:latin typeface="Arial"/>
          <a:ea typeface="+mj-ea"/>
          <a:cs typeface="Arial"/>
        </a:defRPr>
      </a:lvl1pPr>
    </p:titleStyle>
    <p:bodyStyle>
      <a:lvl1pPr marL="173032" indent="-157158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None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1pPr>
      <a:lvl2pPr marL="361938" indent="-182557" algn="l" defTabSz="447659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itchFamily="34" charset="0"/>
        <a:buChar char="•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2pPr>
      <a:lvl3pPr marL="538144" indent="-179382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itchFamily="34" charset="0"/>
        <a:buChar char="‒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3pPr>
      <a:lvl4pPr marL="719113" indent="-179382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anose="020B0604020202020204" pitchFamily="34" charset="0"/>
        <a:buChar char="–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4pPr>
      <a:lvl5pPr marL="896906" indent="-185731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anose="020B0604020202020204" pitchFamily="34" charset="0"/>
        <a:buChar char="–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5pPr>
      <a:lvl6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441" userDrawn="1">
          <p15:clr>
            <a:srgbClr val="F26B43"/>
          </p15:clr>
        </p15:guide>
        <p15:guide id="4" orient="horz" pos="690" userDrawn="1">
          <p15:clr>
            <a:srgbClr val="F26B43"/>
          </p15:clr>
        </p15:guide>
        <p15:guide id="5" orient="horz" pos="894" userDrawn="1">
          <p15:clr>
            <a:srgbClr val="F26B43"/>
          </p15:clr>
        </p15:guide>
        <p15:guide id="6" orient="horz" pos="2618" userDrawn="1">
          <p15:clr>
            <a:srgbClr val="F26B43"/>
          </p15:clr>
        </p15:guide>
        <p15:guide id="7" orient="horz" pos="2822" userDrawn="1">
          <p15:clr>
            <a:srgbClr val="F26B43"/>
          </p15:clr>
        </p15:guide>
        <p15:guide id="8" orient="horz" pos="3125" userDrawn="1">
          <p15:clr>
            <a:srgbClr val="F26B43"/>
          </p15:clr>
        </p15:guide>
        <p15:guide id="9" pos="5511" userDrawn="1">
          <p15:clr>
            <a:srgbClr val="F26B43"/>
          </p15:clr>
        </p15:guide>
        <p15:guide id="10" pos="249" userDrawn="1">
          <p15:clr>
            <a:srgbClr val="F26B43"/>
          </p15:clr>
        </p15:guide>
        <p15:guide id="11" orient="horz" pos="25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">
            <a:extLst>
              <a:ext uri="{FF2B5EF4-FFF2-40B4-BE49-F238E27FC236}">
                <a16:creationId xmlns:a16="http://schemas.microsoft.com/office/drawing/2014/main" id="{21071D19-F264-EDD0-BB1C-BD3FECD76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496AE991-8EC8-9299-D6EE-26F03E753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Schneider Electric logotype" descr="schneider_LIO_Life-Green_RGB.png">
            <a:extLst>
              <a:ext uri="{FF2B5EF4-FFF2-40B4-BE49-F238E27FC236}">
                <a16:creationId xmlns:a16="http://schemas.microsoft.com/office/drawing/2014/main" id="{C58AAFE6-14E3-4812-3C64-209C7A66C539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6975460" y="4550368"/>
            <a:ext cx="1864001" cy="5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160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47" r:id="rId2"/>
    <p:sldLayoutId id="2147483748" r:id="rId3"/>
    <p:sldLayoutId id="2147483749" r:id="rId4"/>
    <p:sldLayoutId id="2147483816" r:id="rId5"/>
    <p:sldLayoutId id="2147483750" r:id="rId6"/>
    <p:sldLayoutId id="2147483817" r:id="rId7"/>
    <p:sldLayoutId id="2147483752" r:id="rId8"/>
    <p:sldLayoutId id="2147483793" r:id="rId9"/>
    <p:sldLayoutId id="2147483792" r:id="rId10"/>
    <p:sldLayoutId id="2147483818" r:id="rId11"/>
    <p:sldLayoutId id="2147483814" r:id="rId12"/>
    <p:sldLayoutId id="2147483815" r:id="rId13"/>
    <p:sldLayoutId id="2147483794" r:id="rId14"/>
  </p:sldLayoutIdLst>
  <p:hf hdr="0" dt="0"/>
  <p:txStyles>
    <p:titleStyle>
      <a:lvl1pPr algn="l" defTabSz="457184" rtl="0" eaLnBrk="1" latinLnBrk="0" hangingPunct="1">
        <a:spcBef>
          <a:spcPct val="0"/>
        </a:spcBef>
        <a:buNone/>
        <a:defRPr sz="2400" kern="1200">
          <a:solidFill>
            <a:srgbClr val="36C746"/>
          </a:solidFill>
          <a:latin typeface="Arial"/>
          <a:ea typeface="+mj-ea"/>
          <a:cs typeface="Arial"/>
        </a:defRPr>
      </a:lvl1pPr>
    </p:titleStyle>
    <p:bodyStyle>
      <a:lvl1pPr marL="173032" indent="-157158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None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1pPr>
      <a:lvl2pPr marL="361938" indent="-182557" algn="l" defTabSz="447659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itchFamily="34" charset="0"/>
        <a:buChar char="•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2pPr>
      <a:lvl3pPr marL="538144" indent="-179382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itchFamily="34" charset="0"/>
        <a:buChar char="‒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3pPr>
      <a:lvl4pPr marL="719113" indent="-179382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anose="020B0604020202020204" pitchFamily="34" charset="0"/>
        <a:buChar char="–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4pPr>
      <a:lvl5pPr marL="896906" indent="-185731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anose="020B0604020202020204" pitchFamily="34" charset="0"/>
        <a:buChar char="–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5pPr>
      <a:lvl6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441" userDrawn="1">
          <p15:clr>
            <a:srgbClr val="F26B43"/>
          </p15:clr>
        </p15:guide>
        <p15:guide id="4" orient="horz" pos="690" userDrawn="1">
          <p15:clr>
            <a:srgbClr val="F26B43"/>
          </p15:clr>
        </p15:guide>
        <p15:guide id="5" orient="horz" pos="894" userDrawn="1">
          <p15:clr>
            <a:srgbClr val="F26B43"/>
          </p15:clr>
        </p15:guide>
        <p15:guide id="6" orient="horz" pos="2618" userDrawn="1">
          <p15:clr>
            <a:srgbClr val="F26B43"/>
          </p15:clr>
        </p15:guide>
        <p15:guide id="7" orient="horz" pos="2822" userDrawn="1">
          <p15:clr>
            <a:srgbClr val="F26B43"/>
          </p15:clr>
        </p15:guide>
        <p15:guide id="8" orient="horz" pos="3125" userDrawn="1">
          <p15:clr>
            <a:srgbClr val="F26B43"/>
          </p15:clr>
        </p15:guide>
        <p15:guide id="9" pos="5511" userDrawn="1">
          <p15:clr>
            <a:srgbClr val="F26B43"/>
          </p15:clr>
        </p15:guide>
        <p15:guide id="10" pos="249" userDrawn="1">
          <p15:clr>
            <a:srgbClr val="F26B43"/>
          </p15:clr>
        </p15:guide>
        <p15:guide id="11" orient="horz" pos="25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01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</p:sldLayoutIdLst>
  <p:hf hdr="0" dt="0"/>
  <p:txStyles>
    <p:titleStyle>
      <a:lvl1pPr algn="l" defTabSz="457184" rtl="0" eaLnBrk="1" latinLnBrk="0" hangingPunct="1">
        <a:spcBef>
          <a:spcPct val="0"/>
        </a:spcBef>
        <a:buNone/>
        <a:defRPr sz="2400" kern="1200">
          <a:solidFill>
            <a:srgbClr val="36C746"/>
          </a:solidFill>
          <a:latin typeface="Arial"/>
          <a:ea typeface="+mj-ea"/>
          <a:cs typeface="Arial"/>
        </a:defRPr>
      </a:lvl1pPr>
    </p:titleStyle>
    <p:bodyStyle>
      <a:lvl1pPr marL="173032" indent="-157158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None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1pPr>
      <a:lvl2pPr marL="361938" indent="-182557" algn="l" defTabSz="447659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itchFamily="34" charset="0"/>
        <a:buChar char="•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2pPr>
      <a:lvl3pPr marL="538144" indent="-179382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itchFamily="34" charset="0"/>
        <a:buChar char="‒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3pPr>
      <a:lvl4pPr marL="719113" indent="-179382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anose="020B0604020202020204" pitchFamily="34" charset="0"/>
        <a:buChar char="–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4pPr>
      <a:lvl5pPr marL="896906" indent="-185731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anose="020B0604020202020204" pitchFamily="34" charset="0"/>
        <a:buChar char="–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5pPr>
      <a:lvl6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441">
          <p15:clr>
            <a:srgbClr val="F26B43"/>
          </p15:clr>
        </p15:guide>
        <p15:guide id="4" orient="horz" pos="690">
          <p15:clr>
            <a:srgbClr val="F26B43"/>
          </p15:clr>
        </p15:guide>
        <p15:guide id="5" orient="horz" pos="894">
          <p15:clr>
            <a:srgbClr val="F26B43"/>
          </p15:clr>
        </p15:guide>
        <p15:guide id="6" orient="horz" pos="2618">
          <p15:clr>
            <a:srgbClr val="F26B43"/>
          </p15:clr>
        </p15:guide>
        <p15:guide id="7" orient="horz" pos="2822">
          <p15:clr>
            <a:srgbClr val="F26B43"/>
          </p15:clr>
        </p15:guide>
        <p15:guide id="8" orient="horz" pos="3125">
          <p15:clr>
            <a:srgbClr val="F26B43"/>
          </p15:clr>
        </p15:guide>
        <p15:guide id="9" pos="5511">
          <p15:clr>
            <a:srgbClr val="F26B43"/>
          </p15:clr>
        </p15:guide>
        <p15:guide id="10" pos="249">
          <p15:clr>
            <a:srgbClr val="F26B43"/>
          </p15:clr>
        </p15:guide>
        <p15:guide id="11" orient="horz" pos="259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">
            <a:extLst>
              <a:ext uri="{FF2B5EF4-FFF2-40B4-BE49-F238E27FC236}">
                <a16:creationId xmlns:a16="http://schemas.microsoft.com/office/drawing/2014/main" id="{21071D19-F264-EDD0-BB1C-BD3FECD76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463" y="4871779"/>
            <a:ext cx="109728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Property of Schneider Electric |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496AE991-8EC8-9299-D6EE-26F03E753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94313" y="4871780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bg2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Schneider Electric logotype" descr="schneider_LIO_Life-Green_RGB.png">
            <a:extLst>
              <a:ext uri="{FF2B5EF4-FFF2-40B4-BE49-F238E27FC236}">
                <a16:creationId xmlns:a16="http://schemas.microsoft.com/office/drawing/2014/main" id="{FFD1128A-3593-6C48-C0C8-A73502ADFAC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/>
          <a:stretch>
            <a:fillRect/>
          </a:stretch>
        </p:blipFill>
        <p:spPr>
          <a:xfrm>
            <a:off x="6975460" y="4550368"/>
            <a:ext cx="1864001" cy="5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21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</p:sldLayoutIdLst>
  <p:hf hdr="0" dt="0"/>
  <p:txStyles>
    <p:titleStyle>
      <a:lvl1pPr algn="l" defTabSz="457184" rtl="0" eaLnBrk="1" latinLnBrk="0" hangingPunct="1">
        <a:spcBef>
          <a:spcPct val="0"/>
        </a:spcBef>
        <a:buNone/>
        <a:defRPr sz="2400" kern="1200">
          <a:solidFill>
            <a:srgbClr val="36C746"/>
          </a:solidFill>
          <a:latin typeface="Arial"/>
          <a:ea typeface="+mj-ea"/>
          <a:cs typeface="Arial"/>
        </a:defRPr>
      </a:lvl1pPr>
    </p:titleStyle>
    <p:bodyStyle>
      <a:lvl1pPr marL="173032" indent="-157158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None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1pPr>
      <a:lvl2pPr marL="361938" indent="-182557" algn="l" defTabSz="447659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itchFamily="34" charset="0"/>
        <a:buChar char="•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2pPr>
      <a:lvl3pPr marL="538144" indent="-179382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itchFamily="34" charset="0"/>
        <a:buChar char="‒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3pPr>
      <a:lvl4pPr marL="719113" indent="-179382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anose="020B0604020202020204" pitchFamily="34" charset="0"/>
        <a:buChar char="–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4pPr>
      <a:lvl5pPr marL="896906" indent="-185731" algn="l" defTabSz="457184" rtl="0" eaLnBrk="1" latinLnBrk="0" hangingPunct="1">
        <a:spcBef>
          <a:spcPts val="500"/>
        </a:spcBef>
        <a:spcAft>
          <a:spcPts val="500"/>
        </a:spcAft>
        <a:buClr>
          <a:srgbClr val="36C746"/>
        </a:buClr>
        <a:buFont typeface="Arial" panose="020B0604020202020204" pitchFamily="34" charset="0"/>
        <a:buChar char="–"/>
        <a:defRPr sz="1600" kern="1200">
          <a:solidFill>
            <a:schemeClr val="accent1">
              <a:lumMod val="75000"/>
            </a:schemeClr>
          </a:solidFill>
          <a:latin typeface="Arial"/>
          <a:ea typeface="+mn-ea"/>
          <a:cs typeface="Arial"/>
        </a:defRPr>
      </a:lvl5pPr>
      <a:lvl6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441">
          <p15:clr>
            <a:srgbClr val="F26B43"/>
          </p15:clr>
        </p15:guide>
        <p15:guide id="4" orient="horz" pos="690">
          <p15:clr>
            <a:srgbClr val="F26B43"/>
          </p15:clr>
        </p15:guide>
        <p15:guide id="5" orient="horz" pos="894">
          <p15:clr>
            <a:srgbClr val="F26B43"/>
          </p15:clr>
        </p15:guide>
        <p15:guide id="6" orient="horz" pos="2618">
          <p15:clr>
            <a:srgbClr val="F26B43"/>
          </p15:clr>
        </p15:guide>
        <p15:guide id="7" orient="horz" pos="2822">
          <p15:clr>
            <a:srgbClr val="F26B43"/>
          </p15:clr>
        </p15:guide>
        <p15:guide id="8" orient="horz" pos="3125">
          <p15:clr>
            <a:srgbClr val="F26B43"/>
          </p15:clr>
        </p15:guide>
        <p15:guide id="9" pos="5511">
          <p15:clr>
            <a:srgbClr val="F26B43"/>
          </p15:clr>
        </p15:guide>
        <p15:guide id="10" pos="249">
          <p15:clr>
            <a:srgbClr val="F26B43"/>
          </p15:clr>
        </p15:guide>
        <p15:guide id="11" orient="horz" pos="2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9.xml"/><Relationship Id="rId4" Type="http://schemas.openxmlformats.org/officeDocument/2006/relationships/chart" Target="../charts/char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user/SchneiderCorporate" TargetMode="External"/><Relationship Id="rId13" Type="http://schemas.openxmlformats.org/officeDocument/2006/relationships/image" Target="../media/image8.svg"/><Relationship Id="rId3" Type="http://schemas.openxmlformats.org/officeDocument/2006/relationships/hyperlink" Target="https://www.se.com/ww/en/" TargetMode="External"/><Relationship Id="rId7" Type="http://schemas.openxmlformats.org/officeDocument/2006/relationships/image" Target="../media/image5.svg"/><Relationship Id="rId12" Type="http://schemas.openxmlformats.org/officeDocument/2006/relationships/hyperlink" Target="https://www.instagram.com/schneiderelectric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6" Type="http://schemas.openxmlformats.org/officeDocument/2006/relationships/hyperlink" Target="https://www.linkedin.com/company/schneider-electric/" TargetMode="External"/><Relationship Id="rId11" Type="http://schemas.openxmlformats.org/officeDocument/2006/relationships/image" Target="../media/image7.svg"/><Relationship Id="rId5" Type="http://schemas.openxmlformats.org/officeDocument/2006/relationships/image" Target="../media/image4.svg"/><Relationship Id="rId15" Type="http://schemas.openxmlformats.org/officeDocument/2006/relationships/image" Target="../media/image9.svg"/><Relationship Id="rId10" Type="http://schemas.openxmlformats.org/officeDocument/2006/relationships/hyperlink" Target="https://twitter.com/SchneiderElec" TargetMode="External"/><Relationship Id="rId4" Type="http://schemas.openxmlformats.org/officeDocument/2006/relationships/hyperlink" Target="https://www.facebook.com/SchneiderElectric" TargetMode="External"/><Relationship Id="rId9" Type="http://schemas.openxmlformats.org/officeDocument/2006/relationships/image" Target="../media/image6.svg"/><Relationship Id="rId14" Type="http://schemas.openxmlformats.org/officeDocument/2006/relationships/hyperlink" Target="https://blog.se.com/" TargetMode="Externa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user/SchneiderCorporate" TargetMode="External"/><Relationship Id="rId13" Type="http://schemas.openxmlformats.org/officeDocument/2006/relationships/image" Target="../media/image8.svg"/><Relationship Id="rId3" Type="http://schemas.openxmlformats.org/officeDocument/2006/relationships/hyperlink" Target="https://www.se.com/ww/en/" TargetMode="External"/><Relationship Id="rId7" Type="http://schemas.openxmlformats.org/officeDocument/2006/relationships/image" Target="../media/image5.svg"/><Relationship Id="rId12" Type="http://schemas.openxmlformats.org/officeDocument/2006/relationships/hyperlink" Target="https://www.instagram.com/schneiderelectric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6" Type="http://schemas.openxmlformats.org/officeDocument/2006/relationships/hyperlink" Target="https://www.linkedin.com/company/schneider-electric/" TargetMode="External"/><Relationship Id="rId11" Type="http://schemas.openxmlformats.org/officeDocument/2006/relationships/image" Target="../media/image7.svg"/><Relationship Id="rId5" Type="http://schemas.openxmlformats.org/officeDocument/2006/relationships/image" Target="../media/image4.svg"/><Relationship Id="rId15" Type="http://schemas.openxmlformats.org/officeDocument/2006/relationships/image" Target="../media/image9.svg"/><Relationship Id="rId10" Type="http://schemas.openxmlformats.org/officeDocument/2006/relationships/hyperlink" Target="https://twitter.com/SchneiderElec" TargetMode="External"/><Relationship Id="rId4" Type="http://schemas.openxmlformats.org/officeDocument/2006/relationships/hyperlink" Target="https://www.facebook.com/SchneiderElectric" TargetMode="External"/><Relationship Id="rId9" Type="http://schemas.openxmlformats.org/officeDocument/2006/relationships/image" Target="../media/image6.svg"/><Relationship Id="rId14" Type="http://schemas.openxmlformats.org/officeDocument/2006/relationships/hyperlink" Target="https://blog.s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9">
            <a:extLst>
              <a:ext uri="{FF2B5EF4-FFF2-40B4-BE49-F238E27FC236}">
                <a16:creationId xmlns:a16="http://schemas.microsoft.com/office/drawing/2014/main" id="{B39E6ED1-D775-A836-A0F7-80BF9FA45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6000"/>
                    </a14:imgEffect>
                  </a14:imgLayer>
                </a14:imgProps>
              </a:ext>
            </a:extLst>
          </a:blip>
          <a:srcRect t="16704" b="16704"/>
          <a:stretch/>
        </p:blipFill>
        <p:spPr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FBFB306-2739-7669-6D9F-CAF9E696E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88" y="3099244"/>
            <a:ext cx="8353425" cy="553998"/>
          </a:xfrm>
        </p:spPr>
        <p:txBody>
          <a:bodyPr/>
          <a:lstStyle/>
          <a:p>
            <a:r>
              <a:rPr lang="en-US"/>
              <a:t>WHIT slide examples</a:t>
            </a:r>
            <a:endParaRPr lang="en-PL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7BF5E5A-CA14-A885-7027-E1C5F4B67D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26 Oct 2023</a:t>
            </a:r>
            <a:endParaRPr lang="en-P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4AD9D0-5ACE-D267-3F91-F34B34DF15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Creative Studio</a:t>
            </a:r>
            <a:endParaRPr lang="en-PL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5882E-2065-EE28-ABD3-022C0430F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203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BE33ED4-E6E6-7B02-1C30-EBCE7CDD4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dirty="0"/>
              <a:t>Short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2B105C-B0FA-3299-D0A6-25CCE2E42A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C82DB1C-E5FF-CFF2-1268-BE3FA4135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Click to edit Master text styles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  <a:p>
            <a:pPr marL="647688" lvl="1" indent="-285750"/>
            <a:r>
              <a:rPr lang="en-GB" dirty="0"/>
              <a:t>Third level</a:t>
            </a:r>
          </a:p>
          <a:p>
            <a:pPr marL="647688" lvl="1" indent="-285750"/>
            <a:r>
              <a:rPr lang="en-GB" dirty="0"/>
              <a:t>Fourth level</a:t>
            </a:r>
          </a:p>
          <a:p>
            <a:pPr marL="647688" lvl="1" indent="-285750"/>
            <a:r>
              <a:rPr lang="en-GB" dirty="0"/>
              <a:t>Fifth level</a:t>
            </a:r>
          </a:p>
          <a:p>
            <a:endParaRPr lang="en-PL" dirty="0"/>
          </a:p>
          <a:p>
            <a:endParaRPr lang="en-PL" dirty="0"/>
          </a:p>
          <a:p>
            <a:endParaRPr lang="en-P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D7D87-48B4-5449-E73C-AEE3D23FB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Property of Schneider Electric |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12E3D-BD8E-8403-9BC3-DBF85D8AA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0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">
            <a:extLst>
              <a:ext uri="{FF2B5EF4-FFF2-40B4-BE49-F238E27FC236}">
                <a16:creationId xmlns:a16="http://schemas.microsoft.com/office/drawing/2014/main" id="{1C0661C6-7097-0C29-C39D-4DD8FD73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dirty="0"/>
              <a:t>Short slide title</a:t>
            </a:r>
            <a:br>
              <a:rPr lang="en-PL" dirty="0"/>
            </a:br>
            <a:r>
              <a:rPr lang="en-PL" dirty="0"/>
              <a:t>but this time in two lines</a:t>
            </a:r>
          </a:p>
        </p:txBody>
      </p:sp>
      <p:sp>
        <p:nvSpPr>
          <p:cNvPr id="9" name="Subhead placeholder">
            <a:extLst>
              <a:ext uri="{FF2B5EF4-FFF2-40B4-BE49-F238E27FC236}">
                <a16:creationId xmlns:a16="http://schemas.microsoft.com/office/drawing/2014/main" id="{94F9F4C2-D4B5-4FC1-8B0B-762EF94E6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</p:txBody>
      </p:sp>
      <p:sp>
        <p:nvSpPr>
          <p:cNvPr id="8" name="Content placeholder">
            <a:extLst>
              <a:ext uri="{FF2B5EF4-FFF2-40B4-BE49-F238E27FC236}">
                <a16:creationId xmlns:a16="http://schemas.microsoft.com/office/drawing/2014/main" id="{874B0DF8-9114-C238-DBF4-3F71B9936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Click to edit Master text styles</a:t>
            </a:r>
          </a:p>
          <a:p>
            <a:pPr marL="285750" indent="-285750">
              <a:buClr>
                <a:srgbClr val="3DCD58"/>
              </a:buClr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  <a:p>
            <a:pPr marL="647688" lvl="1" indent="-285750">
              <a:buClr>
                <a:srgbClr val="3DCD58"/>
              </a:buClr>
            </a:pPr>
            <a:r>
              <a:rPr lang="en-GB" dirty="0"/>
              <a:t>Third level</a:t>
            </a:r>
          </a:p>
          <a:p>
            <a:pPr marL="647688" lvl="1" indent="-285750">
              <a:buClr>
                <a:srgbClr val="3DCD58"/>
              </a:buClr>
            </a:pPr>
            <a:r>
              <a:rPr lang="en-GB" dirty="0"/>
              <a:t>Fourth level</a:t>
            </a:r>
          </a:p>
          <a:p>
            <a:pPr marL="647688" lvl="1" indent="-285750">
              <a:buClr>
                <a:srgbClr val="3DCD58"/>
              </a:buClr>
            </a:pPr>
            <a:r>
              <a:rPr lang="en-GB" dirty="0"/>
              <a:t>Fifth level</a:t>
            </a:r>
          </a:p>
          <a:p>
            <a:pPr>
              <a:buClr>
                <a:schemeClr val="tx2"/>
              </a:buClr>
            </a:pPr>
            <a:endParaRPr lang="en-PL" dirty="0"/>
          </a:p>
          <a:p>
            <a:endParaRPr lang="en-PL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A1D65C0-6489-5945-CAD0-159B6F261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C3E56ED-131E-B30C-069D-CE03708F9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2482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1100327-9F70-5A9E-7A8E-47C90B89C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2"/>
                </a:solidFill>
              </a:rPr>
              <a:t>Bold text lead size</a:t>
            </a:r>
            <a:endParaRPr lang="en-PL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1AD13E-8565-EAE9-A433-1376BA43FA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Subtitle example in one line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E44E3-DBCB-1281-B8AE-821F3F503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E016D-3982-4BEA-73BE-EDA07C6C2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0609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D94BE5-481F-6F7D-FF31-28BADA93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dirty="0"/>
              <a:t>Short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5935C2-1C87-AC8E-23E8-0F084BFE7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E8AB1B09-4513-4BDE-C4E3-4314EDE2A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7889"/>
          <a:stretch/>
        </p:blipFill>
        <p:spPr bwMode="auto">
          <a:xfrm>
            <a:off x="395287" y="1407489"/>
            <a:ext cx="2454545" cy="1230431"/>
          </a:xfrm>
          <a:prstGeom prst="rect">
            <a:avLst/>
          </a:prstGeom>
          <a:noFill/>
        </p:spPr>
      </p:pic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47084C02-A98E-952C-1960-0D7FB41F4645}"/>
              </a:ext>
            </a:extLst>
          </p:cNvPr>
          <p:cNvSpPr txBox="1">
            <a:spLocks/>
          </p:cNvSpPr>
          <p:nvPr/>
        </p:nvSpPr>
        <p:spPr>
          <a:xfrm>
            <a:off x="394685" y="2823658"/>
            <a:ext cx="2545828" cy="13324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361938" indent="-182557" algn="l" defTabSz="447659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itchFamily="34" charset="0"/>
              <a:buChar char="•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538144" indent="-179382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itchFamily="34" charset="0"/>
              <a:buChar char="‒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719113" indent="-179382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896906" indent="-185731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896080" indent="-182874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1000" kern="1200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896080" indent="-182874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900" kern="12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8879" indent="-228592" algn="l" defTabSz="45718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3" indent="-228592" algn="l" defTabSz="45718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3DCD5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Subtitle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</a:p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3DCD5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 text placeholder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Ceptas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expedis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molupta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temporehent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offictas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reptatur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autatus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endParaRPr kumimoji="0" lang="en-PL" sz="1600" b="0" i="0" u="none" strike="noStrike" kern="1200" cap="none" spc="0" normalizeH="0" baseline="0" noProof="0" dirty="0">
              <a:ln>
                <a:noFill/>
              </a:ln>
              <a:solidFill>
                <a:srgbClr val="626469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0FDA10-BEC1-80B6-2390-885E1711B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6872"/>
          <a:stretch/>
        </p:blipFill>
        <p:spPr>
          <a:xfrm>
            <a:off x="3288933" y="1412974"/>
            <a:ext cx="2454545" cy="1241325"/>
          </a:xfrm>
          <a:prstGeom prst="rect">
            <a:avLst/>
          </a:prstGeom>
        </p:spPr>
      </p:pic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0702D65E-FD99-1A78-14EC-40A511830B8C}"/>
              </a:ext>
            </a:extLst>
          </p:cNvPr>
          <p:cNvSpPr txBox="1">
            <a:spLocks/>
          </p:cNvSpPr>
          <p:nvPr/>
        </p:nvSpPr>
        <p:spPr>
          <a:xfrm>
            <a:off x="3292868" y="2823658"/>
            <a:ext cx="2545828" cy="13324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361938" indent="-182557" algn="l" defTabSz="447659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itchFamily="34" charset="0"/>
              <a:buChar char="•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538144" indent="-179382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itchFamily="34" charset="0"/>
              <a:buChar char="‒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719113" indent="-179382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896906" indent="-185731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896080" indent="-182874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1000" kern="1200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896080" indent="-182874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900" kern="12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8879" indent="-228592" algn="l" defTabSz="45718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3" indent="-228592" algn="l" defTabSz="45718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3DCD5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Subtitle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</a:p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3DCD5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 text placeholder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Ceptas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expedis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molupta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temporehent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offictas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reptatur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autatus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endParaRPr kumimoji="0" lang="en-PL" sz="1600" b="0" i="0" u="none" strike="noStrike" kern="1200" cap="none" spc="0" normalizeH="0" baseline="0" noProof="0" dirty="0">
              <a:ln>
                <a:noFill/>
              </a:ln>
              <a:solidFill>
                <a:srgbClr val="626469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0BCF10-C556-7DA1-3A00-9EDF33C40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320" b="8702"/>
          <a:stretch/>
        </p:blipFill>
        <p:spPr bwMode="auto">
          <a:xfrm>
            <a:off x="6180740" y="1416682"/>
            <a:ext cx="2454545" cy="1221238"/>
          </a:xfrm>
          <a:prstGeom prst="rect">
            <a:avLst/>
          </a:prstGeom>
          <a:noFill/>
        </p:spPr>
      </p:pic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58ADC5FE-09C0-317C-FBC4-81D59A2D8EFC}"/>
              </a:ext>
            </a:extLst>
          </p:cNvPr>
          <p:cNvSpPr txBox="1">
            <a:spLocks/>
          </p:cNvSpPr>
          <p:nvPr/>
        </p:nvSpPr>
        <p:spPr>
          <a:xfrm>
            <a:off x="6202322" y="2823658"/>
            <a:ext cx="2545828" cy="13324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361938" indent="-182557" algn="l" defTabSz="447659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itchFamily="34" charset="0"/>
              <a:buChar char="•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538144" indent="-179382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itchFamily="34" charset="0"/>
              <a:buChar char="‒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719113" indent="-179382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896906" indent="-185731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896080" indent="-182874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1000" kern="1200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896080" indent="-182874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900" kern="12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8879" indent="-228592" algn="l" defTabSz="45718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3" indent="-228592" algn="l" defTabSz="45718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3DCD5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Subtitle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</a:p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3DCD5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 text placeholder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Ceptas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expedis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molupta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temporehent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offictas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reptatur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autatus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endParaRPr kumimoji="0" lang="en-PL" sz="1600" b="0" i="0" u="none" strike="noStrike" kern="1200" cap="none" spc="0" normalizeH="0" baseline="0" noProof="0" dirty="0">
              <a:ln>
                <a:noFill/>
              </a:ln>
              <a:solidFill>
                <a:srgbClr val="626469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275D7-7E51-A136-197F-3EAF4A77A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8CBF-D52C-D9F1-385A-266CD47D3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6600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1066C22-4C89-7002-2D4B-EB11D677A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b="1" dirty="0"/>
              <a:t>Agenda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647893A-9C3C-D531-2A3C-C9809CEAE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2"/>
              </a:buClr>
            </a:pPr>
            <a:r>
              <a:rPr lang="en-PL" dirty="0"/>
              <a:t>Lorem ipsum</a:t>
            </a:r>
          </a:p>
          <a:p>
            <a:pPr>
              <a:buClr>
                <a:schemeClr val="tx2"/>
              </a:buClr>
            </a:pPr>
            <a:r>
              <a:rPr lang="en-PL" dirty="0"/>
              <a:t>Dolor sit amet</a:t>
            </a:r>
          </a:p>
          <a:p>
            <a:pPr>
              <a:buClr>
                <a:schemeClr val="tx2"/>
              </a:buClr>
            </a:pPr>
            <a:r>
              <a:rPr lang="en-PL" dirty="0"/>
              <a:t>Lorem ipsum</a:t>
            </a:r>
          </a:p>
          <a:p>
            <a:pPr>
              <a:buClr>
                <a:schemeClr val="tx2"/>
              </a:buClr>
            </a:pPr>
            <a:r>
              <a:rPr lang="en-PL" dirty="0"/>
              <a:t>Dolor sit amet</a:t>
            </a:r>
          </a:p>
          <a:p>
            <a:pPr>
              <a:buClr>
                <a:schemeClr val="tx2"/>
              </a:buClr>
            </a:pPr>
            <a:r>
              <a:rPr lang="en-PL" dirty="0"/>
              <a:t>Lorem ipsum</a:t>
            </a:r>
          </a:p>
          <a:p>
            <a:pPr>
              <a:buClr>
                <a:schemeClr val="tx2"/>
              </a:buClr>
            </a:pPr>
            <a:r>
              <a:rPr lang="en-PL" dirty="0"/>
              <a:t>Dolor sit amet</a:t>
            </a:r>
          </a:p>
          <a:p>
            <a:endParaRPr lang="en-P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C605F-B606-846C-8453-268495D0F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D66FD-442E-2AB9-8442-5D8EB4666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4632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D94BE5-481F-6F7D-FF31-28BADA93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sz="2400" dirty="0"/>
              <a:t>One-Column</a:t>
            </a:r>
            <a:endParaRPr lang="en-P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5935C2-1C87-AC8E-23E8-0F084BFE7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24166E-7847-C5FB-6D30-089C4772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9" y="1419226"/>
            <a:ext cx="5778740" cy="2736850"/>
          </a:xfrm>
        </p:spPr>
        <p:txBody>
          <a:bodyPr/>
          <a:lstStyle/>
          <a:p>
            <a:r>
              <a:rPr lang="en-GB" dirty="0"/>
              <a:t>First line of text goes here.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Vestibulum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neque</a:t>
            </a:r>
            <a:r>
              <a:rPr lang="en-GB" dirty="0"/>
              <a:t> </a:t>
            </a:r>
            <a:r>
              <a:rPr lang="en-GB" dirty="0" err="1"/>
              <a:t>turpis</a:t>
            </a:r>
            <a:r>
              <a:rPr lang="en-GB" dirty="0"/>
              <a:t>,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  <a:p>
            <a:pPr marL="647688" lvl="1" indent="-285750"/>
            <a:r>
              <a:rPr lang="en-GB" dirty="0"/>
              <a:t>Third level</a:t>
            </a:r>
          </a:p>
          <a:p>
            <a:pPr marL="647688" lvl="1" indent="-285750"/>
            <a:r>
              <a:rPr lang="en-GB" dirty="0"/>
              <a:t>Fourth level</a:t>
            </a:r>
          </a:p>
          <a:p>
            <a:pPr marL="647688" lvl="1" indent="-285750"/>
            <a:r>
              <a:rPr lang="en-GB" dirty="0"/>
              <a:t>Fifth level</a:t>
            </a:r>
          </a:p>
          <a:p>
            <a:endParaRPr lang="en-PL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93F49CB-81C6-56F9-37FD-357A532F144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95287" y="4156076"/>
            <a:ext cx="6664191" cy="207224"/>
          </a:xfrm>
          <a:prstGeom prst="rect">
            <a:avLst/>
          </a:prstGeom>
        </p:spPr>
        <p:txBody>
          <a:bodyPr lIns="0" tIns="0" rIns="0" bIns="0"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GB" sz="1100" dirty="0"/>
              <a:t>Optional caption goes here. Duis maximus </a:t>
            </a:r>
            <a:r>
              <a:rPr lang="en-GB" sz="1100" dirty="0" err="1"/>
              <a:t>venenatis</a:t>
            </a:r>
            <a:r>
              <a:rPr lang="en-GB" sz="1100" dirty="0"/>
              <a:t> </a:t>
            </a:r>
            <a:r>
              <a:rPr lang="en-GB" sz="1100" dirty="0" err="1"/>
              <a:t>laoreet</a:t>
            </a:r>
            <a:r>
              <a:rPr lang="en-GB" sz="1100" dirty="0"/>
              <a:t>. </a:t>
            </a:r>
            <a:r>
              <a:rPr lang="en-GB" sz="1100" dirty="0" err="1"/>
              <a:t>Aliquam</a:t>
            </a:r>
            <a:r>
              <a:rPr lang="en-GB" sz="1100" dirty="0"/>
              <a:t> et ipsum </a:t>
            </a:r>
            <a:r>
              <a:rPr lang="en-GB" sz="1100" dirty="0" err="1"/>
              <a:t>condimentum</a:t>
            </a:r>
            <a:r>
              <a:rPr lang="en-GB" sz="1100" dirty="0"/>
              <a:t>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endParaRPr lang="en-PL" sz="11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275D7-7E51-A136-197F-3EAF4A77A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8CBF-D52C-D9F1-385A-266CD47D3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5405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D94BE5-481F-6F7D-FF31-28BADA93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sz="2400" dirty="0"/>
              <a:t>One-Column</a:t>
            </a:r>
            <a:endParaRPr lang="en-P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5935C2-1C87-AC8E-23E8-0F084BFE7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24166E-7847-C5FB-6D30-089C4772D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line of text goes here.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Vestibulum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neque</a:t>
            </a:r>
            <a:r>
              <a:rPr lang="en-GB" dirty="0"/>
              <a:t> </a:t>
            </a:r>
            <a:r>
              <a:rPr lang="en-GB" dirty="0" err="1"/>
              <a:t>turpis</a:t>
            </a:r>
            <a:r>
              <a:rPr lang="en-GB" dirty="0"/>
              <a:t>,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  <a:p>
            <a:pPr marL="647688" lvl="1" indent="-285750"/>
            <a:r>
              <a:rPr lang="en-GB" dirty="0"/>
              <a:t>Third level</a:t>
            </a:r>
          </a:p>
          <a:p>
            <a:pPr marL="647688" lvl="1" indent="-285750"/>
            <a:r>
              <a:rPr lang="en-GB" dirty="0"/>
              <a:t>Fourth level</a:t>
            </a:r>
          </a:p>
          <a:p>
            <a:pPr marL="647688" lvl="1" indent="-285750"/>
            <a:r>
              <a:rPr lang="en-GB" dirty="0"/>
              <a:t>Fifth level</a:t>
            </a:r>
          </a:p>
          <a:p>
            <a:endParaRPr lang="en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0AA99-6D73-DE54-8896-C5A4F2A70E99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r>
              <a:rPr lang="en-GB" dirty="0"/>
              <a:t>Optional side bar text goes here. Cras sit men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viverra</a:t>
            </a:r>
            <a:r>
              <a:rPr lang="en-GB" dirty="0"/>
              <a:t> </a:t>
            </a:r>
            <a:r>
              <a:rPr lang="en-GB" dirty="0" err="1"/>
              <a:t>sapien</a:t>
            </a:r>
            <a:r>
              <a:rPr lang="en-GB" dirty="0"/>
              <a:t> </a:t>
            </a:r>
            <a:r>
              <a:rPr lang="en-GB" dirty="0" err="1"/>
              <a:t>eget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. </a:t>
            </a:r>
            <a:r>
              <a:rPr lang="en-GB" dirty="0" err="1"/>
              <a:t>Etiam</a:t>
            </a:r>
            <a:r>
              <a:rPr lang="en-GB" dirty="0"/>
              <a:t>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 libero. Nunc </a:t>
            </a:r>
            <a:r>
              <a:rPr lang="en-GB" dirty="0" err="1"/>
              <a:t>eu</a:t>
            </a:r>
            <a:r>
              <a:rPr lang="en-GB" dirty="0"/>
              <a:t> ligula </a:t>
            </a:r>
            <a:r>
              <a:rPr lang="en-GB" dirty="0" err="1"/>
              <a:t>tortor</a:t>
            </a:r>
            <a:r>
              <a:rPr lang="en-GB" dirty="0"/>
              <a:t>. </a:t>
            </a:r>
          </a:p>
          <a:p>
            <a:endParaRPr lang="en-P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275D7-7E51-A136-197F-3EAF4A77A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8CBF-D52C-D9F1-385A-266CD47D3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3717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D94BE5-481F-6F7D-FF31-28BADA93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sz="2400" dirty="0"/>
              <a:t>One-Column</a:t>
            </a:r>
            <a:endParaRPr lang="en-P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5935C2-1C87-AC8E-23E8-0F084BFE7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24166E-7847-C5FB-6D30-089C4772D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line of text goes here.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Vestibulum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neque</a:t>
            </a:r>
            <a:r>
              <a:rPr lang="en-GB" dirty="0"/>
              <a:t> </a:t>
            </a:r>
            <a:r>
              <a:rPr lang="en-GB" dirty="0" err="1"/>
              <a:t>turpis</a:t>
            </a:r>
            <a:r>
              <a:rPr lang="en-GB" dirty="0"/>
              <a:t>,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  <a:p>
            <a:pPr marL="647688" lvl="1" indent="-285750"/>
            <a:r>
              <a:rPr lang="en-GB" dirty="0"/>
              <a:t>Third level</a:t>
            </a:r>
          </a:p>
          <a:p>
            <a:pPr marL="647688" lvl="1" indent="-285750"/>
            <a:r>
              <a:rPr lang="en-GB" dirty="0"/>
              <a:t>Fourth level</a:t>
            </a:r>
          </a:p>
          <a:p>
            <a:pPr marL="647688" lvl="1" indent="-285750"/>
            <a:r>
              <a:rPr lang="en-GB" dirty="0"/>
              <a:t>Fifth level</a:t>
            </a:r>
          </a:p>
          <a:p>
            <a:endParaRPr lang="en-PL" dirty="0"/>
          </a:p>
        </p:txBody>
      </p:sp>
      <p:pic>
        <p:nvPicPr>
          <p:cNvPr id="12" name="Picture 11" descr="Home icon">
            <a:extLst>
              <a:ext uri="{FF2B5EF4-FFF2-40B4-BE49-F238E27FC236}">
                <a16:creationId xmlns:a16="http://schemas.microsoft.com/office/drawing/2014/main" id="{3590436F-2E06-3477-CF08-786D9FE561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92838" y="1485204"/>
            <a:ext cx="391668" cy="391668"/>
          </a:xfrm>
          <a:prstGeom prst="rect">
            <a:avLst/>
          </a:prstGeom>
        </p:spPr>
      </p:pic>
      <p:pic>
        <p:nvPicPr>
          <p:cNvPr id="13" name="Picture 12" descr="CPG icon">
            <a:extLst>
              <a:ext uri="{FF2B5EF4-FFF2-40B4-BE49-F238E27FC236}">
                <a16:creationId xmlns:a16="http://schemas.microsoft.com/office/drawing/2014/main" id="{0E45652D-FD06-9C89-7AF5-A6CEB9D3E3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78638" y="1485204"/>
            <a:ext cx="391668" cy="391668"/>
          </a:xfrm>
          <a:prstGeom prst="rect">
            <a:avLst/>
          </a:prstGeom>
        </p:spPr>
      </p:pic>
      <p:pic>
        <p:nvPicPr>
          <p:cNvPr id="14" name="Picture 13" descr="Industry icon">
            <a:extLst>
              <a:ext uri="{FF2B5EF4-FFF2-40B4-BE49-F238E27FC236}">
                <a16:creationId xmlns:a16="http://schemas.microsoft.com/office/drawing/2014/main" id="{FB374F56-927F-8767-10A5-C442E6496F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64438" y="1485204"/>
            <a:ext cx="391668" cy="391668"/>
          </a:xfrm>
          <a:prstGeom prst="rect">
            <a:avLst/>
          </a:prstGeom>
        </p:spPr>
      </p:pic>
      <p:pic>
        <p:nvPicPr>
          <p:cNvPr id="15" name="Picture 14" descr="Silo icon">
            <a:extLst>
              <a:ext uri="{FF2B5EF4-FFF2-40B4-BE49-F238E27FC236}">
                <a16:creationId xmlns:a16="http://schemas.microsoft.com/office/drawing/2014/main" id="{A05BA6C2-714C-5B10-9289-DFEB4E4D4B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50238" y="1485204"/>
            <a:ext cx="391668" cy="391668"/>
          </a:xfrm>
          <a:prstGeom prst="rect">
            <a:avLst/>
          </a:prstGeom>
        </p:spPr>
      </p:pic>
      <p:graphicFrame>
        <p:nvGraphicFramePr>
          <p:cNvPr id="16" name="Content Placeholder 9">
            <a:extLst>
              <a:ext uri="{FF2B5EF4-FFF2-40B4-BE49-F238E27FC236}">
                <a16:creationId xmlns:a16="http://schemas.microsoft.com/office/drawing/2014/main" id="{B136BA42-6829-C5B2-7D23-0A6CA687A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2819822"/>
              </p:ext>
            </p:extLst>
          </p:nvPr>
        </p:nvGraphicFramePr>
        <p:xfrm>
          <a:off x="6192838" y="1986925"/>
          <a:ext cx="2555876" cy="216915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638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2"/>
                          </a:solidFill>
                        </a:rPr>
                        <a:t>Header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Header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Header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Header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275D7-7E51-A136-197F-3EAF4A77A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8CBF-D52C-D9F1-385A-266CD47D3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0200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D94BE5-481F-6F7D-FF31-28BADA93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sz="2400" dirty="0"/>
              <a:t>One-Column</a:t>
            </a:r>
            <a:endParaRPr lang="en-P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5935C2-1C87-AC8E-23E8-0F084BFE7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24166E-7847-C5FB-6D30-089C4772D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line of text goes here.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Vestibulum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neque</a:t>
            </a:r>
            <a:r>
              <a:rPr lang="en-GB" dirty="0"/>
              <a:t> </a:t>
            </a:r>
            <a:r>
              <a:rPr lang="en-GB" dirty="0" err="1"/>
              <a:t>turpis</a:t>
            </a:r>
            <a:r>
              <a:rPr lang="en-GB" dirty="0"/>
              <a:t>,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  <a:p>
            <a:pPr marL="647688" lvl="1" indent="-285750"/>
            <a:r>
              <a:rPr lang="en-GB" dirty="0"/>
              <a:t>Third level</a:t>
            </a:r>
          </a:p>
          <a:p>
            <a:pPr marL="647688" lvl="1" indent="-285750"/>
            <a:r>
              <a:rPr lang="en-GB" dirty="0"/>
              <a:t>Fourth level</a:t>
            </a:r>
          </a:p>
          <a:p>
            <a:pPr marL="647688" lvl="1" indent="-285750"/>
            <a:r>
              <a:rPr lang="en-GB" dirty="0"/>
              <a:t>Fifth level</a:t>
            </a:r>
          </a:p>
          <a:p>
            <a:endParaRPr lang="en-PL" dirty="0"/>
          </a:p>
        </p:txBody>
      </p:sp>
      <p:pic>
        <p:nvPicPr>
          <p:cNvPr id="12" name="Picture 11" descr="Home icon">
            <a:extLst>
              <a:ext uri="{FF2B5EF4-FFF2-40B4-BE49-F238E27FC236}">
                <a16:creationId xmlns:a16="http://schemas.microsoft.com/office/drawing/2014/main" id="{3590436F-2E06-3477-CF08-786D9FE561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92838" y="1485204"/>
            <a:ext cx="391668" cy="391668"/>
          </a:xfrm>
          <a:prstGeom prst="rect">
            <a:avLst/>
          </a:prstGeom>
        </p:spPr>
      </p:pic>
      <p:pic>
        <p:nvPicPr>
          <p:cNvPr id="13" name="Picture 12" descr="CPG icon">
            <a:extLst>
              <a:ext uri="{FF2B5EF4-FFF2-40B4-BE49-F238E27FC236}">
                <a16:creationId xmlns:a16="http://schemas.microsoft.com/office/drawing/2014/main" id="{0E45652D-FD06-9C89-7AF5-A6CEB9D3E3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78638" y="1485204"/>
            <a:ext cx="391668" cy="391668"/>
          </a:xfrm>
          <a:prstGeom prst="rect">
            <a:avLst/>
          </a:prstGeom>
        </p:spPr>
      </p:pic>
      <p:pic>
        <p:nvPicPr>
          <p:cNvPr id="14" name="Picture 13" descr="Industry icon">
            <a:extLst>
              <a:ext uri="{FF2B5EF4-FFF2-40B4-BE49-F238E27FC236}">
                <a16:creationId xmlns:a16="http://schemas.microsoft.com/office/drawing/2014/main" id="{FB374F56-927F-8767-10A5-C442E6496F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64438" y="1485204"/>
            <a:ext cx="391668" cy="391668"/>
          </a:xfrm>
          <a:prstGeom prst="rect">
            <a:avLst/>
          </a:prstGeom>
        </p:spPr>
      </p:pic>
      <p:pic>
        <p:nvPicPr>
          <p:cNvPr id="15" name="Picture 14" descr="Silo icon">
            <a:extLst>
              <a:ext uri="{FF2B5EF4-FFF2-40B4-BE49-F238E27FC236}">
                <a16:creationId xmlns:a16="http://schemas.microsoft.com/office/drawing/2014/main" id="{A05BA6C2-714C-5B10-9289-DFEB4E4D4B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50238" y="1485204"/>
            <a:ext cx="391668" cy="391668"/>
          </a:xfrm>
          <a:prstGeom prst="rect">
            <a:avLst/>
          </a:prstGeom>
        </p:spPr>
      </p:pic>
      <p:graphicFrame>
        <p:nvGraphicFramePr>
          <p:cNvPr id="16" name="Content Placeholder 9">
            <a:extLst>
              <a:ext uri="{FF2B5EF4-FFF2-40B4-BE49-F238E27FC236}">
                <a16:creationId xmlns:a16="http://schemas.microsoft.com/office/drawing/2014/main" id="{B136BA42-6829-C5B2-7D23-0A6CA687A0CE}"/>
              </a:ext>
            </a:extLst>
          </p:cNvPr>
          <p:cNvGraphicFramePr>
            <a:graphicFrameLocks/>
          </p:cNvGraphicFramePr>
          <p:nvPr/>
        </p:nvGraphicFramePr>
        <p:xfrm>
          <a:off x="6192838" y="1986925"/>
          <a:ext cx="2555876" cy="216915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638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Header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Header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Header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Header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275D7-7E51-A136-197F-3EAF4A77A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8CBF-D52C-D9F1-385A-266CD47D3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3967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D94BE5-481F-6F7D-FF31-28BADA93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sz="2400" dirty="0"/>
              <a:t>One-Column</a:t>
            </a:r>
            <a:endParaRPr lang="en-P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5935C2-1C87-AC8E-23E8-0F084BFE7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24166E-7847-C5FB-6D30-089C4772D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line of text goes here.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Vestibulum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neque</a:t>
            </a:r>
            <a:r>
              <a:rPr lang="en-GB" dirty="0"/>
              <a:t> </a:t>
            </a:r>
            <a:r>
              <a:rPr lang="en-GB" dirty="0" err="1"/>
              <a:t>turpis</a:t>
            </a:r>
            <a:r>
              <a:rPr lang="en-GB" dirty="0"/>
              <a:t>,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  <a:p>
            <a:pPr marL="647688" lvl="1" indent="-285750"/>
            <a:r>
              <a:rPr lang="en-GB" dirty="0"/>
              <a:t>Third level</a:t>
            </a:r>
          </a:p>
          <a:p>
            <a:pPr marL="647688" lvl="1" indent="-285750"/>
            <a:r>
              <a:rPr lang="en-GB" dirty="0"/>
              <a:t>Fourth level</a:t>
            </a:r>
          </a:p>
          <a:p>
            <a:pPr marL="647688" lvl="1" indent="-285750"/>
            <a:r>
              <a:rPr lang="en-GB" dirty="0"/>
              <a:t>Fifth level</a:t>
            </a:r>
          </a:p>
          <a:p>
            <a:endParaRPr lang="en-PL" dirty="0"/>
          </a:p>
        </p:txBody>
      </p:sp>
      <p:graphicFrame>
        <p:nvGraphicFramePr>
          <p:cNvPr id="2" name="Content Placeholder 11" descr="Donut graph/chart">
            <a:extLst>
              <a:ext uri="{FF2B5EF4-FFF2-40B4-BE49-F238E27FC236}">
                <a16:creationId xmlns:a16="http://schemas.microsoft.com/office/drawing/2014/main" id="{48A5019C-60A1-D938-D35D-FDBA22B3AABB}"/>
              </a:ext>
            </a:extLst>
          </p:cNvPr>
          <p:cNvGraphicFramePr>
            <a:graphicFrameLocks/>
          </p:cNvGraphicFramePr>
          <p:nvPr/>
        </p:nvGraphicFramePr>
        <p:xfrm>
          <a:off x="6154819" y="1563688"/>
          <a:ext cx="2593893" cy="2433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275D7-7E51-A136-197F-3EAF4A77A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8CBF-D52C-D9F1-385A-266CD47D3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8071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D94BE5-481F-6F7D-FF31-28BADA93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sz="2400" dirty="0"/>
              <a:t>One-Column</a:t>
            </a:r>
            <a:endParaRPr lang="en-P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5935C2-1C87-AC8E-23E8-0F084BFE7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24166E-7847-C5FB-6D30-089C4772D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line of text goes here.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Vestibulum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neque</a:t>
            </a:r>
            <a:r>
              <a:rPr lang="en-GB" dirty="0"/>
              <a:t> </a:t>
            </a:r>
            <a:r>
              <a:rPr lang="en-GB" dirty="0" err="1"/>
              <a:t>turpis</a:t>
            </a:r>
            <a:r>
              <a:rPr lang="en-GB" dirty="0"/>
              <a:t>,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  <a:p>
            <a:pPr marL="647688" lvl="1" indent="-285750"/>
            <a:r>
              <a:rPr lang="en-GB" dirty="0"/>
              <a:t>Third level</a:t>
            </a:r>
          </a:p>
          <a:p>
            <a:pPr marL="647688" lvl="1" indent="-285750"/>
            <a:r>
              <a:rPr lang="en-GB" dirty="0"/>
              <a:t>Fourth level</a:t>
            </a:r>
          </a:p>
          <a:p>
            <a:pPr marL="647688" lvl="1" indent="-285750"/>
            <a:r>
              <a:rPr lang="en-GB" dirty="0"/>
              <a:t>Fifth level</a:t>
            </a:r>
          </a:p>
          <a:p>
            <a:endParaRPr lang="en-PL" dirty="0"/>
          </a:p>
        </p:txBody>
      </p:sp>
      <p:graphicFrame>
        <p:nvGraphicFramePr>
          <p:cNvPr id="3" name="Content Placeholder 9" descr="Series graph/chart">
            <a:extLst>
              <a:ext uri="{FF2B5EF4-FFF2-40B4-BE49-F238E27FC236}">
                <a16:creationId xmlns:a16="http://schemas.microsoft.com/office/drawing/2014/main" id="{8F4E0DCB-7FC5-3074-C031-7B008F0953C1}"/>
              </a:ext>
            </a:extLst>
          </p:cNvPr>
          <p:cNvGraphicFramePr>
            <a:graphicFrameLocks/>
          </p:cNvGraphicFramePr>
          <p:nvPr/>
        </p:nvGraphicFramePr>
        <p:xfrm>
          <a:off x="6154820" y="1493196"/>
          <a:ext cx="2698750" cy="2595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275D7-7E51-A136-197F-3EAF4A77A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8CBF-D52C-D9F1-385A-266CD47D3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958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D94BE5-481F-6F7D-FF31-28BADA93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sz="2400" dirty="0"/>
              <a:t>One-Column</a:t>
            </a:r>
            <a:endParaRPr lang="en-P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5935C2-1C87-AC8E-23E8-0F084BFE7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24166E-7847-C5FB-6D30-089C4772D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line of text goes here.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Vestibulum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neque</a:t>
            </a:r>
            <a:r>
              <a:rPr lang="en-GB" dirty="0"/>
              <a:t> </a:t>
            </a:r>
            <a:r>
              <a:rPr lang="en-GB" dirty="0" err="1"/>
              <a:t>turpis</a:t>
            </a:r>
            <a:r>
              <a:rPr lang="en-GB" dirty="0"/>
              <a:t>,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  <a:p>
            <a:pPr marL="647688" lvl="1" indent="-285750"/>
            <a:r>
              <a:rPr lang="en-GB" dirty="0"/>
              <a:t>Third level</a:t>
            </a:r>
          </a:p>
          <a:p>
            <a:pPr marL="647688" lvl="1" indent="-285750"/>
            <a:r>
              <a:rPr lang="en-GB" dirty="0"/>
              <a:t>Fourth level</a:t>
            </a:r>
          </a:p>
          <a:p>
            <a:pPr marL="647688" lvl="1" indent="-285750"/>
            <a:r>
              <a:rPr lang="en-GB" dirty="0"/>
              <a:t>Fifth level</a:t>
            </a:r>
          </a:p>
          <a:p>
            <a:endParaRPr lang="en-PL" dirty="0"/>
          </a:p>
        </p:txBody>
      </p:sp>
      <p:graphicFrame>
        <p:nvGraphicFramePr>
          <p:cNvPr id="2" name="Content Placeholder 9" descr="Bar graph/chart">
            <a:extLst>
              <a:ext uri="{FF2B5EF4-FFF2-40B4-BE49-F238E27FC236}">
                <a16:creationId xmlns:a16="http://schemas.microsoft.com/office/drawing/2014/main" id="{C714A939-A6A1-1FD3-55C4-43CB464B76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1310700"/>
              </p:ext>
            </p:extLst>
          </p:nvPr>
        </p:nvGraphicFramePr>
        <p:xfrm>
          <a:off x="6049963" y="1613564"/>
          <a:ext cx="2698750" cy="2595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275D7-7E51-A136-197F-3EAF4A77A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8CBF-D52C-D9F1-385A-266CD47D3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6221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D94BE5-481F-6F7D-FF31-28BADA93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sz="2400" dirty="0"/>
              <a:t>One-Column</a:t>
            </a:r>
            <a:endParaRPr lang="en-P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5935C2-1C87-AC8E-23E8-0F084BFE7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24166E-7847-C5FB-6D30-089C4772D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line of text goes here.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Vestibulum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neque</a:t>
            </a:r>
            <a:r>
              <a:rPr lang="en-GB" dirty="0"/>
              <a:t> </a:t>
            </a:r>
            <a:r>
              <a:rPr lang="en-GB" dirty="0" err="1"/>
              <a:t>turpis</a:t>
            </a:r>
            <a:r>
              <a:rPr lang="en-GB" dirty="0"/>
              <a:t>,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  <a:p>
            <a:pPr marL="647688" lvl="1" indent="-285750"/>
            <a:r>
              <a:rPr lang="en-GB" dirty="0"/>
              <a:t>Third level</a:t>
            </a:r>
          </a:p>
          <a:p>
            <a:pPr marL="647688" lvl="1" indent="-285750"/>
            <a:r>
              <a:rPr lang="en-GB" dirty="0"/>
              <a:t>Fourth level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D6AF79D-991F-EF90-922A-31C70E233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 rotWithShape="1">
          <a:blip r:embed="rId2"/>
          <a:srcRect r="20305"/>
          <a:stretch/>
        </p:blipFill>
        <p:spPr>
          <a:xfrm>
            <a:off x="4725988" y="1419226"/>
            <a:ext cx="4022725" cy="2736849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275D7-7E51-A136-197F-3EAF4A77A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8CBF-D52C-D9F1-385A-266CD47D3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4897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D94BE5-481F-6F7D-FF31-28BADA93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sz="2400" dirty="0"/>
              <a:t>One-Column</a:t>
            </a:r>
            <a:endParaRPr lang="en-P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5935C2-1C87-AC8E-23E8-0F084BFE7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288" y="883811"/>
            <a:ext cx="4013901" cy="207225"/>
          </a:xfrm>
        </p:spPr>
        <p:txBody>
          <a:bodyPr/>
          <a:lstStyle/>
          <a:p>
            <a:r>
              <a:rPr lang="en-PL" dirty="0"/>
              <a:t>Subtitle example in one line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24166E-7847-C5FB-6D30-089C4772D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line of text goes here.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Vestibulum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neque</a:t>
            </a:r>
            <a:r>
              <a:rPr lang="en-GB" dirty="0"/>
              <a:t> </a:t>
            </a:r>
            <a:r>
              <a:rPr lang="en-GB" dirty="0" err="1"/>
              <a:t>turpis</a:t>
            </a:r>
            <a:r>
              <a:rPr lang="en-GB" dirty="0"/>
              <a:t>,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  <a:p>
            <a:pPr marL="647688" lvl="1" indent="-285750"/>
            <a:r>
              <a:rPr lang="en-GB" dirty="0"/>
              <a:t>Third level</a:t>
            </a:r>
          </a:p>
          <a:p>
            <a:pPr marL="647688" lvl="1" indent="-285750"/>
            <a:r>
              <a:rPr lang="en-GB" dirty="0"/>
              <a:t>Fourth level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D6AF79D-991F-EF90-922A-31C70E233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31497" r="8147"/>
          <a:stretch/>
        </p:blipFill>
        <p:spPr>
          <a:xfrm>
            <a:off x="4572000" y="1"/>
            <a:ext cx="4572000" cy="5143498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275D7-7E51-A136-197F-3EAF4A77A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8CBF-D52C-D9F1-385A-266CD47D3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2" name="Schneider Electric logotype" descr="schneider_LIO_Life-Green_RGB">
            <a:extLst>
              <a:ext uri="{FF2B5EF4-FFF2-40B4-BE49-F238E27FC236}">
                <a16:creationId xmlns:a16="http://schemas.microsoft.com/office/drawing/2014/main" id="{544CAA26-2DFA-DCAF-8D3B-5CCFB4129B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</a:blip>
          <a:stretch>
            <a:fillRect/>
          </a:stretch>
        </p:blipFill>
        <p:spPr>
          <a:xfrm>
            <a:off x="6975460" y="4550368"/>
            <a:ext cx="1864001" cy="5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70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D94BE5-481F-6F7D-FF31-28BADA93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sz="2400" dirty="0"/>
              <a:t>One-Column</a:t>
            </a:r>
            <a:endParaRPr lang="en-P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5935C2-1C87-AC8E-23E8-0F084BFE7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24166E-7847-C5FB-6D30-089C4772D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line of text goes here.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Vestibulum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neque</a:t>
            </a:r>
            <a:r>
              <a:rPr lang="en-GB" dirty="0"/>
              <a:t> </a:t>
            </a:r>
            <a:r>
              <a:rPr lang="en-GB" dirty="0" err="1"/>
              <a:t>turpis</a:t>
            </a:r>
            <a:r>
              <a:rPr lang="en-GB" dirty="0"/>
              <a:t>,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  <a:p>
            <a:pPr marL="647688" lvl="1" indent="-285750"/>
            <a:r>
              <a:rPr lang="en-GB" dirty="0"/>
              <a:t>Third level</a:t>
            </a:r>
          </a:p>
          <a:p>
            <a:pPr marL="647688" lvl="1" indent="-285750"/>
            <a:r>
              <a:rPr lang="en-GB" dirty="0"/>
              <a:t>Fourth level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D6AF79D-991F-EF90-922A-31C70E233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2607" r="51" b="2557"/>
          <a:stretch/>
        </p:blipFill>
        <p:spPr>
          <a:xfrm>
            <a:off x="6099175" y="0"/>
            <a:ext cx="3044825" cy="514350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275D7-7E51-A136-197F-3EAF4A77A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8CBF-D52C-D9F1-385A-266CD47D3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2" name="Schneider Electric logotype" descr="schneider_LIO_Life-Green_RGB">
            <a:extLst>
              <a:ext uri="{FF2B5EF4-FFF2-40B4-BE49-F238E27FC236}">
                <a16:creationId xmlns:a16="http://schemas.microsoft.com/office/drawing/2014/main" id="{1B8B8B1D-EFBF-772E-60B5-552B7F31FC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</a:blip>
          <a:stretch>
            <a:fillRect/>
          </a:stretch>
        </p:blipFill>
        <p:spPr>
          <a:xfrm>
            <a:off x="6975460" y="4550368"/>
            <a:ext cx="1864001" cy="5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997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D94BE5-481F-6F7D-FF31-28BADA93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dirty="0"/>
              <a:t>Short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5935C2-1C87-AC8E-23E8-0F084BFE7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</p:txBody>
      </p:sp>
      <p:pic>
        <p:nvPicPr>
          <p:cNvPr id="2" name="Picture 1" descr="Home icon">
            <a:extLst>
              <a:ext uri="{FF2B5EF4-FFF2-40B4-BE49-F238E27FC236}">
                <a16:creationId xmlns:a16="http://schemas.microsoft.com/office/drawing/2014/main" id="{3B28BB55-D717-5A84-5A3D-D2B2D035FB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5287" y="1403670"/>
            <a:ext cx="391668" cy="391668"/>
          </a:xfrm>
          <a:prstGeom prst="rect">
            <a:avLst/>
          </a:prstGeom>
        </p:spPr>
      </p:pic>
      <p:pic>
        <p:nvPicPr>
          <p:cNvPr id="3" name="Picture 2" descr="CPG icon">
            <a:extLst>
              <a:ext uri="{FF2B5EF4-FFF2-40B4-BE49-F238E27FC236}">
                <a16:creationId xmlns:a16="http://schemas.microsoft.com/office/drawing/2014/main" id="{07477685-FF4E-558D-F16E-7DCAAF7E63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79771" y="1403670"/>
            <a:ext cx="391668" cy="391668"/>
          </a:xfrm>
          <a:prstGeom prst="rect">
            <a:avLst/>
          </a:prstGeom>
        </p:spPr>
      </p:pic>
      <p:pic>
        <p:nvPicPr>
          <p:cNvPr id="8" name="Picture 7" descr="Industry icon">
            <a:extLst>
              <a:ext uri="{FF2B5EF4-FFF2-40B4-BE49-F238E27FC236}">
                <a16:creationId xmlns:a16="http://schemas.microsoft.com/office/drawing/2014/main" id="{2B1EACC6-F8AD-10CF-7C60-92C6A2C89D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1403670"/>
            <a:ext cx="391668" cy="391668"/>
          </a:xfrm>
          <a:prstGeom prst="rect">
            <a:avLst/>
          </a:prstGeom>
        </p:spPr>
      </p:pic>
      <p:pic>
        <p:nvPicPr>
          <p:cNvPr id="15" name="Picture 14" descr="Silo icon">
            <a:extLst>
              <a:ext uri="{FF2B5EF4-FFF2-40B4-BE49-F238E27FC236}">
                <a16:creationId xmlns:a16="http://schemas.microsoft.com/office/drawing/2014/main" id="{BFF9FA19-2E77-65A8-6B11-5B0381D53E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30197" y="1403670"/>
            <a:ext cx="391668" cy="391668"/>
          </a:xfrm>
          <a:prstGeom prst="rect">
            <a:avLst/>
          </a:prstGeom>
        </p:spPr>
      </p:pic>
      <p:graphicFrame>
        <p:nvGraphicFramePr>
          <p:cNvPr id="16" name="Content Placeholder 9">
            <a:extLst>
              <a:ext uri="{FF2B5EF4-FFF2-40B4-BE49-F238E27FC236}">
                <a16:creationId xmlns:a16="http://schemas.microsoft.com/office/drawing/2014/main" id="{062501A7-064C-1472-C79C-FEF40B54CF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2168915"/>
              </p:ext>
            </p:extLst>
          </p:nvPr>
        </p:nvGraphicFramePr>
        <p:xfrm>
          <a:off x="395288" y="1847360"/>
          <a:ext cx="8353428" cy="1540045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2088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3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009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2"/>
                          </a:solidFill>
                        </a:rPr>
                        <a:t>Header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Header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Header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Header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009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009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009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009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A41C7DD7-8A17-7C7D-A424-C62873C9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9" y="3695700"/>
            <a:ext cx="4176711" cy="460376"/>
          </a:xfrm>
        </p:spPr>
        <p:txBody>
          <a:bodyPr/>
          <a:lstStyle/>
          <a:p>
            <a:r>
              <a:rPr lang="en-GB" dirty="0"/>
              <a:t>Copy text placeholder </a:t>
            </a:r>
            <a:r>
              <a:rPr lang="en-GB" dirty="0" err="1"/>
              <a:t>Ceptas</a:t>
            </a:r>
            <a:r>
              <a:rPr lang="en-GB" dirty="0"/>
              <a:t> </a:t>
            </a:r>
            <a:r>
              <a:rPr lang="en-GB" dirty="0" err="1"/>
              <a:t>expedis</a:t>
            </a:r>
            <a:r>
              <a:rPr lang="en-GB" dirty="0"/>
              <a:t> </a:t>
            </a:r>
            <a:r>
              <a:rPr lang="en-GB" dirty="0" err="1"/>
              <a:t>molupta</a:t>
            </a:r>
            <a:r>
              <a:rPr lang="en-GB" dirty="0"/>
              <a:t> </a:t>
            </a:r>
            <a:r>
              <a:rPr lang="en-GB" dirty="0" err="1"/>
              <a:t>temporehent</a:t>
            </a:r>
            <a:r>
              <a:rPr lang="en-GB" dirty="0"/>
              <a:t> </a:t>
            </a:r>
            <a:r>
              <a:rPr lang="en-GB" dirty="0" err="1"/>
              <a:t>offictas</a:t>
            </a:r>
            <a:r>
              <a:rPr lang="en-GB" dirty="0"/>
              <a:t> </a:t>
            </a:r>
            <a:r>
              <a:rPr lang="en-GB" dirty="0" err="1"/>
              <a:t>reptatur</a:t>
            </a:r>
            <a:r>
              <a:rPr lang="en-GB" dirty="0"/>
              <a:t> </a:t>
            </a:r>
            <a:r>
              <a:rPr lang="en-GB" dirty="0" err="1"/>
              <a:t>autatus</a:t>
            </a:r>
            <a:r>
              <a:rPr lang="en-GB" dirty="0"/>
              <a:t>.</a:t>
            </a:r>
            <a:endParaRPr lang="en-P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275D7-7E51-A136-197F-3EAF4A77A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8CBF-D52C-D9F1-385A-266CD47D3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6325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D94BE5-481F-6F7D-FF31-28BADA93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dirty="0"/>
              <a:t>Short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5935C2-1C87-AC8E-23E8-0F084BFE7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</p:txBody>
      </p:sp>
      <p:graphicFrame>
        <p:nvGraphicFramePr>
          <p:cNvPr id="10" name="Content Placeholder 9" descr="Series graph/chart">
            <a:extLst>
              <a:ext uri="{FF2B5EF4-FFF2-40B4-BE49-F238E27FC236}">
                <a16:creationId xmlns:a16="http://schemas.microsoft.com/office/drawing/2014/main" id="{E0729520-1DB8-4388-DB30-CCC557F771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251628"/>
              </p:ext>
            </p:extLst>
          </p:nvPr>
        </p:nvGraphicFramePr>
        <p:xfrm>
          <a:off x="395287" y="1402543"/>
          <a:ext cx="8353425" cy="1985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A41C7DD7-8A17-7C7D-A424-C62873C9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9" y="3695700"/>
            <a:ext cx="4176711" cy="460376"/>
          </a:xfrm>
        </p:spPr>
        <p:txBody>
          <a:bodyPr/>
          <a:lstStyle/>
          <a:p>
            <a:r>
              <a:rPr lang="en-GB" dirty="0"/>
              <a:t>Copy text placeholder </a:t>
            </a:r>
            <a:r>
              <a:rPr lang="en-GB" dirty="0" err="1"/>
              <a:t>Ceptas</a:t>
            </a:r>
            <a:r>
              <a:rPr lang="en-GB" dirty="0"/>
              <a:t> </a:t>
            </a:r>
            <a:r>
              <a:rPr lang="en-GB" dirty="0" err="1"/>
              <a:t>expedis</a:t>
            </a:r>
            <a:r>
              <a:rPr lang="en-GB" dirty="0"/>
              <a:t> </a:t>
            </a:r>
            <a:r>
              <a:rPr lang="en-GB" dirty="0" err="1"/>
              <a:t>molupta</a:t>
            </a:r>
            <a:r>
              <a:rPr lang="en-GB" dirty="0"/>
              <a:t> </a:t>
            </a:r>
            <a:r>
              <a:rPr lang="en-GB" dirty="0" err="1"/>
              <a:t>temporehent</a:t>
            </a:r>
            <a:r>
              <a:rPr lang="en-GB" dirty="0"/>
              <a:t> </a:t>
            </a:r>
            <a:r>
              <a:rPr lang="en-GB" dirty="0" err="1"/>
              <a:t>offictas</a:t>
            </a:r>
            <a:r>
              <a:rPr lang="en-GB" dirty="0"/>
              <a:t> </a:t>
            </a:r>
            <a:r>
              <a:rPr lang="en-GB" dirty="0" err="1"/>
              <a:t>reptatur</a:t>
            </a:r>
            <a:r>
              <a:rPr lang="en-GB" dirty="0"/>
              <a:t> </a:t>
            </a:r>
            <a:r>
              <a:rPr lang="en-GB" dirty="0" err="1"/>
              <a:t>autatus</a:t>
            </a:r>
            <a:r>
              <a:rPr lang="en-GB" dirty="0"/>
              <a:t>.</a:t>
            </a:r>
            <a:endParaRPr lang="en-P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275D7-7E51-A136-197F-3EAF4A77A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8CBF-D52C-D9F1-385A-266CD47D3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0483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D94BE5-481F-6F7D-FF31-28BADA93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dirty="0"/>
              <a:t>Short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5935C2-1C87-AC8E-23E8-0F084BFE7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</p:txBody>
      </p:sp>
      <p:graphicFrame>
        <p:nvGraphicFramePr>
          <p:cNvPr id="2" name="Content Placeholder 9" descr="Bar graph/chart">
            <a:extLst>
              <a:ext uri="{FF2B5EF4-FFF2-40B4-BE49-F238E27FC236}">
                <a16:creationId xmlns:a16="http://schemas.microsoft.com/office/drawing/2014/main" id="{80533406-7EA7-EDC9-686B-643D0DB2B1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028398"/>
              </p:ext>
            </p:extLst>
          </p:nvPr>
        </p:nvGraphicFramePr>
        <p:xfrm>
          <a:off x="430687" y="1462850"/>
          <a:ext cx="8406475" cy="2064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A41C7DD7-8A17-7C7D-A424-C62873C9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9" y="3695700"/>
            <a:ext cx="4176711" cy="460376"/>
          </a:xfrm>
        </p:spPr>
        <p:txBody>
          <a:bodyPr/>
          <a:lstStyle/>
          <a:p>
            <a:r>
              <a:rPr lang="en-GB" dirty="0"/>
              <a:t>Copy text placeholder </a:t>
            </a:r>
            <a:r>
              <a:rPr lang="en-GB" dirty="0" err="1"/>
              <a:t>Ceptas</a:t>
            </a:r>
            <a:r>
              <a:rPr lang="en-GB" dirty="0"/>
              <a:t> </a:t>
            </a:r>
            <a:r>
              <a:rPr lang="en-GB" dirty="0" err="1"/>
              <a:t>expedis</a:t>
            </a:r>
            <a:r>
              <a:rPr lang="en-GB" dirty="0"/>
              <a:t> </a:t>
            </a:r>
            <a:r>
              <a:rPr lang="en-GB" dirty="0" err="1"/>
              <a:t>molupta</a:t>
            </a:r>
            <a:r>
              <a:rPr lang="en-GB" dirty="0"/>
              <a:t> </a:t>
            </a:r>
            <a:r>
              <a:rPr lang="en-GB" dirty="0" err="1"/>
              <a:t>temporehent</a:t>
            </a:r>
            <a:r>
              <a:rPr lang="en-GB" dirty="0"/>
              <a:t> </a:t>
            </a:r>
            <a:r>
              <a:rPr lang="en-GB" dirty="0" err="1"/>
              <a:t>offictas</a:t>
            </a:r>
            <a:r>
              <a:rPr lang="en-GB" dirty="0"/>
              <a:t> </a:t>
            </a:r>
            <a:r>
              <a:rPr lang="en-GB" dirty="0" err="1"/>
              <a:t>reptatur</a:t>
            </a:r>
            <a:r>
              <a:rPr lang="en-GB" dirty="0"/>
              <a:t> </a:t>
            </a:r>
            <a:r>
              <a:rPr lang="en-GB" dirty="0" err="1"/>
              <a:t>autatus</a:t>
            </a:r>
            <a:r>
              <a:rPr lang="en-GB" dirty="0"/>
              <a:t>.</a:t>
            </a:r>
            <a:endParaRPr lang="en-P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275D7-7E51-A136-197F-3EAF4A77A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28CBF-D52C-D9F1-385A-266CD47D3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9337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D6DD3D6-7368-8B92-D81D-8515551D2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dirty="0"/>
              <a:t>Short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7616E4C-B41F-F98C-108B-DD26DD6057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  <a:p>
            <a:endParaRPr lang="en-P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3E256A-162D-9ED9-7E13-EEE9119EA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5875" marR="0" lvl="0" indent="0" algn="ctr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3DCD5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Example 1</a:t>
            </a:r>
            <a:endParaRPr lang="en-PL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B3933458-3EDA-2534-7AB5-68A641BDBFD8}"/>
              </a:ext>
            </a:extLst>
          </p:cNvPr>
          <p:cNvSpPr txBox="1">
            <a:spLocks/>
          </p:cNvSpPr>
          <p:nvPr/>
        </p:nvSpPr>
        <p:spPr>
          <a:xfrm>
            <a:off x="395287" y="2786848"/>
            <a:ext cx="4013901" cy="10080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361938" indent="-182557" algn="l" defTabSz="447659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itchFamily="34" charset="0"/>
              <a:buChar char="•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538144" indent="-179382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itchFamily="34" charset="0"/>
              <a:buChar char="‒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719113" indent="-179382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896906" indent="-185731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896080" indent="-182874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1000" kern="1200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896080" indent="-182874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900" kern="12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8879" indent="-228592" algn="l" defTabSz="45718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3" indent="-228592" algn="l" defTabSz="45718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3DCD5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Optional caption goes here.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Duis maximus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venenatis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laoreet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.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Aliquam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 et ipsum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condimentum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</a:p>
          <a:p>
            <a:pPr marL="0" marR="0" lvl="0" indent="0" algn="ctr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3DCD5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PL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3592DE7-DF86-24F3-3CDA-9FE74CE8499C}"/>
              </a:ext>
            </a:extLst>
          </p:cNvPr>
          <p:cNvSpPr txBox="1">
            <a:spLocks/>
          </p:cNvSpPr>
          <p:nvPr/>
        </p:nvSpPr>
        <p:spPr>
          <a:xfrm>
            <a:off x="4729781" y="1419226"/>
            <a:ext cx="4013901" cy="11525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361938" indent="-182557" algn="l" defTabSz="447659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itchFamily="34" charset="0"/>
              <a:buChar char="•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538144" indent="-179382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itchFamily="34" charset="0"/>
              <a:buChar char="‒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719113" indent="-179382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896906" indent="-185731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896080" indent="-182874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1000" kern="1200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896080" indent="-182874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900" kern="12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8879" indent="-228592" algn="l" defTabSz="45718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3" indent="-228592" algn="l" defTabSz="45718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ctr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3DCD5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42B4E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Example 2</a:t>
            </a:r>
            <a:endParaRPr kumimoji="0" lang="en-PL" sz="1600" b="0" i="0" u="none" strike="noStrike" kern="1200" cap="none" spc="0" normalizeH="0" baseline="0" noProof="0" dirty="0">
              <a:ln>
                <a:noFill/>
              </a:ln>
              <a:solidFill>
                <a:srgbClr val="42B4E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99C54BB0-E780-5F09-4867-E8B627F904DA}"/>
              </a:ext>
            </a:extLst>
          </p:cNvPr>
          <p:cNvSpPr txBox="1">
            <a:spLocks/>
          </p:cNvSpPr>
          <p:nvPr/>
        </p:nvSpPr>
        <p:spPr>
          <a:xfrm>
            <a:off x="4729781" y="2786848"/>
            <a:ext cx="4013901" cy="10080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361938" indent="-182557" algn="l" defTabSz="447659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itchFamily="34" charset="0"/>
              <a:buChar char="•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538144" indent="-179382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itchFamily="34" charset="0"/>
              <a:buChar char="‒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719113" indent="-179382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896906" indent="-185731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896080" indent="-182874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1000" kern="1200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896080" indent="-182874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900" kern="12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8879" indent="-228592" algn="l" defTabSz="45718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3" indent="-228592" algn="l" defTabSz="45718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3DCD5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Optional caption goes here.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Duis maximus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venenatis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laoreet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.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Aliquam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 et ipsum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condimentum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</a:p>
          <a:p>
            <a:pPr marL="0" marR="0" lvl="0" indent="0" algn="ctr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3DCD5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PL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17BAC-5C0F-A1B4-F324-D9FBF58FD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BB14D-68CC-ABA2-79F5-6C355202F5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0728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D6DD3D6-7368-8B92-D81D-8515551D2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dirty="0"/>
              <a:t>Short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7616E4C-B41F-F98C-108B-DD26DD6057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  <a:p>
            <a:endParaRPr lang="en-PL" dirty="0"/>
          </a:p>
        </p:txBody>
      </p:sp>
      <p:pic>
        <p:nvPicPr>
          <p:cNvPr id="15" name="Picture 14" descr="Home icon">
            <a:extLst>
              <a:ext uri="{FF2B5EF4-FFF2-40B4-BE49-F238E27FC236}">
                <a16:creationId xmlns:a16="http://schemas.microsoft.com/office/drawing/2014/main" id="{43171B15-10B6-D507-A444-131C1872F1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3761" y="1425550"/>
            <a:ext cx="391668" cy="391668"/>
          </a:xfrm>
          <a:prstGeom prst="rect">
            <a:avLst/>
          </a:prstGeom>
        </p:spPr>
      </p:pic>
      <p:pic>
        <p:nvPicPr>
          <p:cNvPr id="18" name="Picture 17" descr="CPG icon">
            <a:extLst>
              <a:ext uri="{FF2B5EF4-FFF2-40B4-BE49-F238E27FC236}">
                <a16:creationId xmlns:a16="http://schemas.microsoft.com/office/drawing/2014/main" id="{2D10D948-E886-8ADA-770A-B49D36EAD5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80399" y="1425550"/>
            <a:ext cx="391668" cy="391668"/>
          </a:xfrm>
          <a:prstGeom prst="rect">
            <a:avLst/>
          </a:prstGeom>
        </p:spPr>
      </p:pic>
      <p:pic>
        <p:nvPicPr>
          <p:cNvPr id="19" name="Picture 18" descr="Industry icon">
            <a:extLst>
              <a:ext uri="{FF2B5EF4-FFF2-40B4-BE49-F238E27FC236}">
                <a16:creationId xmlns:a16="http://schemas.microsoft.com/office/drawing/2014/main" id="{6F06DEED-43AD-9D2A-D6CF-44E530F4BF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86869" y="1425550"/>
            <a:ext cx="391668" cy="391668"/>
          </a:xfrm>
          <a:prstGeom prst="rect">
            <a:avLst/>
          </a:prstGeom>
        </p:spPr>
      </p:pic>
      <p:pic>
        <p:nvPicPr>
          <p:cNvPr id="20" name="Picture 19" descr="Silo icon">
            <a:extLst>
              <a:ext uri="{FF2B5EF4-FFF2-40B4-BE49-F238E27FC236}">
                <a16:creationId xmlns:a16="http://schemas.microsoft.com/office/drawing/2014/main" id="{3034A7CB-DDF9-68CF-1D44-BF700655BD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93339" y="1425550"/>
            <a:ext cx="391668" cy="391668"/>
          </a:xfrm>
          <a:prstGeom prst="rect">
            <a:avLst/>
          </a:prstGeom>
        </p:spPr>
      </p:pic>
      <p:graphicFrame>
        <p:nvGraphicFramePr>
          <p:cNvPr id="21" name="Content Placeholder 9">
            <a:extLst>
              <a:ext uri="{FF2B5EF4-FFF2-40B4-BE49-F238E27FC236}">
                <a16:creationId xmlns:a16="http://schemas.microsoft.com/office/drawing/2014/main" id="{34F35A0B-A068-5941-C7AD-8AC78396C8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278166"/>
              </p:ext>
            </p:extLst>
          </p:nvPr>
        </p:nvGraphicFramePr>
        <p:xfrm>
          <a:off x="403761" y="1986925"/>
          <a:ext cx="3879832" cy="216915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969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2"/>
                          </a:solidFill>
                        </a:rPr>
                        <a:t>Header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Header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Header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Header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Picture 3" descr="Home icon">
            <a:extLst>
              <a:ext uri="{FF2B5EF4-FFF2-40B4-BE49-F238E27FC236}">
                <a16:creationId xmlns:a16="http://schemas.microsoft.com/office/drawing/2014/main" id="{164B39FE-17E1-11D7-3F59-669D00DC0E5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868883" y="1425550"/>
            <a:ext cx="391668" cy="391668"/>
          </a:xfrm>
          <a:prstGeom prst="rect">
            <a:avLst/>
          </a:prstGeom>
        </p:spPr>
      </p:pic>
      <p:pic>
        <p:nvPicPr>
          <p:cNvPr id="10" name="Picture 9" descr="CPG icon">
            <a:extLst>
              <a:ext uri="{FF2B5EF4-FFF2-40B4-BE49-F238E27FC236}">
                <a16:creationId xmlns:a16="http://schemas.microsoft.com/office/drawing/2014/main" id="{509FC2F3-E16F-B1A5-9024-3C551B6074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845521" y="1425550"/>
            <a:ext cx="391668" cy="391668"/>
          </a:xfrm>
          <a:prstGeom prst="rect">
            <a:avLst/>
          </a:prstGeom>
        </p:spPr>
      </p:pic>
      <p:pic>
        <p:nvPicPr>
          <p:cNvPr id="11" name="Picture 10" descr="Industry icon">
            <a:extLst>
              <a:ext uri="{FF2B5EF4-FFF2-40B4-BE49-F238E27FC236}">
                <a16:creationId xmlns:a16="http://schemas.microsoft.com/office/drawing/2014/main" id="{95A56D90-2B0D-27D1-AD73-2325EDCCEC1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851991" y="1425550"/>
            <a:ext cx="391668" cy="391668"/>
          </a:xfrm>
          <a:prstGeom prst="rect">
            <a:avLst/>
          </a:prstGeom>
        </p:spPr>
      </p:pic>
      <p:pic>
        <p:nvPicPr>
          <p:cNvPr id="12" name="Picture 11" descr="Silo icon">
            <a:extLst>
              <a:ext uri="{FF2B5EF4-FFF2-40B4-BE49-F238E27FC236}">
                <a16:creationId xmlns:a16="http://schemas.microsoft.com/office/drawing/2014/main" id="{C2B35644-6016-DE2E-379E-24BFB82E5E4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7858461" y="1425550"/>
            <a:ext cx="391668" cy="391668"/>
          </a:xfrm>
          <a:prstGeom prst="rect">
            <a:avLst/>
          </a:prstGeom>
        </p:spPr>
      </p:pic>
      <p:graphicFrame>
        <p:nvGraphicFramePr>
          <p:cNvPr id="14" name="Content Placeholder 9">
            <a:extLst>
              <a:ext uri="{FF2B5EF4-FFF2-40B4-BE49-F238E27FC236}">
                <a16:creationId xmlns:a16="http://schemas.microsoft.com/office/drawing/2014/main" id="{D3DF5EEE-F70D-005E-557D-A1F6B76F4C34}"/>
              </a:ext>
            </a:extLst>
          </p:cNvPr>
          <p:cNvGraphicFramePr>
            <a:graphicFrameLocks/>
          </p:cNvGraphicFramePr>
          <p:nvPr/>
        </p:nvGraphicFramePr>
        <p:xfrm>
          <a:off x="4868883" y="1986925"/>
          <a:ext cx="3879832" cy="216915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969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Header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Header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Header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Header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1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2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Row</a:t>
                      </a:r>
                      <a:r>
                        <a:rPr lang="en-US" sz="1050" b="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4</a:t>
                      </a:r>
                      <a:endParaRPr lang="en-US" sz="1050" b="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17BAC-5C0F-A1B4-F324-D9FBF58FD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BB14D-68CC-ABA2-79F5-6C355202F5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2553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D6DD3D6-7368-8B92-D81D-8515551D2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dirty="0"/>
              <a:t>Short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7616E4C-B41F-F98C-108B-DD26DD6057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  <a:p>
            <a:endParaRPr lang="en-PL" dirty="0"/>
          </a:p>
        </p:txBody>
      </p:sp>
      <p:graphicFrame>
        <p:nvGraphicFramePr>
          <p:cNvPr id="2" name="Content Placeholder 11" descr="Donut graph/chart">
            <a:extLst>
              <a:ext uri="{FF2B5EF4-FFF2-40B4-BE49-F238E27FC236}">
                <a16:creationId xmlns:a16="http://schemas.microsoft.com/office/drawing/2014/main" id="{159E20A8-3FC8-3AF7-3069-65C36C51ADDA}"/>
              </a:ext>
            </a:extLst>
          </p:cNvPr>
          <p:cNvGraphicFramePr>
            <a:graphicFrameLocks/>
          </p:cNvGraphicFramePr>
          <p:nvPr/>
        </p:nvGraphicFramePr>
        <p:xfrm>
          <a:off x="938495" y="1445201"/>
          <a:ext cx="2698750" cy="2209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1F10D900-12F7-1816-00F3-97CC9E18A6C2}"/>
              </a:ext>
            </a:extLst>
          </p:cNvPr>
          <p:cNvSpPr txBox="1">
            <a:spLocks/>
          </p:cNvSpPr>
          <p:nvPr/>
        </p:nvSpPr>
        <p:spPr>
          <a:xfrm>
            <a:off x="421517" y="3654930"/>
            <a:ext cx="3725450" cy="5011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361938" indent="-182557" algn="l" defTabSz="447659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itchFamily="34" charset="0"/>
              <a:buChar char="•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538144" indent="-179382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itchFamily="34" charset="0"/>
              <a:buChar char="‒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719113" indent="-179382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896906" indent="-185731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896080" indent="-182874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1000" kern="1200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896080" indent="-182874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900" kern="12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8879" indent="-228592" algn="l" defTabSz="45718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3" indent="-228592" algn="l" defTabSz="45718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3DCD5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 text placeholder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Ceptas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expedis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molupta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temporehent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offictas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reptatur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autatus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endParaRPr kumimoji="0" lang="en-PL" sz="1600" b="0" i="0" u="none" strike="noStrike" kern="1200" cap="none" spc="0" normalizeH="0" baseline="0" noProof="0" dirty="0">
              <a:ln>
                <a:noFill/>
              </a:ln>
              <a:solidFill>
                <a:srgbClr val="626469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3" name="Content Placeholder 11" descr="Donut graph/chart">
            <a:extLst>
              <a:ext uri="{FF2B5EF4-FFF2-40B4-BE49-F238E27FC236}">
                <a16:creationId xmlns:a16="http://schemas.microsoft.com/office/drawing/2014/main" id="{36321134-8EB4-8F78-00D0-09DA242B2E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4206102"/>
              </p:ext>
            </p:extLst>
          </p:nvPr>
        </p:nvGraphicFramePr>
        <p:xfrm>
          <a:off x="5583067" y="1445201"/>
          <a:ext cx="2698750" cy="2209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0E4BF7A8-45CA-0E29-CC6B-743288399554}"/>
              </a:ext>
            </a:extLst>
          </p:cNvPr>
          <p:cNvSpPr txBox="1">
            <a:spLocks/>
          </p:cNvSpPr>
          <p:nvPr/>
        </p:nvSpPr>
        <p:spPr>
          <a:xfrm>
            <a:off x="5069717" y="3654930"/>
            <a:ext cx="3725450" cy="5011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361938" indent="-182557" algn="l" defTabSz="447659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itchFamily="34" charset="0"/>
              <a:buChar char="•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538144" indent="-179382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itchFamily="34" charset="0"/>
              <a:buChar char="‒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719113" indent="-179382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896906" indent="-185731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rgbClr val="36C746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1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896080" indent="-182874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1000" kern="1200" baseline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896080" indent="-182874" algn="l" defTabSz="457184" rtl="0" eaLnBrk="1" latinLnBrk="0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–"/>
              <a:defRPr sz="900" kern="12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8879" indent="-228592" algn="l" defTabSz="45718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3" indent="-228592" algn="l" defTabSz="45718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18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3DCD5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Copy text placeholder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Ceptas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expedis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molupta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temporehent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offictas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reptatur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autatus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endParaRPr kumimoji="0" lang="en-PL" sz="1600" b="0" i="0" u="none" strike="noStrike" kern="1200" cap="none" spc="0" normalizeH="0" baseline="0" noProof="0" dirty="0">
              <a:ln>
                <a:noFill/>
              </a:ln>
              <a:solidFill>
                <a:srgbClr val="626469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17BAC-5C0F-A1B4-F324-D9FBF58FD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BB14D-68CC-ABA2-79F5-6C355202F5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03576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D6DD3D6-7368-8B92-D81D-8515551D2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dirty="0"/>
              <a:t>Short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7616E4C-B41F-F98C-108B-DD26DD6057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PL" dirty="0"/>
              <a:t>Subtitle example in one line</a:t>
            </a:r>
          </a:p>
          <a:p>
            <a:endParaRPr lang="en-PL" dirty="0"/>
          </a:p>
        </p:txBody>
      </p:sp>
      <p:pic>
        <p:nvPicPr>
          <p:cNvPr id="4" name="Graphic 3" descr="World map">
            <a:extLst>
              <a:ext uri="{FF2B5EF4-FFF2-40B4-BE49-F238E27FC236}">
                <a16:creationId xmlns:a16="http://schemas.microsoft.com/office/drawing/2014/main" id="{4FAAC9D0-7120-9CF6-DA2E-1828A81D7E4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07" t="21296" r="2271" b="12901"/>
          <a:stretch/>
        </p:blipFill>
        <p:spPr>
          <a:xfrm>
            <a:off x="361421" y="1375539"/>
            <a:ext cx="5518679" cy="2828323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FCC2DAD-726F-B775-89AC-64AF270D4CF2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r>
              <a:rPr lang="en-GB" dirty="0"/>
              <a:t>Optional side bar text goes here. Cras sit men </a:t>
            </a:r>
            <a:r>
              <a:rPr lang="en-GB" dirty="0" err="1"/>
              <a:t>vulputate</a:t>
            </a:r>
            <a:r>
              <a:rPr lang="en-GB" dirty="0"/>
              <a:t> </a:t>
            </a:r>
            <a:r>
              <a:rPr lang="en-GB" dirty="0" err="1"/>
              <a:t>viverra</a:t>
            </a:r>
            <a:r>
              <a:rPr lang="en-GB" dirty="0"/>
              <a:t> </a:t>
            </a:r>
            <a:r>
              <a:rPr lang="en-GB" dirty="0" err="1"/>
              <a:t>sapien</a:t>
            </a:r>
            <a:r>
              <a:rPr lang="en-GB" dirty="0"/>
              <a:t> </a:t>
            </a:r>
            <a:r>
              <a:rPr lang="en-GB" dirty="0" err="1"/>
              <a:t>eget</a:t>
            </a:r>
            <a:r>
              <a:rPr lang="en-GB" dirty="0"/>
              <a:t> </a:t>
            </a:r>
            <a:r>
              <a:rPr lang="en-GB" dirty="0" err="1"/>
              <a:t>feugiat</a:t>
            </a:r>
            <a:r>
              <a:rPr lang="en-GB" dirty="0"/>
              <a:t>. </a:t>
            </a:r>
            <a:r>
              <a:rPr lang="en-GB" dirty="0" err="1"/>
              <a:t>Etiam</a:t>
            </a:r>
            <a:r>
              <a:rPr lang="en-GB" dirty="0"/>
              <a:t>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consequat</a:t>
            </a:r>
            <a:r>
              <a:rPr lang="en-GB" dirty="0"/>
              <a:t> libero. Nunc </a:t>
            </a:r>
            <a:r>
              <a:rPr lang="en-GB" dirty="0" err="1"/>
              <a:t>eu</a:t>
            </a:r>
            <a:r>
              <a:rPr lang="en-GB" dirty="0"/>
              <a:t> ligula </a:t>
            </a:r>
            <a:r>
              <a:rPr lang="en-GB" dirty="0" err="1"/>
              <a:t>tortor</a:t>
            </a:r>
            <a:r>
              <a:rPr lang="en-GB" dirty="0"/>
              <a:t>. </a:t>
            </a:r>
          </a:p>
          <a:p>
            <a:endParaRPr lang="en-PL" dirty="0"/>
          </a:p>
          <a:p>
            <a:endParaRPr lang="en-P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17BAC-5C0F-A1B4-F324-D9FBF58FD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BB14D-68CC-ABA2-79F5-6C355202F5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3635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A30B921-2453-5C6E-51F2-0767935E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9" y="1875296"/>
            <a:ext cx="5764211" cy="1393104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</a:rPr>
              <a:t>CALLOUT ON 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>
                <a:solidFill>
                  <a:schemeClr val="tx2"/>
                </a:solidFill>
              </a:rPr>
              <a:t>WHITE BACKGROUND</a:t>
            </a:r>
            <a:endParaRPr lang="en-PL" dirty="0">
              <a:solidFill>
                <a:schemeClr val="tx2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76F9-E41D-6C87-1FBA-6F62327449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405EE-BEC4-4EA2-1323-44EACF3EC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3853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A30B921-2453-5C6E-51F2-0767935E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9" y="1875296"/>
            <a:ext cx="5764211" cy="1393104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THANK YOU.</a:t>
            </a:r>
            <a:endParaRPr lang="en-PL" dirty="0">
              <a:solidFill>
                <a:schemeClr val="tx2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76F9-E41D-6C87-1FBA-6F62327449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405EE-BEC4-4EA2-1323-44EACF3EC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38069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EB46D-DF7B-7C37-E144-FD826E2A92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-993775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PL" sz="1600" dirty="0">
                <a:solidFill>
                  <a:schemeClr val="tx2"/>
                </a:solidFill>
              </a:rPr>
              <a:t>Closing slide</a:t>
            </a:r>
          </a:p>
        </p:txBody>
      </p:sp>
    </p:spTree>
    <p:extLst>
      <p:ext uri="{BB962C8B-B14F-4D97-AF65-F5344CB8AC3E}">
        <p14:creationId xmlns:p14="http://schemas.microsoft.com/office/powerpoint/2010/main" val="21289600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 descr="Picture placeholder&#10;">
            <a:extLst>
              <a:ext uri="{FF2B5EF4-FFF2-40B4-BE49-F238E27FC236}">
                <a16:creationId xmlns:a16="http://schemas.microsoft.com/office/drawing/2014/main" id="{E3BCFB92-7671-8D90-032D-4FBB2DD1DE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9144000" cy="2920381"/>
          </a:xfrm>
        </p:spPr>
        <p:txBody>
          <a:bodyPr/>
          <a:lstStyle/>
          <a:p>
            <a:endParaRPr lang="en-PL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FFBFB306-2739-7669-6D9F-CAF9E696E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88" y="3073475"/>
            <a:ext cx="8353425" cy="553998"/>
          </a:xfrm>
        </p:spPr>
        <p:txBody>
          <a:bodyPr/>
          <a:lstStyle/>
          <a:p>
            <a:endParaRPr lang="en-PL" dirty="0"/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E7BF5E5A-CA14-A885-7027-E1C5F4B67D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C04AD9D0-5ACE-D267-3F91-F34B34DF15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A2B5882E-2065-EE28-ABD3-022C0430F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62848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Image placeholder&#10;">
            <a:extLst>
              <a:ext uri="{FF2B5EF4-FFF2-40B4-BE49-F238E27FC236}">
                <a16:creationId xmlns:a16="http://schemas.microsoft.com/office/drawing/2014/main" id="{4252EBFB-D73A-4CB4-F290-0EADBECA01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18" name="Rectangle dark overlay">
            <a:extLst>
              <a:ext uri="{FF2B5EF4-FFF2-40B4-BE49-F238E27FC236}">
                <a16:creationId xmlns:a16="http://schemas.microsoft.com/office/drawing/2014/main" id="{F4695BCF-2F86-D375-35C7-24FB978AF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0"/>
            <a:ext cx="6885930" cy="5143500"/>
          </a:xfrm>
          <a:prstGeom prst="rect">
            <a:avLst/>
          </a:prstGeom>
          <a:gradFill>
            <a:gsLst>
              <a:gs pos="0">
                <a:schemeClr val="tx1">
                  <a:alpha val="97887"/>
                </a:schemeClr>
              </a:gs>
              <a:gs pos="83000">
                <a:schemeClr val="tx1">
                  <a:alpha val="0"/>
                </a:schemeClr>
              </a:gs>
            </a:gsLst>
            <a:lin ang="210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3A810F-67B7-5200-0A98-B13D0DD51A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9BF016-F2F5-EED8-BAC2-7B9A5A8100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479751-8D59-7ABC-E25C-6100191391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A2B5882E-2065-EE28-ABD3-022C0430F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15" name="Schneider Electric logotype">
            <a:extLst>
              <a:ext uri="{FF2B5EF4-FFF2-40B4-BE49-F238E27FC236}">
                <a16:creationId xmlns:a16="http://schemas.microsoft.com/office/drawing/2014/main" id="{E3A12CC4-37DD-493B-8122-A73EF2CF3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888149" y="4469443"/>
            <a:ext cx="2041799" cy="675610"/>
            <a:chOff x="6309407" y="4425246"/>
            <a:chExt cx="2191384" cy="72510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019B60A-9DB5-7D75-B68C-73AB26A9E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1790" y="4425246"/>
              <a:ext cx="2189001" cy="72510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75756D1-2752-8677-2FD9-0394EA5D8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09407" y="4425246"/>
              <a:ext cx="2189001" cy="725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0010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A68E56-3A62-82E1-865F-95041703938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-670346"/>
            <a:ext cx="7886700" cy="364038"/>
          </a:xfrm>
          <a:prstGeom prst="rect">
            <a:avLst/>
          </a:prstGeom>
        </p:spPr>
        <p:txBody>
          <a:bodyPr/>
          <a:lstStyle/>
          <a:p>
            <a:r>
              <a:rPr lang="en-PL" sz="1600" dirty="0">
                <a:solidFill>
                  <a:schemeClr val="tx2"/>
                </a:solidFill>
              </a:rPr>
              <a:t>New PowerPoint template margins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B8D13C-2717-55DF-A434-AF7B10D9C580}"/>
              </a:ext>
            </a:extLst>
          </p:cNvPr>
          <p:cNvSpPr txBox="1"/>
          <p:nvPr userDrawn="1"/>
        </p:nvSpPr>
        <p:spPr>
          <a:xfrm>
            <a:off x="2427659" y="266471"/>
            <a:ext cx="594196" cy="15168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UPPER MARGIN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1CAF59-79F4-DD5A-A469-D411A4C376C6}"/>
              </a:ext>
            </a:extLst>
          </p:cNvPr>
          <p:cNvSpPr txBox="1"/>
          <p:nvPr userDrawn="1"/>
        </p:nvSpPr>
        <p:spPr>
          <a:xfrm>
            <a:off x="2430629" y="548408"/>
            <a:ext cx="594196" cy="15168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HEADER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393712-4761-3340-0126-710861D64E97}"/>
              </a:ext>
            </a:extLst>
          </p:cNvPr>
          <p:cNvSpPr txBox="1"/>
          <p:nvPr userDrawn="1"/>
        </p:nvSpPr>
        <p:spPr>
          <a:xfrm>
            <a:off x="2427659" y="943694"/>
            <a:ext cx="594196" cy="15168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SUBHEADER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42043F-E95C-146A-3971-D9A8E497CDEB}"/>
              </a:ext>
            </a:extLst>
          </p:cNvPr>
          <p:cNvSpPr txBox="1"/>
          <p:nvPr userDrawn="1"/>
        </p:nvSpPr>
        <p:spPr>
          <a:xfrm>
            <a:off x="2427659" y="1267066"/>
            <a:ext cx="594196" cy="15168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BODY TOP</a:t>
            </a:r>
          </a:p>
        </p:txBody>
      </p:sp>
      <p:grpSp>
        <p:nvGrpSpPr>
          <p:cNvPr id="26" name="Group 25" descr="Schneider Electric PowerPoint color palette">
            <a:extLst>
              <a:ext uri="{FF2B5EF4-FFF2-40B4-BE49-F238E27FC236}">
                <a16:creationId xmlns:a16="http://schemas.microsoft.com/office/drawing/2014/main" id="{0A4E5C65-BD0B-23AA-C934-E3500ECF3CC0}"/>
              </a:ext>
            </a:extLst>
          </p:cNvPr>
          <p:cNvGrpSpPr/>
          <p:nvPr userDrawn="1"/>
        </p:nvGrpSpPr>
        <p:grpSpPr>
          <a:xfrm>
            <a:off x="2406828" y="1956247"/>
            <a:ext cx="1395560" cy="1517124"/>
            <a:chOff x="9287394" y="72807"/>
            <a:chExt cx="1395560" cy="151712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80AD665-F740-0CA0-2E51-B94D1437768F}"/>
                </a:ext>
              </a:extLst>
            </p:cNvPr>
            <p:cNvSpPr/>
            <p:nvPr userDrawn="1"/>
          </p:nvSpPr>
          <p:spPr>
            <a:xfrm>
              <a:off x="9287394" y="688781"/>
              <a:ext cx="822960" cy="133540"/>
            </a:xfrm>
            <a:prstGeom prst="rect">
              <a:avLst/>
            </a:prstGeom>
          </p:spPr>
          <p:txBody>
            <a:bodyPr vert="horz" wrap="square" l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626469"/>
                  </a:solidFill>
                  <a:effectLst/>
                  <a:uLnTx/>
                  <a:uFillTx/>
                  <a:latin typeface="Arial"/>
                  <a:ea typeface="+mn-ea"/>
                  <a:cs typeface="Calibri" panose="020F0502020204030204" pitchFamily="34" charset="0"/>
                </a:rPr>
                <a:t>Secondary Colors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9E6E607-AE7D-9C06-4079-DF0DAA9E613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013027" y="914295"/>
              <a:ext cx="307111" cy="307112"/>
            </a:xfrm>
            <a:prstGeom prst="ellipse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A860DE8-AA09-DB83-38F8-CE1E6234257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287395" y="914295"/>
              <a:ext cx="307111" cy="307112"/>
            </a:xfrm>
            <a:prstGeom prst="ellipse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4ABA00D-F0D5-D627-ECE6-60FD5708BA2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375843" y="914295"/>
              <a:ext cx="307111" cy="307112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7E79218-A1D8-5C14-9F5F-68393457ED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650211" y="914295"/>
              <a:ext cx="307111" cy="307112"/>
            </a:xfrm>
            <a:prstGeom prst="ellipse">
              <a:avLst/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DFF7022-CBDB-BBC7-1D50-5B32215D524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287395" y="1282819"/>
              <a:ext cx="307111" cy="307112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ffectLst/>
          </p:spPr>
          <p:txBody>
            <a:bodyPr vert="horz" wrap="square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748A639-CDC8-6960-08A6-0FCBA80E034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650211" y="1282819"/>
              <a:ext cx="307111" cy="307112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A5FF7A5-912C-D23D-BE6D-809AD6B2C1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653345" y="267759"/>
              <a:ext cx="307111" cy="307112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8DE0216-62E2-E544-1D76-378535AEE0C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287395" y="267759"/>
              <a:ext cx="307111" cy="307112"/>
            </a:xfrm>
            <a:prstGeom prst="ellipse">
              <a:avLst/>
            </a:pr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5EBC9BF-F12B-F18B-9708-DFC195FFDF45}"/>
                </a:ext>
              </a:extLst>
            </p:cNvPr>
            <p:cNvSpPr/>
            <p:nvPr userDrawn="1"/>
          </p:nvSpPr>
          <p:spPr>
            <a:xfrm>
              <a:off x="9287394" y="72807"/>
              <a:ext cx="822960" cy="133540"/>
            </a:xfrm>
            <a:prstGeom prst="rect">
              <a:avLst/>
            </a:prstGeom>
          </p:spPr>
          <p:txBody>
            <a:bodyPr vert="horz" wrap="square" l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626469"/>
                  </a:solidFill>
                  <a:effectLst/>
                  <a:uLnTx/>
                  <a:uFillTx/>
                  <a:latin typeface="Arial"/>
                  <a:ea typeface="+mn-ea"/>
                  <a:cs typeface="Calibri" panose="020F0502020204030204" pitchFamily="34" charset="0"/>
                </a:rPr>
                <a:t>Primary Palette</a:t>
              </a:r>
            </a:p>
          </p:txBody>
        </p:sp>
      </p:grpSp>
      <p:grpSp>
        <p:nvGrpSpPr>
          <p:cNvPr id="39" name="Group 38" descr="Powerpoint color menu screenshot">
            <a:extLst>
              <a:ext uri="{FF2B5EF4-FFF2-40B4-BE49-F238E27FC236}">
                <a16:creationId xmlns:a16="http://schemas.microsoft.com/office/drawing/2014/main" id="{F7755ED5-530B-177A-8407-8213DBB5BF33}"/>
              </a:ext>
            </a:extLst>
          </p:cNvPr>
          <p:cNvGrpSpPr/>
          <p:nvPr userDrawn="1"/>
        </p:nvGrpSpPr>
        <p:grpSpPr>
          <a:xfrm>
            <a:off x="3936046" y="1916932"/>
            <a:ext cx="4135019" cy="1764586"/>
            <a:chOff x="10228832" y="1983298"/>
            <a:chExt cx="4135019" cy="1764586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43CEDEC-B0A0-0D7E-717B-63FE1470B76D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10228832" y="1983298"/>
              <a:ext cx="2684673" cy="1764586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62646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Schneider Electric Color Palette</a:t>
              </a:r>
            </a:p>
            <a:p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62646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Change the color of a shape or text</a:t>
              </a:r>
            </a:p>
            <a:p>
              <a:pPr marL="112713" marR="0" lvl="0" indent="-112713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62646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Select the shape or text you want to assign a new color to. (To select multiple objects, press Ctrl and then click the shapes.) </a:t>
              </a:r>
            </a:p>
            <a:p>
              <a:pPr marL="112713" marR="0" lvl="0" indent="-112713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62646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On the Format or Shape Format tab, select Shape Fill (if you're coloring a shape) or Text Fill (if you're coloring text).</a:t>
              </a:r>
              <a:b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62646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</a:br>
              <a:b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62646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</a:b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62646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The mouse pointer turns into an eyedropper tool</a:t>
              </a:r>
            </a:p>
            <a:p>
              <a:pPr marL="112713" marR="0" lvl="0" indent="-11271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62646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As you move your pointer around onscreen, a live preview of the color you're pointing at appears. Hover or pause on a color to see its RGB (Red Green Blue) color coordinates.</a:t>
              </a:r>
            </a:p>
            <a:p>
              <a:pPr marL="112713" marR="0" lvl="0" indent="-112713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62646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Using the eyedropper, click the color you want to match; it's immediately applied to the selected shape or object.</a:t>
              </a:r>
            </a:p>
          </p:txBody>
        </p:sp>
        <p:pic>
          <p:nvPicPr>
            <p:cNvPr id="41" name="Picture 40" descr="Powerpoint color menu screenshot">
              <a:extLst>
                <a:ext uri="{FF2B5EF4-FFF2-40B4-BE49-F238E27FC236}">
                  <a16:creationId xmlns:a16="http://schemas.microsoft.com/office/drawing/2014/main" id="{48BC908E-7AEE-6729-C6DE-E9AC2B4017B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83687" t="6400" r="8031" b="56750"/>
            <a:stretch/>
          </p:blipFill>
          <p:spPr>
            <a:xfrm>
              <a:off x="13175471" y="2122121"/>
              <a:ext cx="1188380" cy="1486940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3A8A869-6F97-FB2D-2A14-F4B0CCF7AF7A}"/>
              </a:ext>
            </a:extLst>
          </p:cNvPr>
          <p:cNvSpPr txBox="1"/>
          <p:nvPr userDrawn="1"/>
        </p:nvSpPr>
        <p:spPr>
          <a:xfrm>
            <a:off x="2427659" y="4004873"/>
            <a:ext cx="594196" cy="15168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BODY BOTTOM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30C6F4-F97E-5720-032D-8326504FB394}"/>
              </a:ext>
            </a:extLst>
          </p:cNvPr>
          <p:cNvSpPr txBox="1"/>
          <p:nvPr userDrawn="1"/>
        </p:nvSpPr>
        <p:spPr>
          <a:xfrm>
            <a:off x="2427659" y="4328245"/>
            <a:ext cx="594196" cy="15168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DA448C-08FB-2DA7-7745-E363BE54C46F}"/>
              </a:ext>
            </a:extLst>
          </p:cNvPr>
          <p:cNvSpPr txBox="1"/>
          <p:nvPr userDrawn="1"/>
        </p:nvSpPr>
        <p:spPr>
          <a:xfrm>
            <a:off x="2427659" y="4806018"/>
            <a:ext cx="594196" cy="15168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FOOTER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FAA9A0-5419-C239-EB3B-9C28D9CEC090}"/>
              </a:ext>
            </a:extLst>
          </p:cNvPr>
          <p:cNvSpPr txBox="1"/>
          <p:nvPr userDrawn="1"/>
        </p:nvSpPr>
        <p:spPr>
          <a:xfrm>
            <a:off x="2427659" y="4998642"/>
            <a:ext cx="594196" cy="151681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LOWER MARGIN</a:t>
            </a:r>
          </a:p>
        </p:txBody>
      </p:sp>
      <p:grpSp>
        <p:nvGrpSpPr>
          <p:cNvPr id="2" name="Group 1" descr="Vertical grid lines">
            <a:extLst>
              <a:ext uri="{FF2B5EF4-FFF2-40B4-BE49-F238E27FC236}">
                <a16:creationId xmlns:a16="http://schemas.microsoft.com/office/drawing/2014/main" id="{BC39693A-9CAF-2B32-F7DF-9D5964214807}"/>
              </a:ext>
            </a:extLst>
          </p:cNvPr>
          <p:cNvGrpSpPr/>
          <p:nvPr/>
        </p:nvGrpSpPr>
        <p:grpSpPr>
          <a:xfrm>
            <a:off x="395288" y="0"/>
            <a:ext cx="8352518" cy="5150323"/>
            <a:chOff x="395288" y="0"/>
            <a:chExt cx="8352518" cy="5150323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E2486CB-6BF5-02DB-0727-55711329E477}"/>
                </a:ext>
              </a:extLst>
            </p:cNvPr>
            <p:cNvCxnSpPr>
              <a:cxnSpLocks/>
            </p:cNvCxnSpPr>
            <p:nvPr/>
          </p:nvCxnSpPr>
          <p:spPr>
            <a:xfrm>
              <a:off x="395288" y="0"/>
              <a:ext cx="3175" cy="515032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BCCFA98-C663-05C0-7697-7892E2406D81}"/>
                </a:ext>
              </a:extLst>
            </p:cNvPr>
            <p:cNvCxnSpPr>
              <a:cxnSpLocks/>
            </p:cNvCxnSpPr>
            <p:nvPr/>
          </p:nvCxnSpPr>
          <p:spPr>
            <a:xfrm>
              <a:off x="8744631" y="0"/>
              <a:ext cx="3175" cy="515032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 descr="Horizontal grid lines">
            <a:extLst>
              <a:ext uri="{FF2B5EF4-FFF2-40B4-BE49-F238E27FC236}">
                <a16:creationId xmlns:a16="http://schemas.microsoft.com/office/drawing/2014/main" id="{87DA5375-B849-4288-2968-469BB9A034A4}"/>
              </a:ext>
            </a:extLst>
          </p:cNvPr>
          <p:cNvGrpSpPr/>
          <p:nvPr/>
        </p:nvGrpSpPr>
        <p:grpSpPr>
          <a:xfrm>
            <a:off x="0" y="418152"/>
            <a:ext cx="9144000" cy="4732171"/>
            <a:chOff x="2292892" y="418152"/>
            <a:chExt cx="822961" cy="473217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E6B48DF-664F-E9C3-4CF4-C427DC3F157A}"/>
                </a:ext>
              </a:extLst>
            </p:cNvPr>
            <p:cNvCxnSpPr/>
            <p:nvPr userDrawn="1"/>
          </p:nvCxnSpPr>
          <p:spPr>
            <a:xfrm flipH="1">
              <a:off x="2295862" y="4479925"/>
              <a:ext cx="81999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9558ED4-A896-949B-5E02-B6C8E4E9661F}"/>
                </a:ext>
              </a:extLst>
            </p:cNvPr>
            <p:cNvCxnSpPr/>
            <p:nvPr userDrawn="1"/>
          </p:nvCxnSpPr>
          <p:spPr>
            <a:xfrm flipH="1">
              <a:off x="2295862" y="700088"/>
              <a:ext cx="819991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70E6AED-F3EC-D61E-1474-B83289AA95DB}"/>
                </a:ext>
              </a:extLst>
            </p:cNvPr>
            <p:cNvCxnSpPr/>
            <p:nvPr userDrawn="1"/>
          </p:nvCxnSpPr>
          <p:spPr>
            <a:xfrm flipH="1">
              <a:off x="2292892" y="1095375"/>
              <a:ext cx="819991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A4C8076-3A93-F6D3-6A63-638A97F5544D}"/>
                </a:ext>
              </a:extLst>
            </p:cNvPr>
            <p:cNvCxnSpPr/>
            <p:nvPr userDrawn="1"/>
          </p:nvCxnSpPr>
          <p:spPr>
            <a:xfrm flipH="1">
              <a:off x="2292892" y="4957698"/>
              <a:ext cx="819991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82A76F-9300-293B-AD96-BDCAA2CB649B}"/>
                </a:ext>
              </a:extLst>
            </p:cNvPr>
            <p:cNvCxnSpPr/>
            <p:nvPr userDrawn="1"/>
          </p:nvCxnSpPr>
          <p:spPr>
            <a:xfrm flipH="1">
              <a:off x="2295862" y="4156552"/>
              <a:ext cx="81999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1B868D0-61EA-A377-0ADC-CD90DEC2F242}"/>
                </a:ext>
              </a:extLst>
            </p:cNvPr>
            <p:cNvCxnSpPr/>
            <p:nvPr userDrawn="1"/>
          </p:nvCxnSpPr>
          <p:spPr>
            <a:xfrm flipH="1">
              <a:off x="2292892" y="1419225"/>
              <a:ext cx="819991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8D90544-8377-CBA5-D70C-379632396728}"/>
                </a:ext>
              </a:extLst>
            </p:cNvPr>
            <p:cNvCxnSpPr/>
            <p:nvPr userDrawn="1"/>
          </p:nvCxnSpPr>
          <p:spPr>
            <a:xfrm flipH="1">
              <a:off x="2292892" y="418152"/>
              <a:ext cx="819991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10013D2-87AE-A272-2E31-C21605C2BB04}"/>
                </a:ext>
              </a:extLst>
            </p:cNvPr>
            <p:cNvCxnSpPr/>
            <p:nvPr userDrawn="1"/>
          </p:nvCxnSpPr>
          <p:spPr>
            <a:xfrm flipH="1">
              <a:off x="2292892" y="5150323"/>
              <a:ext cx="819991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9149F3C-50DE-5A76-697A-2D4DDBA42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AF9ADDDF-3E41-DCAF-32A9-9E8375A8C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17913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">
            <a:extLst>
              <a:ext uri="{FF2B5EF4-FFF2-40B4-BE49-F238E27FC236}">
                <a16:creationId xmlns:a16="http://schemas.microsoft.com/office/drawing/2014/main" id="{DB3E3D49-E516-2FAA-47CB-B0E8D8AA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16279911-990F-0321-9153-80B6D9B0C7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8" name="Content placeholder">
            <a:extLst>
              <a:ext uri="{FF2B5EF4-FFF2-40B4-BE49-F238E27FC236}">
                <a16:creationId xmlns:a16="http://schemas.microsoft.com/office/drawing/2014/main" id="{4888FD7A-844B-1B0C-B1E5-68C6C687A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9149F3C-50DE-5A76-697A-2D4DDBA42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AF9ADDDF-3E41-DCAF-32A9-9E8375A8C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36302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823F9D62-197F-7537-77CD-131FF5C87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649EB36B-7A62-AA5E-7A14-B743BD5D3A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AEDC78BC-3432-2CEA-7EC6-CA0734D84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L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9149F3C-50DE-5A76-697A-2D4DDBA42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AF9ADDDF-3E41-DCAF-32A9-9E8375A8C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0224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">
            <a:extLst>
              <a:ext uri="{FF2B5EF4-FFF2-40B4-BE49-F238E27FC236}">
                <a16:creationId xmlns:a16="http://schemas.microsoft.com/office/drawing/2014/main" id="{472E83D6-CF3C-46F4-13F4-DEE798273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</p:spPr>
        <p:txBody>
          <a:bodyPr/>
          <a:lstStyle/>
          <a:p>
            <a:r>
              <a:rPr lang="en-PL" dirty="0"/>
              <a:t>Table example</a:t>
            </a:r>
          </a:p>
        </p:txBody>
      </p:sp>
      <p:graphicFrame>
        <p:nvGraphicFramePr>
          <p:cNvPr id="4" name="Table placeholder">
            <a:extLst>
              <a:ext uri="{FF2B5EF4-FFF2-40B4-BE49-F238E27FC236}">
                <a16:creationId xmlns:a16="http://schemas.microsoft.com/office/drawing/2014/main" id="{23566C9D-9E61-2E34-BF82-8FA40078897B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1419225"/>
          <a:ext cx="8353425" cy="2736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685">
                  <a:extLst>
                    <a:ext uri="{9D8B030D-6E8A-4147-A177-3AD203B41FA5}">
                      <a16:colId xmlns:a16="http://schemas.microsoft.com/office/drawing/2014/main" val="2990209658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2607756827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2721295561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3758778639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1893834691"/>
                    </a:ext>
                  </a:extLst>
                </a:gridCol>
              </a:tblGrid>
              <a:tr h="547370">
                <a:tc>
                  <a:txBody>
                    <a:bodyPr/>
                    <a:lstStyle/>
                    <a:p>
                      <a:r>
                        <a:rPr lang="en-PL" sz="1600" dirty="0">
                          <a:solidFill>
                            <a:schemeClr val="tx2"/>
                          </a:solidFill>
                        </a:rPr>
                        <a:t>Header 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Header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L" sz="1600" dirty="0">
                          <a:solidFill>
                            <a:schemeClr val="tx2"/>
                          </a:solidFill>
                        </a:rPr>
                        <a:t>Header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Header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L" sz="1600" dirty="0">
                          <a:solidFill>
                            <a:schemeClr val="tx2"/>
                          </a:solidFill>
                        </a:rPr>
                        <a:t>Header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232712"/>
                  </a:ext>
                </a:extLst>
              </a:tr>
              <a:tr h="547370">
                <a:tc>
                  <a:txBody>
                    <a:bodyPr/>
                    <a:lstStyle/>
                    <a:p>
                      <a:r>
                        <a:rPr lang="en-PL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324765"/>
                  </a:ext>
                </a:extLst>
              </a:tr>
              <a:tr h="547370">
                <a:tc>
                  <a:txBody>
                    <a:bodyPr/>
                    <a:lstStyle/>
                    <a:p>
                      <a:r>
                        <a:rPr lang="en-PL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935139"/>
                  </a:ext>
                </a:extLst>
              </a:tr>
              <a:tr h="547370">
                <a:tc>
                  <a:txBody>
                    <a:bodyPr/>
                    <a:lstStyle/>
                    <a:p>
                      <a:r>
                        <a:rPr lang="en-PL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1517"/>
                  </a:ext>
                </a:extLst>
              </a:tr>
              <a:tr h="547370">
                <a:tc>
                  <a:txBody>
                    <a:bodyPr/>
                    <a:lstStyle/>
                    <a:p>
                      <a:r>
                        <a:rPr lang="en-PL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623515"/>
                  </a:ext>
                </a:extLst>
              </a:tr>
            </a:tbl>
          </a:graphicData>
        </a:graphic>
      </p:graphicFrame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A1D65C0-6489-5945-CAD0-159B6F261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C3E56ED-131E-B30C-069D-CE03708F9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0970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">
            <a:extLst>
              <a:ext uri="{FF2B5EF4-FFF2-40B4-BE49-F238E27FC236}">
                <a16:creationId xmlns:a16="http://schemas.microsoft.com/office/drawing/2014/main" id="{472E83D6-CF3C-46F4-13F4-DEE798273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</p:spPr>
        <p:txBody>
          <a:bodyPr/>
          <a:lstStyle/>
          <a:p>
            <a:r>
              <a:rPr lang="en-PL" dirty="0"/>
              <a:t>Table example</a:t>
            </a:r>
          </a:p>
        </p:txBody>
      </p:sp>
      <p:graphicFrame>
        <p:nvGraphicFramePr>
          <p:cNvPr id="4" name="Table placeholder">
            <a:extLst>
              <a:ext uri="{FF2B5EF4-FFF2-40B4-BE49-F238E27FC236}">
                <a16:creationId xmlns:a16="http://schemas.microsoft.com/office/drawing/2014/main" id="{23566C9D-9E61-2E34-BF82-8FA40078897B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1419225"/>
          <a:ext cx="8353425" cy="2736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685">
                  <a:extLst>
                    <a:ext uri="{9D8B030D-6E8A-4147-A177-3AD203B41FA5}">
                      <a16:colId xmlns:a16="http://schemas.microsoft.com/office/drawing/2014/main" val="2990209658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2607756827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2721295561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3758778639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1893834691"/>
                    </a:ext>
                  </a:extLst>
                </a:gridCol>
              </a:tblGrid>
              <a:tr h="547370">
                <a:tc>
                  <a:txBody>
                    <a:bodyPr/>
                    <a:lstStyle/>
                    <a:p>
                      <a:r>
                        <a:rPr lang="en-PL" sz="1600" dirty="0">
                          <a:solidFill>
                            <a:schemeClr val="tx2"/>
                          </a:solidFill>
                        </a:rPr>
                        <a:t>Header 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Header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L" sz="1600" dirty="0">
                          <a:solidFill>
                            <a:schemeClr val="tx2"/>
                          </a:solidFill>
                        </a:rPr>
                        <a:t>Header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2"/>
                          </a:solidFill>
                        </a:rPr>
                        <a:t>Header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L" sz="1600" dirty="0">
                          <a:solidFill>
                            <a:schemeClr val="tx2"/>
                          </a:solidFill>
                        </a:rPr>
                        <a:t>Header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232712"/>
                  </a:ext>
                </a:extLst>
              </a:tr>
              <a:tr h="547370">
                <a:tc>
                  <a:txBody>
                    <a:bodyPr/>
                    <a:lstStyle/>
                    <a:p>
                      <a:r>
                        <a:rPr lang="en-PL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324765"/>
                  </a:ext>
                </a:extLst>
              </a:tr>
              <a:tr h="547370">
                <a:tc>
                  <a:txBody>
                    <a:bodyPr/>
                    <a:lstStyle/>
                    <a:p>
                      <a:r>
                        <a:rPr lang="en-PL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935139"/>
                  </a:ext>
                </a:extLst>
              </a:tr>
              <a:tr h="547370">
                <a:tc>
                  <a:txBody>
                    <a:bodyPr/>
                    <a:lstStyle/>
                    <a:p>
                      <a:r>
                        <a:rPr lang="en-PL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1517"/>
                  </a:ext>
                </a:extLst>
              </a:tr>
              <a:tr h="547370">
                <a:tc>
                  <a:txBody>
                    <a:bodyPr/>
                    <a:lstStyle/>
                    <a:p>
                      <a:r>
                        <a:rPr lang="en-PL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PL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26469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623515"/>
                  </a:ext>
                </a:extLst>
              </a:tr>
            </a:tbl>
          </a:graphicData>
        </a:graphic>
      </p:graphicFrame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A1D65C0-6489-5945-CAD0-159B6F261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C3E56ED-131E-B30C-069D-CE03708F9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77430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">
            <a:extLst>
              <a:ext uri="{FF2B5EF4-FFF2-40B4-BE49-F238E27FC236}">
                <a16:creationId xmlns:a16="http://schemas.microsoft.com/office/drawing/2014/main" id="{472E83D6-CF3C-46F4-13F4-DEE798273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</p:spPr>
        <p:txBody>
          <a:bodyPr/>
          <a:lstStyle/>
          <a:p>
            <a:r>
              <a:rPr lang="en-PL" dirty="0"/>
              <a:t>Chart example</a:t>
            </a:r>
          </a:p>
        </p:txBody>
      </p:sp>
      <p:graphicFrame>
        <p:nvGraphicFramePr>
          <p:cNvPr id="6" name="Content placeholder" descr="Donut graph/chart">
            <a:extLst>
              <a:ext uri="{FF2B5EF4-FFF2-40B4-BE49-F238E27FC236}">
                <a16:creationId xmlns:a16="http://schemas.microsoft.com/office/drawing/2014/main" id="{924E0965-3473-C867-B044-FB17CCFBB977}"/>
              </a:ext>
            </a:extLst>
          </p:cNvPr>
          <p:cNvGraphicFramePr>
            <a:graphicFrameLocks/>
          </p:cNvGraphicFramePr>
          <p:nvPr/>
        </p:nvGraphicFramePr>
        <p:xfrm>
          <a:off x="380161" y="1430514"/>
          <a:ext cx="2191540" cy="2107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ontent placeholder" descr="Donut graph/chart">
            <a:extLst>
              <a:ext uri="{FF2B5EF4-FFF2-40B4-BE49-F238E27FC236}">
                <a16:creationId xmlns:a16="http://schemas.microsoft.com/office/drawing/2014/main" id="{94EEA43D-FD47-BF5A-A27D-EBDEE695B47A}"/>
              </a:ext>
            </a:extLst>
          </p:cNvPr>
          <p:cNvGraphicFramePr>
            <a:graphicFrameLocks/>
          </p:cNvGraphicFramePr>
          <p:nvPr/>
        </p:nvGraphicFramePr>
        <p:xfrm>
          <a:off x="3475373" y="1430514"/>
          <a:ext cx="2191540" cy="2107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ontent placeholder" descr="Donut graph/chart">
            <a:extLst>
              <a:ext uri="{FF2B5EF4-FFF2-40B4-BE49-F238E27FC236}">
                <a16:creationId xmlns:a16="http://schemas.microsoft.com/office/drawing/2014/main" id="{6448A95A-212A-CD2F-E7E5-61CEA96BF860}"/>
              </a:ext>
            </a:extLst>
          </p:cNvPr>
          <p:cNvGraphicFramePr>
            <a:graphicFrameLocks/>
          </p:cNvGraphicFramePr>
          <p:nvPr/>
        </p:nvGraphicFramePr>
        <p:xfrm>
          <a:off x="6557172" y="1430514"/>
          <a:ext cx="2191540" cy="2107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A1D65C0-6489-5945-CAD0-159B6F261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626469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C3E56ED-131E-B30C-069D-CE03708F9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9647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>
            <a:extLst>
              <a:ext uri="{FF2B5EF4-FFF2-40B4-BE49-F238E27FC236}">
                <a16:creationId xmlns:a16="http://schemas.microsoft.com/office/drawing/2014/main" id="{9C9F5D86-BA85-762E-E9F8-4C7FD3F24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419925"/>
            <a:ext cx="8353425" cy="280164"/>
          </a:xfrm>
        </p:spPr>
        <p:txBody>
          <a:bodyPr/>
          <a:lstStyle/>
          <a:p>
            <a:r>
              <a:rPr lang="en-PL" dirty="0"/>
              <a:t>World map example</a:t>
            </a:r>
          </a:p>
        </p:txBody>
      </p:sp>
      <p:pic>
        <p:nvPicPr>
          <p:cNvPr id="11" name="Graphic" descr="World map&#10;">
            <a:extLst>
              <a:ext uri="{FF2B5EF4-FFF2-40B4-BE49-F238E27FC236}">
                <a16:creationId xmlns:a16="http://schemas.microsoft.com/office/drawing/2014/main" id="{C0C5116B-28BA-E61F-8849-0EC0C1513EC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07" t="21296" r="2271" b="12901"/>
          <a:stretch/>
        </p:blipFill>
        <p:spPr>
          <a:xfrm>
            <a:off x="361421" y="1375539"/>
            <a:ext cx="6231290" cy="3193536"/>
          </a:xfrm>
          <a:prstGeom prst="rect">
            <a:avLst/>
          </a:prstGeom>
        </p:spPr>
      </p:pic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A1D65C0-6489-5945-CAD0-159B6F261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62646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Property of Schneider Electric |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C3E56ED-131E-B30C-069D-CE03708F9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Page </a:t>
            </a:r>
            <a:fld id="{5A9C12DC-491F-9444-86A2-13AC5C62A2FC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3DCD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l" defTabSz="4571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3DCD58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7883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EFC05B3F-5C74-BB31-6B20-23FFDE491B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-132930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PL" sz="1600" dirty="0">
                <a:solidFill>
                  <a:schemeClr val="tx2"/>
                </a:solidFill>
              </a:rPr>
              <a:t>Closing slide</a:t>
            </a:r>
          </a:p>
        </p:txBody>
      </p:sp>
      <p:sp>
        <p:nvSpPr>
          <p:cNvPr id="2" name="se.com capsule" descr="SE.com CTA&#10;">
            <a:hlinkClick r:id="rId3"/>
            <a:extLst>
              <a:ext uri="{FF2B5EF4-FFF2-40B4-BE49-F238E27FC236}">
                <a16:creationId xmlns:a16="http://schemas.microsoft.com/office/drawing/2014/main" id="{534AAC5E-30CC-187C-1469-6507A9FF8EFA}"/>
              </a:ext>
            </a:extLst>
          </p:cNvPr>
          <p:cNvSpPr/>
          <p:nvPr/>
        </p:nvSpPr>
        <p:spPr>
          <a:xfrm>
            <a:off x="395288" y="4156075"/>
            <a:ext cx="934748" cy="3238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marL="0" marR="0" lvl="0" indent="0" algn="ctr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</a:t>
            </a:r>
            <a:r>
              <a:rPr kumimoji="0" lang="en-PL" sz="14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e.com</a:t>
            </a:r>
          </a:p>
        </p:txBody>
      </p:sp>
      <p:pic>
        <p:nvPicPr>
          <p:cNvPr id="3" name="facebook icon" descr="Facebook icon">
            <a:hlinkClick r:id="rId4"/>
            <a:extLst>
              <a:ext uri="{FF2B5EF4-FFF2-40B4-BE49-F238E27FC236}">
                <a16:creationId xmlns:a16="http://schemas.microsoft.com/office/drawing/2014/main" id="{0753D4A8-D577-273E-BA38-0864B2C517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5081" y="4217281"/>
            <a:ext cx="201437" cy="201438"/>
          </a:xfrm>
          <a:prstGeom prst="rect">
            <a:avLst/>
          </a:prstGeom>
        </p:spPr>
      </p:pic>
      <p:pic>
        <p:nvPicPr>
          <p:cNvPr id="4" name="Linkedin icon" descr="LinkedIn icon">
            <a:hlinkClick r:id="rId6"/>
            <a:extLst>
              <a:ext uri="{FF2B5EF4-FFF2-40B4-BE49-F238E27FC236}">
                <a16:creationId xmlns:a16="http://schemas.microsoft.com/office/drawing/2014/main" id="{6ED0011E-579E-00C7-F287-68ECBC5927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352044" y="4232776"/>
            <a:ext cx="201437" cy="170448"/>
          </a:xfrm>
          <a:prstGeom prst="rect">
            <a:avLst/>
          </a:prstGeom>
        </p:spPr>
      </p:pic>
      <p:pic>
        <p:nvPicPr>
          <p:cNvPr id="5" name="YouTube icon" descr="YouTube icon">
            <a:hlinkClick r:id="rId8"/>
            <a:extLst>
              <a:ext uri="{FF2B5EF4-FFF2-40B4-BE49-F238E27FC236}">
                <a16:creationId xmlns:a16="http://schemas.microsoft.com/office/drawing/2014/main" id="{3C10C001-4870-5826-C9CD-6096537E4C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659007" y="4242028"/>
            <a:ext cx="221581" cy="151942"/>
          </a:xfrm>
          <a:prstGeom prst="rect">
            <a:avLst/>
          </a:prstGeom>
        </p:spPr>
      </p:pic>
      <p:pic>
        <p:nvPicPr>
          <p:cNvPr id="6" name="X icon" descr="Twitter/X icon">
            <a:hlinkClick r:id="rId10"/>
            <a:extLst>
              <a:ext uri="{FF2B5EF4-FFF2-40B4-BE49-F238E27FC236}">
                <a16:creationId xmlns:a16="http://schemas.microsoft.com/office/drawing/2014/main" id="{3FD14751-1C3B-C52D-000A-126F4660F0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988112" y="4226075"/>
            <a:ext cx="179853" cy="183850"/>
          </a:xfrm>
          <a:prstGeom prst="rect">
            <a:avLst/>
          </a:prstGeom>
        </p:spPr>
      </p:pic>
      <p:pic>
        <p:nvPicPr>
          <p:cNvPr id="7" name="Instagram icon" descr="Instagram icon">
            <a:hlinkClick r:id="rId12"/>
            <a:extLst>
              <a:ext uri="{FF2B5EF4-FFF2-40B4-BE49-F238E27FC236}">
                <a16:creationId xmlns:a16="http://schemas.microsoft.com/office/drawing/2014/main" id="{A8FA4DCC-89E5-ACA5-C441-308A7DE0E7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8275489" y="4226075"/>
            <a:ext cx="183849" cy="183850"/>
          </a:xfrm>
          <a:prstGeom prst="rect">
            <a:avLst/>
          </a:prstGeom>
        </p:spPr>
      </p:pic>
      <p:pic>
        <p:nvPicPr>
          <p:cNvPr id="8" name="SE blog icon" descr="SE Blog icon&#10;">
            <a:hlinkClick r:id="rId14"/>
            <a:extLst>
              <a:ext uri="{FF2B5EF4-FFF2-40B4-BE49-F238E27FC236}">
                <a16:creationId xmlns:a16="http://schemas.microsoft.com/office/drawing/2014/main" id="{6EBA2012-78AD-D515-E2D7-7EEA04232B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8564864" y="4226075"/>
            <a:ext cx="183849" cy="18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4407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2530E0C5-6440-F507-AE68-01CA9BF4273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-120938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PL" sz="1600" dirty="0">
                <a:solidFill>
                  <a:schemeClr val="tx2"/>
                </a:solidFill>
              </a:rPr>
              <a:t>Closing slide with legal line</a:t>
            </a:r>
          </a:p>
        </p:txBody>
      </p:sp>
      <p:sp>
        <p:nvSpPr>
          <p:cNvPr id="10" name="se.com capsule" descr="SE.com CTA&#10;">
            <a:hlinkClick r:id="rId3"/>
            <a:extLst>
              <a:ext uri="{FF2B5EF4-FFF2-40B4-BE49-F238E27FC236}">
                <a16:creationId xmlns:a16="http://schemas.microsoft.com/office/drawing/2014/main" id="{8ED49365-E063-548E-AA13-59E0B86E8773}"/>
              </a:ext>
            </a:extLst>
          </p:cNvPr>
          <p:cNvSpPr/>
          <p:nvPr/>
        </p:nvSpPr>
        <p:spPr>
          <a:xfrm>
            <a:off x="395288" y="4156075"/>
            <a:ext cx="934748" cy="3238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marL="0" marR="0" lvl="0" indent="0" algn="ctr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</a:t>
            </a:r>
            <a:r>
              <a:rPr kumimoji="0" lang="en-PL" sz="14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e.com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80D3BD-7205-F44E-4AFD-1BCD8DA1CC37}"/>
              </a:ext>
            </a:extLst>
          </p:cNvPr>
          <p:cNvSpPr txBox="1"/>
          <p:nvPr/>
        </p:nvSpPr>
        <p:spPr>
          <a:xfrm>
            <a:off x="2240686" y="4041000"/>
            <a:ext cx="466262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9381" marR="0" lvl="1" indent="0" algn="ctr" defTabSz="447659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500"/>
              </a:spcAft>
              <a:buClr>
                <a:srgbClr val="36C74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&lt;&lt;YEAR&gt;&gt;* Schneider Electric. All Rights Reserved. 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Schneider Electric and Life Is On Schneider Electric are trademarks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and the property of Schneider Electric, its subsidiaries, and affiliated companies.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2646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All other trademarks are the property of their respective owners</a:t>
            </a:r>
          </a:p>
        </p:txBody>
      </p:sp>
      <p:pic>
        <p:nvPicPr>
          <p:cNvPr id="11" name="facebook icon" descr="Facebook icon">
            <a:hlinkClick r:id="rId4"/>
            <a:extLst>
              <a:ext uri="{FF2B5EF4-FFF2-40B4-BE49-F238E27FC236}">
                <a16:creationId xmlns:a16="http://schemas.microsoft.com/office/drawing/2014/main" id="{DEA59F2A-4334-C23D-944B-8337235219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5081" y="4217281"/>
            <a:ext cx="201437" cy="201438"/>
          </a:xfrm>
          <a:prstGeom prst="rect">
            <a:avLst/>
          </a:prstGeom>
        </p:spPr>
      </p:pic>
      <p:pic>
        <p:nvPicPr>
          <p:cNvPr id="12" name="Linkedin icon" descr="LinkedIn icon">
            <a:hlinkClick r:id="rId6"/>
            <a:extLst>
              <a:ext uri="{FF2B5EF4-FFF2-40B4-BE49-F238E27FC236}">
                <a16:creationId xmlns:a16="http://schemas.microsoft.com/office/drawing/2014/main" id="{06A224D5-3FFA-67F7-6BF9-4C741A2800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352044" y="4232776"/>
            <a:ext cx="201437" cy="170448"/>
          </a:xfrm>
          <a:prstGeom prst="rect">
            <a:avLst/>
          </a:prstGeom>
        </p:spPr>
      </p:pic>
      <p:pic>
        <p:nvPicPr>
          <p:cNvPr id="13" name="YouTube icon" descr="YouTube icon">
            <a:hlinkClick r:id="rId8"/>
            <a:extLst>
              <a:ext uri="{FF2B5EF4-FFF2-40B4-BE49-F238E27FC236}">
                <a16:creationId xmlns:a16="http://schemas.microsoft.com/office/drawing/2014/main" id="{D8BE4D5F-9E31-1C97-399D-C36436DC4C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659007" y="4242028"/>
            <a:ext cx="221581" cy="151942"/>
          </a:xfrm>
          <a:prstGeom prst="rect">
            <a:avLst/>
          </a:prstGeom>
        </p:spPr>
      </p:pic>
      <p:pic>
        <p:nvPicPr>
          <p:cNvPr id="14" name="X icon" descr="Twitter/X icon">
            <a:hlinkClick r:id="rId10"/>
            <a:extLst>
              <a:ext uri="{FF2B5EF4-FFF2-40B4-BE49-F238E27FC236}">
                <a16:creationId xmlns:a16="http://schemas.microsoft.com/office/drawing/2014/main" id="{A713E669-BAAE-BDAF-A876-39DCF19774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988112" y="4226075"/>
            <a:ext cx="179853" cy="183850"/>
          </a:xfrm>
          <a:prstGeom prst="rect">
            <a:avLst/>
          </a:prstGeom>
        </p:spPr>
      </p:pic>
      <p:pic>
        <p:nvPicPr>
          <p:cNvPr id="15" name="Instagram icon" descr="Instagram icon">
            <a:hlinkClick r:id="rId12"/>
            <a:extLst>
              <a:ext uri="{FF2B5EF4-FFF2-40B4-BE49-F238E27FC236}">
                <a16:creationId xmlns:a16="http://schemas.microsoft.com/office/drawing/2014/main" id="{07413EF9-3D89-0FA8-64EB-645C7C2044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8275489" y="4226075"/>
            <a:ext cx="183849" cy="183850"/>
          </a:xfrm>
          <a:prstGeom prst="rect">
            <a:avLst/>
          </a:prstGeom>
        </p:spPr>
      </p:pic>
      <p:pic>
        <p:nvPicPr>
          <p:cNvPr id="16" name="SE blog icon" descr="SE Blog icon&#10;">
            <a:hlinkClick r:id="rId14"/>
            <a:extLst>
              <a:ext uri="{FF2B5EF4-FFF2-40B4-BE49-F238E27FC236}">
                <a16:creationId xmlns:a16="http://schemas.microsoft.com/office/drawing/2014/main" id="{DD27D3C4-48D9-E3C6-C8CC-3160CB65F9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8564864" y="4226075"/>
            <a:ext cx="183849" cy="18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85221"/>
      </p:ext>
    </p:extLst>
  </p:cSld>
  <p:clrMapOvr>
    <a:masterClrMapping/>
  </p:clrMapOvr>
</p:sld>
</file>

<file path=ppt/theme/theme1.xml><?xml version="1.0" encoding="utf-8"?>
<a:theme xmlns:a="http://schemas.openxmlformats.org/drawingml/2006/main" name="1_Cover, agenda and section breaks">
  <a:themeElements>
    <a:clrScheme name="SE Life Green MS Office">
      <a:dk1>
        <a:sysClr val="windowText" lastClr="000000"/>
      </a:dk1>
      <a:lt1>
        <a:sysClr val="window" lastClr="FFFFFF"/>
      </a:lt1>
      <a:dk2>
        <a:srgbClr val="3DCD58"/>
      </a:dk2>
      <a:lt2>
        <a:srgbClr val="3DCD58"/>
      </a:lt2>
      <a:accent1>
        <a:srgbClr val="626469"/>
      </a:accent1>
      <a:accent2>
        <a:srgbClr val="9FA0A4"/>
      </a:accent2>
      <a:accent3>
        <a:srgbClr val="FFD100"/>
      </a:accent3>
      <a:accent4>
        <a:srgbClr val="E47F00"/>
      </a:accent4>
      <a:accent5>
        <a:srgbClr val="B10043"/>
      </a:accent5>
      <a:accent6>
        <a:srgbClr val="42B4E6"/>
      </a:accent6>
      <a:hlink>
        <a:srgbClr val="B10043"/>
      </a:hlink>
      <a:folHlink>
        <a:srgbClr val="42B4E6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lIns="0" tIns="0" rIns="0" bIns="0"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neider Electric PPT 2022" id="{7907F66A-086D-4BDF-839E-6F79A1BEE1A3}" vid="{FD4B518C-589D-4368-B9E8-948726051A90}"/>
    </a:ext>
  </a:extLst>
</a:theme>
</file>

<file path=ppt/theme/theme2.xml><?xml version="1.0" encoding="utf-8"?>
<a:theme xmlns:a="http://schemas.openxmlformats.org/drawingml/2006/main" name="2_Content slides">
  <a:themeElements>
    <a:clrScheme name="SE Life Green MS Office">
      <a:dk1>
        <a:sysClr val="windowText" lastClr="000000"/>
      </a:dk1>
      <a:lt1>
        <a:sysClr val="window" lastClr="FFFFFF"/>
      </a:lt1>
      <a:dk2>
        <a:srgbClr val="3DCD58"/>
      </a:dk2>
      <a:lt2>
        <a:srgbClr val="3DCD58"/>
      </a:lt2>
      <a:accent1>
        <a:srgbClr val="626469"/>
      </a:accent1>
      <a:accent2>
        <a:srgbClr val="9FA0A4"/>
      </a:accent2>
      <a:accent3>
        <a:srgbClr val="FFD100"/>
      </a:accent3>
      <a:accent4>
        <a:srgbClr val="E47F00"/>
      </a:accent4>
      <a:accent5>
        <a:srgbClr val="B10043"/>
      </a:accent5>
      <a:accent6>
        <a:srgbClr val="42B4E6"/>
      </a:accent6>
      <a:hlink>
        <a:srgbClr val="B10043"/>
      </a:hlink>
      <a:folHlink>
        <a:srgbClr val="42B4E6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chneider Electric PPT 2022" id="{7907F66A-086D-4BDF-839E-6F79A1BEE1A3}" vid="{FD4B518C-589D-4368-B9E8-948726051A90}"/>
    </a:ext>
  </a:extLst>
</a:theme>
</file>

<file path=ppt/theme/theme3.xml><?xml version="1.0" encoding="utf-8"?>
<a:theme xmlns:a="http://schemas.openxmlformats.org/drawingml/2006/main" name="1_Cover, agenda, and section breaks">
  <a:themeElements>
    <a:clrScheme name="SE Life Green MS Office">
      <a:dk1>
        <a:sysClr val="windowText" lastClr="000000"/>
      </a:dk1>
      <a:lt1>
        <a:sysClr val="window" lastClr="FFFFFF"/>
      </a:lt1>
      <a:dk2>
        <a:srgbClr val="3DCD58"/>
      </a:dk2>
      <a:lt2>
        <a:srgbClr val="3DCD58"/>
      </a:lt2>
      <a:accent1>
        <a:srgbClr val="626469"/>
      </a:accent1>
      <a:accent2>
        <a:srgbClr val="9FA0A4"/>
      </a:accent2>
      <a:accent3>
        <a:srgbClr val="FFD100"/>
      </a:accent3>
      <a:accent4>
        <a:srgbClr val="E47F00"/>
      </a:accent4>
      <a:accent5>
        <a:srgbClr val="B10043"/>
      </a:accent5>
      <a:accent6>
        <a:srgbClr val="42B4E6"/>
      </a:accent6>
      <a:hlink>
        <a:srgbClr val="B10043"/>
      </a:hlink>
      <a:folHlink>
        <a:srgbClr val="42B4E6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lIns="0" tIns="0" rIns="0" bIns="0"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e_powerpoint_white_template_20231026_2" id="{B48560A3-83C9-3446-97F0-8A1C2BF325D1}" vid="{93C8E435-7EA6-C146-B509-82AF78562E6B}"/>
    </a:ext>
  </a:extLst>
</a:theme>
</file>

<file path=ppt/theme/theme4.xml><?xml version="1.0" encoding="utf-8"?>
<a:theme xmlns:a="http://schemas.openxmlformats.org/drawingml/2006/main" name="3_Content slides">
  <a:themeElements>
    <a:clrScheme name="SE Color palette">
      <a:dk1>
        <a:srgbClr val="000000"/>
      </a:dk1>
      <a:lt1>
        <a:srgbClr val="FFFFFF"/>
      </a:lt1>
      <a:dk2>
        <a:srgbClr val="3DCD58"/>
      </a:dk2>
      <a:lt2>
        <a:srgbClr val="3DCD58"/>
      </a:lt2>
      <a:accent1>
        <a:srgbClr val="626469"/>
      </a:accent1>
      <a:accent2>
        <a:srgbClr val="9FA0A4"/>
      </a:accent2>
      <a:accent3>
        <a:srgbClr val="FFD100"/>
      </a:accent3>
      <a:accent4>
        <a:srgbClr val="E47F00"/>
      </a:accent4>
      <a:accent5>
        <a:srgbClr val="B10043"/>
      </a:accent5>
      <a:accent6>
        <a:srgbClr val="42B4E6"/>
      </a:accent6>
      <a:hlink>
        <a:srgbClr val="B10043"/>
      </a:hlink>
      <a:folHlink>
        <a:srgbClr val="42B4E6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e_powerpoint_white_template_20231026_2" id="{B48560A3-83C9-3446-97F0-8A1C2BF325D1}" vid="{089E40E3-EDF9-BC47-8BD1-F7D93B79AF8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Schneider PPT Colors">
    <a:dk1>
      <a:sysClr val="windowText" lastClr="000000"/>
    </a:dk1>
    <a:lt1>
      <a:sysClr val="window" lastClr="FFFFFF"/>
    </a:lt1>
    <a:dk2>
      <a:srgbClr val="419902"/>
    </a:dk2>
    <a:lt2>
      <a:srgbClr val="77CD05"/>
    </a:lt2>
    <a:accent1>
      <a:srgbClr val="4F5156"/>
    </a:accent1>
    <a:accent2>
      <a:srgbClr val="8E8F93"/>
    </a:accent2>
    <a:accent3>
      <a:srgbClr val="FEC909"/>
    </a:accent3>
    <a:accent4>
      <a:srgbClr val="DC6B06"/>
    </a:accent4>
    <a:accent5>
      <a:srgbClr val="9F0033"/>
    </a:accent5>
    <a:accent6>
      <a:srgbClr val="37A4E0"/>
    </a:accent6>
    <a:hlink>
      <a:srgbClr val="9F0033"/>
    </a:hlink>
    <a:folHlink>
      <a:srgbClr val="37A4E0"/>
    </a:folHlink>
  </a:clrScheme>
  <a:fontScheme name="Office Classic 2">
    <a:majorFont>
      <a:latin typeface="Arial"/>
      <a:ea typeface=""/>
      <a:cs typeface=""/>
      <a:font script="Jpan" typeface="ＭＳ Ｐゴシック"/>
      <a:font script="Hang" typeface="돋움"/>
      <a:font script="Hans" typeface="华文新魏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돋움"/>
      <a:font script="Hans" typeface="华文新魏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Schneider PPT Colors">
    <a:dk1>
      <a:sysClr val="windowText" lastClr="000000"/>
    </a:dk1>
    <a:lt1>
      <a:sysClr val="window" lastClr="FFFFFF"/>
    </a:lt1>
    <a:dk2>
      <a:srgbClr val="419902"/>
    </a:dk2>
    <a:lt2>
      <a:srgbClr val="77CD05"/>
    </a:lt2>
    <a:accent1>
      <a:srgbClr val="4F5156"/>
    </a:accent1>
    <a:accent2>
      <a:srgbClr val="8E8F93"/>
    </a:accent2>
    <a:accent3>
      <a:srgbClr val="FEC909"/>
    </a:accent3>
    <a:accent4>
      <a:srgbClr val="DC6B06"/>
    </a:accent4>
    <a:accent5>
      <a:srgbClr val="9F0033"/>
    </a:accent5>
    <a:accent6>
      <a:srgbClr val="37A4E0"/>
    </a:accent6>
    <a:hlink>
      <a:srgbClr val="9F0033"/>
    </a:hlink>
    <a:folHlink>
      <a:srgbClr val="37A4E0"/>
    </a:folHlink>
  </a:clrScheme>
  <a:fontScheme name="Office Classic 2">
    <a:majorFont>
      <a:latin typeface="Arial"/>
      <a:ea typeface=""/>
      <a:cs typeface=""/>
      <a:font script="Jpan" typeface="ＭＳ Ｐゴシック"/>
      <a:font script="Hang" typeface="돋움"/>
      <a:font script="Hans" typeface="华文新魏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돋움"/>
      <a:font script="Hans" typeface="华文新魏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Schneider PPT Colors">
    <a:dk1>
      <a:sysClr val="windowText" lastClr="000000"/>
    </a:dk1>
    <a:lt1>
      <a:sysClr val="window" lastClr="FFFFFF"/>
    </a:lt1>
    <a:dk2>
      <a:srgbClr val="419902"/>
    </a:dk2>
    <a:lt2>
      <a:srgbClr val="77CD05"/>
    </a:lt2>
    <a:accent1>
      <a:srgbClr val="4F5156"/>
    </a:accent1>
    <a:accent2>
      <a:srgbClr val="8E8F93"/>
    </a:accent2>
    <a:accent3>
      <a:srgbClr val="FEC909"/>
    </a:accent3>
    <a:accent4>
      <a:srgbClr val="DC6B06"/>
    </a:accent4>
    <a:accent5>
      <a:srgbClr val="9F0033"/>
    </a:accent5>
    <a:accent6>
      <a:srgbClr val="37A4E0"/>
    </a:accent6>
    <a:hlink>
      <a:srgbClr val="9F0033"/>
    </a:hlink>
    <a:folHlink>
      <a:srgbClr val="37A4E0"/>
    </a:folHlink>
  </a:clrScheme>
  <a:fontScheme name="Office Classic 2">
    <a:majorFont>
      <a:latin typeface="Arial"/>
      <a:ea typeface=""/>
      <a:cs typeface=""/>
      <a:font script="Jpan" typeface="ＭＳ Ｐゴシック"/>
      <a:font script="Hang" typeface="돋움"/>
      <a:font script="Hans" typeface="华文新魏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돋움"/>
      <a:font script="Hans" typeface="华文新魏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Schneider PPT Colors">
    <a:dk1>
      <a:sysClr val="windowText" lastClr="000000"/>
    </a:dk1>
    <a:lt1>
      <a:sysClr val="window" lastClr="FFFFFF"/>
    </a:lt1>
    <a:dk2>
      <a:srgbClr val="419902"/>
    </a:dk2>
    <a:lt2>
      <a:srgbClr val="77CD05"/>
    </a:lt2>
    <a:accent1>
      <a:srgbClr val="4F5156"/>
    </a:accent1>
    <a:accent2>
      <a:srgbClr val="8E8F93"/>
    </a:accent2>
    <a:accent3>
      <a:srgbClr val="FEC909"/>
    </a:accent3>
    <a:accent4>
      <a:srgbClr val="DC6B06"/>
    </a:accent4>
    <a:accent5>
      <a:srgbClr val="9F0033"/>
    </a:accent5>
    <a:accent6>
      <a:srgbClr val="37A4E0"/>
    </a:accent6>
    <a:hlink>
      <a:srgbClr val="9F0033"/>
    </a:hlink>
    <a:folHlink>
      <a:srgbClr val="37A4E0"/>
    </a:folHlink>
  </a:clrScheme>
  <a:fontScheme name="Office Classic 2">
    <a:majorFont>
      <a:latin typeface="Arial"/>
      <a:ea typeface=""/>
      <a:cs typeface=""/>
      <a:font script="Jpan" typeface="ＭＳ Ｐゴシック"/>
      <a:font script="Hang" typeface="돋움"/>
      <a:font script="Hans" typeface="华文新魏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돋움"/>
      <a:font script="Hans" typeface="华文新魏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Schneider PPT Colors">
    <a:dk1>
      <a:sysClr val="windowText" lastClr="000000"/>
    </a:dk1>
    <a:lt1>
      <a:sysClr val="window" lastClr="FFFFFF"/>
    </a:lt1>
    <a:dk2>
      <a:srgbClr val="419902"/>
    </a:dk2>
    <a:lt2>
      <a:srgbClr val="77CD05"/>
    </a:lt2>
    <a:accent1>
      <a:srgbClr val="4F5156"/>
    </a:accent1>
    <a:accent2>
      <a:srgbClr val="8E8F93"/>
    </a:accent2>
    <a:accent3>
      <a:srgbClr val="FEC909"/>
    </a:accent3>
    <a:accent4>
      <a:srgbClr val="DC6B06"/>
    </a:accent4>
    <a:accent5>
      <a:srgbClr val="9F0033"/>
    </a:accent5>
    <a:accent6>
      <a:srgbClr val="37A4E0"/>
    </a:accent6>
    <a:hlink>
      <a:srgbClr val="9F0033"/>
    </a:hlink>
    <a:folHlink>
      <a:srgbClr val="37A4E0"/>
    </a:folHlink>
  </a:clrScheme>
  <a:fontScheme name="Office Classic 2">
    <a:majorFont>
      <a:latin typeface="Arial"/>
      <a:ea typeface=""/>
      <a:cs typeface=""/>
      <a:font script="Jpan" typeface="ＭＳ Ｐゴシック"/>
      <a:font script="Hang" typeface="돋움"/>
      <a:font script="Hans" typeface="华文新魏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돋움"/>
      <a:font script="Hans" typeface="华文新魏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Schneider PPT Colors">
    <a:dk1>
      <a:sysClr val="windowText" lastClr="000000"/>
    </a:dk1>
    <a:lt1>
      <a:sysClr val="window" lastClr="FFFFFF"/>
    </a:lt1>
    <a:dk2>
      <a:srgbClr val="419902"/>
    </a:dk2>
    <a:lt2>
      <a:srgbClr val="77CD05"/>
    </a:lt2>
    <a:accent1>
      <a:srgbClr val="4F5156"/>
    </a:accent1>
    <a:accent2>
      <a:srgbClr val="8E8F93"/>
    </a:accent2>
    <a:accent3>
      <a:srgbClr val="FEC909"/>
    </a:accent3>
    <a:accent4>
      <a:srgbClr val="DC6B06"/>
    </a:accent4>
    <a:accent5>
      <a:srgbClr val="9F0033"/>
    </a:accent5>
    <a:accent6>
      <a:srgbClr val="37A4E0"/>
    </a:accent6>
    <a:hlink>
      <a:srgbClr val="9F0033"/>
    </a:hlink>
    <a:folHlink>
      <a:srgbClr val="37A4E0"/>
    </a:folHlink>
  </a:clrScheme>
  <a:fontScheme name="Office Classic 2">
    <a:majorFont>
      <a:latin typeface="Arial"/>
      <a:ea typeface=""/>
      <a:cs typeface=""/>
      <a:font script="Jpan" typeface="ＭＳ Ｐゴシック"/>
      <a:font script="Hang" typeface="돋움"/>
      <a:font script="Hans" typeface="华文新魏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돋움"/>
      <a:font script="Hans" typeface="华文新魏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75BD48F6F26A4BAA078C2ACFCAC120" ma:contentTypeVersion="29" ma:contentTypeDescription="Create a new document." ma:contentTypeScope="" ma:versionID="f365be68f5546b913c5bc857c53a2430">
  <xsd:schema xmlns:xsd="http://www.w3.org/2001/XMLSchema" xmlns:xs="http://www.w3.org/2001/XMLSchema" xmlns:p="http://schemas.microsoft.com/office/2006/metadata/properties" xmlns:ns1="http://schemas.microsoft.com/sharepoint/v3" xmlns:ns2="b57e0234-f6b5-4d00-89f1-3df0a5f54b98" xmlns:ns3="bd70db87-f731-485d-8ea1-acb249c2a84b" targetNamespace="http://schemas.microsoft.com/office/2006/metadata/properties" ma:root="true" ma:fieldsID="acb6fd26461eb8ae1dd4b8a9e3a37969" ns1:_="" ns2:_="" ns3:_="">
    <xsd:import namespace="http://schemas.microsoft.com/sharepoint/v3"/>
    <xsd:import namespace="b57e0234-f6b5-4d00-89f1-3df0a5f54b98"/>
    <xsd:import namespace="bd70db87-f731-485d-8ea1-acb249c2a8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Tags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  <xsd:element ref="ns2:Featured" minOccurs="0"/>
                <xsd:element ref="ns2:Servic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27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28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RatedBy" ma:index="29" nillable="true" ma:displayName="Rated By" ma:description="Users rated the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30" nillable="true" ma:displayName="User ratings" ma:description="User ratings for the item" ma:hidden="true" ma:internalName="Ratings">
      <xsd:simpleType>
        <xsd:restriction base="dms:Note"/>
      </xsd:simpleType>
    </xsd:element>
    <xsd:element name="LikesCount" ma:index="31" nillable="true" ma:displayName="Number of Likes" ma:internalName="LikesCount">
      <xsd:simpleType>
        <xsd:restriction base="dms:Unknown"/>
      </xsd:simpleType>
    </xsd:element>
    <xsd:element name="LikedBy" ma:index="32" nillable="true" ma:displayName="Liked By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7e0234-f6b5-4d00-89f1-3df0a5f54b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3e82df8-f6af-445d-9b0b-5c4dfc7c59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Tags" ma:index="26" nillable="true" ma:displayName="Tags" ma:default="Internal only" ma:format="Dropdown" ma:internalName="Tags" ma:requiredMultiChoice="tru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General"/>
                    <xsd:enumeration value="AVM"/>
                    <xsd:enumeration value="MDR"/>
                    <xsd:enumeration value="CCM"/>
                    <xsd:enumeration value="Datasheet"/>
                    <xsd:enumeration value="Presentation"/>
                    <xsd:enumeration value="Sales enablement"/>
                    <xsd:enumeration value="Report template"/>
                    <xsd:enumeration value="Service description"/>
                    <xsd:enumeration value="Pricing, quotes, and proposals"/>
                    <xsd:enumeration value="Solution Guide"/>
                    <xsd:enumeration value="Playbook"/>
                    <xsd:enumeration value="Video"/>
                    <xsd:enumeration value="Case study"/>
                    <xsd:enumeration value="Competitive analysis"/>
                    <xsd:enumeration value="Internal only"/>
                    <xsd:enumeration value="Public"/>
                    <xsd:enumeration value="1. Introduction &amp; Awareness"/>
                    <xsd:enumeration value="2. Pre-Sales &amp; Discovery"/>
                    <xsd:enumeration value="3. Quoting &amp; Proposal"/>
                    <xsd:enumeration value="4. Closing &amp; Enablement"/>
                    <xsd:enumeration value="5. Post-Close &amp; Onboarding"/>
                  </xsd:restriction>
                </xsd:simpleType>
              </xsd:element>
            </xsd:sequence>
          </xsd:extension>
        </xsd:complexContent>
      </xsd:complexType>
    </xsd:element>
    <xsd:element name="Featured" ma:index="33" nillable="true" ma:displayName="Featured" ma:format="Dropdown" ma:internalName="Featured">
      <xsd:simpleType>
        <xsd:restriction base="dms:Choice">
          <xsd:enumeration value="Yes"/>
        </xsd:restriction>
      </xsd:simpleType>
    </xsd:element>
    <xsd:element name="Service" ma:index="34" nillable="true" ma:displayName="Service" ma:format="Dropdown" ma:internalName="Service">
      <xsd:simpleType>
        <xsd:restriction base="dms:Choice">
          <xsd:enumeration value="Managed Security Services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70db87-f731-485d-8ea1-acb249c2a84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583ea981-d306-4313-9179-93f0dfb36f81}" ma:internalName="TaxCatchAll" ma:showField="CatchAllData" ma:web="bd70db87-f731-485d-8ea1-acb249c2a8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d70db87-f731-485d-8ea1-acb249c2a84b" xsi:nil="true"/>
    <lcf76f155ced4ddcb4097134ff3c332f xmlns="b57e0234-f6b5-4d00-89f1-3df0a5f54b98">
      <Terms xmlns="http://schemas.microsoft.com/office/infopath/2007/PartnerControls"/>
    </lcf76f155ced4ddcb4097134ff3c332f>
    <LikesCount xmlns="http://schemas.microsoft.com/sharepoint/v3" xsi:nil="true"/>
    <Featured xmlns="b57e0234-f6b5-4d00-89f1-3df0a5f54b98" xsi:nil="true"/>
    <Ratings xmlns="http://schemas.microsoft.com/sharepoint/v3" xsi:nil="true"/>
    <LikedBy xmlns="http://schemas.microsoft.com/sharepoint/v3">
      <UserInfo>
        <DisplayName/>
        <AccountId xsi:nil="true"/>
        <AccountType/>
      </UserInfo>
    </LikedBy>
    <Tags xmlns="b57e0234-f6b5-4d00-89f1-3df0a5f54b98">
      <Value>Internal only</Value>
    </Tags>
    <RatedBy xmlns="http://schemas.microsoft.com/sharepoint/v3">
      <UserInfo>
        <DisplayName/>
        <AccountId xsi:nil="true"/>
        <AccountType/>
      </UserInfo>
    </RatedBy>
    <Service xmlns="b57e0234-f6b5-4d00-89f1-3df0a5f54b98" xsi:nil="true"/>
  </documentManagement>
</p:properties>
</file>

<file path=customXml/itemProps1.xml><?xml version="1.0" encoding="utf-8"?>
<ds:datastoreItem xmlns:ds="http://schemas.openxmlformats.org/officeDocument/2006/customXml" ds:itemID="{924CDF51-8AF5-454C-95F7-15A44D18D8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57e0234-f6b5-4d00-89f1-3df0a5f54b98"/>
    <ds:schemaRef ds:uri="bd70db87-f731-485d-8ea1-acb249c2a8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79883C-A30B-46F4-AB23-BA2A1CC37D9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AA7C86-58DB-4589-8E49-0762920FAE0C}">
  <ds:schemaRefs>
    <ds:schemaRef ds:uri="http://schemas.microsoft.com/office/2006/metadata/properties"/>
    <ds:schemaRef ds:uri="http://schemas.microsoft.com/office/infopath/2007/PartnerControls"/>
    <ds:schemaRef ds:uri="4d07bda0-be13-46fe-b25d-1eca2d6fa3a9"/>
    <ds:schemaRef ds:uri="d19879a4-c36d-4533-92ad-78c3618528bb"/>
    <ds:schemaRef ds:uri="bd70db87-f731-485d-8ea1-acb249c2a84b"/>
    <ds:schemaRef ds:uri="b57e0234-f6b5-4d00-89f1-3df0a5f54b98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Schneider Electric PPT 2022</Template>
  <TotalTime>6461</TotalTime>
  <Words>1590</Words>
  <Application>Microsoft Office PowerPoint</Application>
  <PresentationFormat>On-screen Show (16:9)</PresentationFormat>
  <Paragraphs>398</Paragraphs>
  <Slides>37</Slides>
  <Notes>7</Notes>
  <HiddenSlides>1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1_Cover, agenda and section breaks</vt:lpstr>
      <vt:lpstr>2_Content slides</vt:lpstr>
      <vt:lpstr>1_Cover, agenda, and section breaks</vt:lpstr>
      <vt:lpstr>3_Content slides</vt:lpstr>
      <vt:lpstr>WHIT slide examples</vt:lpstr>
      <vt:lpstr>Short slide title</vt:lpstr>
      <vt:lpstr>Short slide title but this time in two lines</vt:lpstr>
      <vt:lpstr>Bold text lead size</vt:lpstr>
      <vt:lpstr>Short slide title</vt:lpstr>
      <vt:lpstr>Agenda</vt:lpstr>
      <vt:lpstr>One-Column</vt:lpstr>
      <vt:lpstr>One-Column</vt:lpstr>
      <vt:lpstr>One-Column</vt:lpstr>
      <vt:lpstr>One-Column</vt:lpstr>
      <vt:lpstr>One-Column</vt:lpstr>
      <vt:lpstr>One-Column</vt:lpstr>
      <vt:lpstr>One-Column</vt:lpstr>
      <vt:lpstr>One-Column</vt:lpstr>
      <vt:lpstr>One-Column</vt:lpstr>
      <vt:lpstr>One-Column</vt:lpstr>
      <vt:lpstr>Short slide title</vt:lpstr>
      <vt:lpstr>Short slide title</vt:lpstr>
      <vt:lpstr>Short slide title</vt:lpstr>
      <vt:lpstr>Short slide title</vt:lpstr>
      <vt:lpstr>Short slide title</vt:lpstr>
      <vt:lpstr>Short slide title</vt:lpstr>
      <vt:lpstr>Short slide title</vt:lpstr>
      <vt:lpstr>CALLOUT ON  WHITE BACKGROUND</vt:lpstr>
      <vt:lpstr>THANK YOU.</vt:lpstr>
      <vt:lpstr>Closing slide</vt:lpstr>
      <vt:lpstr>PowerPoint Presentation</vt:lpstr>
      <vt:lpstr>PowerPoint Presentation</vt:lpstr>
      <vt:lpstr>New PowerPoint template margins</vt:lpstr>
      <vt:lpstr>PowerPoint Presentation</vt:lpstr>
      <vt:lpstr>PowerPoint Presentation</vt:lpstr>
      <vt:lpstr>Table example</vt:lpstr>
      <vt:lpstr>Table example</vt:lpstr>
      <vt:lpstr>Chart example</vt:lpstr>
      <vt:lpstr>World map example</vt:lpstr>
      <vt:lpstr>Closing slide</vt:lpstr>
      <vt:lpstr>Closing slide with legal 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BARTOSZ WILUN</dc:creator>
  <cp:lastModifiedBy>Thomas Marshall</cp:lastModifiedBy>
  <cp:revision>131</cp:revision>
  <dcterms:created xsi:type="dcterms:W3CDTF">2023-09-19T08:37:00Z</dcterms:created>
  <dcterms:modified xsi:type="dcterms:W3CDTF">2026-10-04T06:24:40Z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7c75fe-f914-45f8-9747-40a3f5d4287a_Enabled">
    <vt:lpwstr>true</vt:lpwstr>
  </property>
  <property fmtid="{D5CDD505-2E9C-101B-9397-08002B2CF9AE}" pid="3" name="MSIP_Label_fe7c75fe-f914-45f8-9747-40a3f5d4287a_SetDate">
    <vt:lpwstr>2021-05-04T08:51:15Z</vt:lpwstr>
  </property>
  <property fmtid="{D5CDD505-2E9C-101B-9397-08002B2CF9AE}" pid="4" name="MSIP_Label_fe7c75fe-f914-45f8-9747-40a3f5d4287a_Method">
    <vt:lpwstr>Privileged</vt:lpwstr>
  </property>
  <property fmtid="{D5CDD505-2E9C-101B-9397-08002B2CF9AE}" pid="5" name="MSIP_Label_fe7c75fe-f914-45f8-9747-40a3f5d4287a_Name">
    <vt:lpwstr>Without Visual Marking</vt:lpwstr>
  </property>
  <property fmtid="{D5CDD505-2E9C-101B-9397-08002B2CF9AE}" pid="6" name="MSIP_Label_fe7c75fe-f914-45f8-9747-40a3f5d4287a_SiteId">
    <vt:lpwstr>6e51e1ad-c54b-4b39-b598-0ffe9ae68fef</vt:lpwstr>
  </property>
  <property fmtid="{D5CDD505-2E9C-101B-9397-08002B2CF9AE}" pid="7" name="MSIP_Label_fe7c75fe-f914-45f8-9747-40a3f5d4287a_ActionId">
    <vt:lpwstr>b10168bb-920b-4cdd-a9e5-e7f368046095</vt:lpwstr>
  </property>
  <property fmtid="{D5CDD505-2E9C-101B-9397-08002B2CF9AE}" pid="8" name="MSIP_Label_fe7c75fe-f914-45f8-9747-40a3f5d4287a_ContentBits">
    <vt:lpwstr>0</vt:lpwstr>
  </property>
  <property fmtid="{D5CDD505-2E9C-101B-9397-08002B2CF9AE}" pid="9" name="ContentTypeId">
    <vt:lpwstr>0x0101006375BD48F6F26A4BAA078C2ACFCAC120</vt:lpwstr>
  </property>
  <property fmtid="{D5CDD505-2E9C-101B-9397-08002B2CF9AE}" pid="10" name="MediaServiceImageTags">
    <vt:lpwstr/>
  </property>
</Properties>
</file>