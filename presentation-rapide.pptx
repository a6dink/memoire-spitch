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4" r:id="rId2"/>
    <p:sldMasterId id="2147483700" r:id="rId3"/>
    <p:sldMasterId id="2147483726" r:id="rId4"/>
  </p:sldMasterIdLst>
  <p:notesMasterIdLst>
    <p:notesMasterId r:id="rId24"/>
  </p:notesMasterIdLst>
  <p:handoutMasterIdLst>
    <p:handoutMasterId r:id="rId25"/>
  </p:handoutMasterIdLst>
  <p:sldIdLst>
    <p:sldId id="371" r:id="rId5"/>
    <p:sldId id="385" r:id="rId11"/>
    <p:sldId id="389" r:id="rId18"/>
    <p:sldId id="409" r:id="rId30"/>
    <p:sldId id="394" r:id="rId22"/>
    <p:sldId id="361" r:id="rId23"/>
  </p:sldIdLst>
  <p:sldSz cx="9144000" cy="5143500" type="screen16x9"/>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DF4"/>
          </a:solidFill>
        </a:fill>
      </a:tcStyle>
    </a:wholeTbl>
    <a:band1H>
      <a:tcStyle>
        <a:tcBdr/>
        <a:fill>
          <a:solidFill>
            <a:srgbClr val="D0D8E8"/>
          </a:solidFill>
        </a:fill>
      </a:tcStyle>
    </a:band1H>
    <a:band2H>
      <a:tcStyle>
        <a:tcBdr/>
      </a:tcStyle>
    </a:band2H>
    <a:band1V>
      <a:tcStyle>
        <a:tcBdr/>
        <a:fill>
          <a:solidFill>
            <a:srgbClr val="D0D8E8"/>
          </a:solidFill>
        </a:fill>
      </a:tcStyle>
    </a:band1V>
    <a:band2V>
      <a:tcStyle>
        <a:tcBdr/>
      </a:tcStyle>
    </a:band2V>
    <a:lastCol>
      <a:tcTxStyle b="on">
        <a:font>
          <a:latin typeface="+mn-lt"/>
          <a:ea typeface="+mn-ea"/>
          <a:cs typeface="+mn-cs"/>
        </a:font>
        <a:srgbClr val="FFFFFF"/>
      </a:tcTxStyle>
      <a:tcStyle>
        <a:tcBdr/>
        <a:fill>
          <a:solidFill>
            <a:srgbClr val="4F81BD"/>
          </a:solidFill>
        </a:fill>
      </a:tcStyle>
    </a:lastCol>
    <a:firstCol>
      <a:tcTxStyle b="on">
        <a:font>
          <a:latin typeface="+mn-lt"/>
          <a:ea typeface="+mn-ea"/>
          <a:cs typeface="+mn-cs"/>
        </a:font>
        <a:srgbClr val="FFFFFF"/>
      </a:tcTxStyle>
      <a:tcStyle>
        <a:tcBdr/>
        <a:fill>
          <a:solidFill>
            <a:srgbClr val="4F81BD"/>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F81BD"/>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F81BD"/>
          </a:solidFill>
        </a:fill>
      </a:tcStyle>
    </a:firstRow>
  </a:tblStyle>
  <a:tblStyle styleId="{68D230F3-CF80-4859-8CE7-A43EE81993B5}" styleName="">
    <a:wholeTbl>
      <a:tcTxStyle>
        <a:font>
          <a:latin typeface="+mn-lt"/>
          <a:ea typeface="+mn-ea"/>
          <a:cs typeface="+mn-cs"/>
        </a:font>
        <a:srgbClr val="000000"/>
      </a:tcTxStyle>
      <a:tcStyle>
        <a:tcBdr>
          <a:top>
            <a:ln w="12701" cap="flat" cmpd="sng" algn="ctr">
              <a:solidFill>
                <a:srgbClr val="F79646"/>
              </a:solidFill>
              <a:prstDash val="solid"/>
              <a:round/>
              <a:headEnd type="none" w="med" len="med"/>
              <a:tailEnd type="none" w="med" len="med"/>
            </a:ln>
          </a:top>
          <a:bottom>
            <a:ln w="12701" cap="flat" cmpd="sng" algn="ctr">
              <a:solidFill>
                <a:srgbClr val="F79646"/>
              </a:solidFill>
              <a:prstDash val="solid"/>
              <a:round/>
              <a:headEnd type="none" w="med" len="med"/>
              <a:tailEnd type="none" w="med" len="med"/>
            </a:ln>
          </a:bottom>
        </a:tcBdr>
      </a:tcStyle>
    </a:wholeTbl>
    <a:band1H>
      <a:tcStyle>
        <a:tcBdr/>
        <a:fill>
          <a:solidFill>
            <a:srgbClr val="F79646"/>
          </a:solidFill>
        </a:fill>
      </a:tcStyle>
    </a:band1H>
    <a:band2H>
      <a:tcStyle>
        <a:tcBdr/>
      </a:tcStyle>
    </a:band2H>
    <a:band1V>
      <a:tcStyle>
        <a:tcBdr/>
        <a:fill>
          <a:solidFill>
            <a:srgbClr val="F79646"/>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12701" cap="flat" cmpd="sng" algn="ctr">
              <a:solidFill>
                <a:srgbClr val="F79646"/>
              </a:solidFill>
              <a:prstDash val="solid"/>
              <a:round/>
              <a:headEnd type="none" w="med" len="med"/>
              <a:tailEnd type="none" w="med" len="med"/>
            </a:ln>
          </a:top>
        </a:tcBdr>
      </a:tcStyle>
    </a:lastRow>
    <a:firstRow>
      <a:tcTxStyle b="on">
        <a:font>
          <a:latin typeface=""/>
          <a:ea typeface=""/>
          <a:cs typeface=""/>
        </a:font>
      </a:tcTxStyle>
      <a:tcStyle>
        <a:tcBdr>
          <a:bottom>
            <a:ln w="12701" cap="flat" cmpd="sng" algn="ctr">
              <a:solidFill>
                <a:srgbClr val="F79646"/>
              </a:solidFill>
              <a:prstDash val="solid"/>
              <a:round/>
              <a:headEnd type="none" w="med" len="med"/>
              <a:tailEnd type="none" w="med" len="med"/>
            </a:ln>
          </a:bottom>
        </a:tcBdr>
      </a:tcStyle>
    </a:firstRow>
  </a:tblStyle>
  <a:tblStyle styleId="{74C1A8A3-306A-4EB7-A6B1-4F7E0EB9C5D6}"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4BACC6"/>
          </a:solidFill>
        </a:fill>
      </a:tcStyle>
    </a:lastCol>
    <a:firstCol>
      <a:tcTxStyle b="on">
        <a:font>
          <a:latin typeface="+mn-lt"/>
          <a:ea typeface="+mn-ea"/>
          <a:cs typeface="+mn-cs"/>
        </a:font>
        <a:srgbClr val="FFFFFF"/>
      </a:tcTxStyle>
      <a:tcStyle>
        <a:tcBdr/>
        <a:fill>
          <a:solidFill>
            <a:srgbClr val="4BACC6"/>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4BACC6"/>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4F81BD"/>
              </a:solidFill>
              <a:prstDash val="solid"/>
              <a:round/>
              <a:headEnd type="none" w="med" len="med"/>
              <a:tailEnd type="none" w="med" len="med"/>
            </a:ln>
          </a:left>
          <a:right>
            <a:ln w="12701" cap="flat" cmpd="sng" algn="ctr">
              <a:solidFill>
                <a:srgbClr val="4F81BD"/>
              </a:solidFill>
              <a:prstDash val="solid"/>
              <a:round/>
              <a:headEnd type="none" w="med" len="med"/>
              <a:tailEnd type="none" w="med" len="med"/>
            </a:ln>
          </a:right>
          <a:top>
            <a:ln w="12701" cap="flat" cmpd="sng" algn="ctr">
              <a:solidFill>
                <a:srgbClr val="4F81BD"/>
              </a:solidFill>
              <a:prstDash val="solid"/>
              <a:round/>
              <a:headEnd type="none" w="med" len="med"/>
              <a:tailEnd type="none" w="med" len="med"/>
            </a:ln>
          </a:top>
          <a:bottom>
            <a:ln w="12701" cap="flat" cmpd="sng" algn="ctr">
              <a:solidFill>
                <a:srgbClr val="4F81BD"/>
              </a:solidFill>
              <a:prstDash val="solid"/>
              <a:round/>
              <a:headEnd type="none" w="med" len="med"/>
              <a:tailEnd type="none" w="med" len="med"/>
            </a:ln>
          </a:bottom>
        </a:tcBdr>
      </a:tcStyle>
    </a:wholeTbl>
    <a:band1H>
      <a:tcStyle>
        <a:tcBdr/>
        <a:fill>
          <a:solidFill>
            <a:srgbClr val="4F81BD"/>
          </a:solidFill>
        </a:fill>
      </a:tcStyle>
    </a:band1H>
    <a:band1V>
      <a:tcStyle>
        <a:tcBdr/>
        <a:fill>
          <a:solidFill>
            <a:srgbClr val="4F81BD"/>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4F81BD"/>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4F81BD"/>
              </a:solidFill>
              <a:prstDash val="solid"/>
              <a:round/>
              <a:headEnd type="none" w="med" len="med"/>
              <a:tailEnd type="none" w="med" len="med"/>
            </a:ln>
          </a:bottom>
        </a:tcBdr>
      </a:tcStyle>
    </a:firstRow>
  </a:tblStyle>
  <a:tblStyle styleId="{616DA210-FB5B-4158-B5E0-FEB733F419B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band1H>
      <a:tcStyle>
        <a:tcBdr/>
        <a:fill>
          <a:solidFill>
            <a:srgbClr val="000000"/>
          </a:solidFill>
        </a:fill>
      </a:tcStyle>
    </a:band1H>
    <a:band1V>
      <a:tcStyle>
        <a:tcBdr/>
        <a:fill>
          <a:solidFill>
            <a:srgbClr val="000000"/>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000000"/>
              </a:solidFill>
              <a:prstDash val="solid"/>
              <a:round/>
              <a:headEnd type="none" w="med" len="med"/>
              <a:tailEnd type="none" w="med" len="med"/>
            </a:ln>
          </a:bottom>
        </a:tcBdr>
      </a:tcStyle>
    </a:firstRow>
  </a:tblStyle>
  <a:tblStyle styleId="{2D5ABB26-0587-4C30-8999-92F81FD0307C}" styleName="">
    <a:wholeTbl>
      <a:tcTxStyle>
        <a:font>
          <a:latin typeface="+mn-lt"/>
          <a:ea typeface="+mn-ea"/>
          <a:cs typeface="+mn-cs"/>
        </a:font>
        <a:srgbClr val="000000"/>
      </a:tcTxStyle>
      <a:tcStyle>
        <a:tcBdr/>
      </a:tcStyle>
    </a:wholeTbl>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5DA37D80-6434-44D0-A028-1B22A696006F}" styleName="">
    <a:wholeTbl>
      <a:tcTxStyle>
        <a:font>
          <a:latin typeface="+mn-lt"/>
          <a:ea typeface="+mn-ea"/>
          <a:cs typeface="+mn-cs"/>
        </a:font>
        <a:srgbClr val="000000"/>
      </a:tcTxStyle>
      <a:tcStyle>
        <a:tcBdr>
          <a:left>
            <a:ln w="12701" cap="flat" cmpd="sng" algn="ctr">
              <a:solidFill>
                <a:srgbClr val="C0504D"/>
              </a:solidFill>
              <a:prstDash val="solid"/>
              <a:round/>
              <a:headEnd type="none" w="med" len="med"/>
              <a:tailEnd type="none" w="med" len="med"/>
            </a:ln>
          </a:left>
          <a:right>
            <a:ln w="12701" cap="flat" cmpd="sng" algn="ctr">
              <a:solidFill>
                <a:srgbClr val="C0504D"/>
              </a:solidFill>
              <a:prstDash val="solid"/>
              <a:round/>
              <a:headEnd type="none" w="med" len="med"/>
              <a:tailEnd type="none" w="med" len="med"/>
            </a:ln>
          </a:right>
          <a:top>
            <a:ln w="12701" cap="flat" cmpd="sng" algn="ctr">
              <a:solidFill>
                <a:srgbClr val="C0504D"/>
              </a:solidFill>
              <a:prstDash val="solid"/>
              <a:round/>
              <a:headEnd type="none" w="med" len="med"/>
              <a:tailEnd type="none" w="med" len="med"/>
            </a:ln>
          </a:top>
          <a:bottom>
            <a:ln w="12701" cap="flat" cmpd="sng" algn="ctr">
              <a:solidFill>
                <a:srgbClr val="C0504D"/>
              </a:solidFill>
              <a:prstDash val="solid"/>
              <a:round/>
              <a:headEnd type="none" w="med" len="med"/>
              <a:tailEnd type="none" w="med" len="med"/>
            </a:ln>
          </a:bottom>
        </a:tcBdr>
      </a:tcStyle>
    </a:wholeTbl>
    <a:band1H>
      <a:tcStyle>
        <a:tcBdr/>
        <a:fill>
          <a:solidFill>
            <a:srgbClr val="C0504D"/>
          </a:solidFill>
        </a:fill>
      </a:tcStyle>
    </a:band1H>
    <a:band1V>
      <a:tcStyle>
        <a:tcBdr/>
        <a:fill>
          <a:solidFill>
            <a:srgbClr val="C0504D"/>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C0504D"/>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C0504D"/>
              </a:solidFill>
              <a:prstDash val="solid"/>
              <a:round/>
              <a:headEnd type="none" w="med" len="med"/>
              <a:tailEnd type="none" w="med" len="med"/>
            </a:ln>
          </a:bottom>
        </a:tcBdr>
      </a:tcStyle>
    </a:firstRow>
  </a:tblStyle>
  <a:tblStyle styleId="{3B4B98B0-60AC-42C2-AFA5-B58CD77FA1E5}" styleName="">
    <a:wholeTbl>
      <a:tcTxStyle>
        <a:font>
          <a:latin typeface="+mn-lt"/>
          <a:ea typeface="+mn-ea"/>
          <a:cs typeface="+mn-cs"/>
        </a:font>
        <a:srgbClr val="000000"/>
      </a:tcTxStyle>
      <a:tcStyle>
        <a:tcBdr>
          <a:top>
            <a:ln w="12701" cap="flat" cmpd="sng" algn="ctr">
              <a:solidFill>
                <a:srgbClr val="4F81BD"/>
              </a:solidFill>
              <a:prstDash val="solid"/>
              <a:round/>
              <a:headEnd type="none" w="med" len="med"/>
              <a:tailEnd type="none" w="med" len="med"/>
            </a:ln>
          </a:top>
          <a:bottom>
            <a:ln w="12701" cap="flat" cmpd="sng" algn="ctr">
              <a:solidFill>
                <a:srgbClr val="4F81BD"/>
              </a:solidFill>
              <a:prstDash val="solid"/>
              <a:round/>
              <a:headEnd type="none" w="med" len="med"/>
              <a:tailEnd type="none" w="med" len="med"/>
            </a:ln>
          </a:bottom>
        </a:tcBdr>
      </a:tcStyle>
    </a:wholeTbl>
    <a:band1H>
      <a:tcStyle>
        <a:tcBdr/>
        <a:fill>
          <a:solidFill>
            <a:srgbClr val="4F81BD"/>
          </a:solidFill>
        </a:fill>
      </a:tcStyle>
    </a:band1H>
    <a:band2H>
      <a:tcStyle>
        <a:tcBdr/>
      </a:tcStyle>
    </a:band2H>
    <a:band1V>
      <a:tcStyle>
        <a:tcBdr/>
        <a:fill>
          <a:solidFill>
            <a:srgbClr val="4F81BD"/>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12701" cap="flat" cmpd="sng" algn="ctr">
              <a:solidFill>
                <a:srgbClr val="4F81BD"/>
              </a:solidFill>
              <a:prstDash val="solid"/>
              <a:round/>
              <a:headEnd type="none" w="med" len="med"/>
              <a:tailEnd type="none" w="med" len="med"/>
            </a:ln>
          </a:top>
        </a:tcBdr>
      </a:tcStyle>
    </a:lastRow>
    <a:firstRow>
      <a:tcTxStyle b="on">
        <a:font>
          <a:latin typeface=""/>
          <a:ea typeface=""/>
          <a:cs typeface=""/>
        </a:font>
      </a:tcTxStyle>
      <a:tcStyle>
        <a:tcBdr>
          <a:bottom>
            <a:ln w="12701" cap="flat" cmpd="sng" algn="ctr">
              <a:solidFill>
                <a:srgbClr val="4F81BD"/>
              </a:solidFill>
              <a:prstDash val="solid"/>
              <a:round/>
              <a:headEnd type="none" w="med" len="med"/>
              <a:tailEnd type="none" w="med" len="med"/>
            </a:ln>
          </a:bottom>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97"/>
    <p:restoredTop sz="73264"/>
  </p:normalViewPr>
  <p:slideViewPr>
    <p:cSldViewPr snapToGrid="0">
      <p:cViewPr varScale="1">
        <p:scale>
          <a:sx n="112" d="100"/>
          <a:sy n="112" d="100"/>
        </p:scale>
        <p:origin x="11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11" Type="http://schemas.openxmlformats.org/officeDocument/2006/relationships/slide" Target="slides/slide7.xml"/><Relationship Id="rId18" Type="http://schemas.openxmlformats.org/officeDocument/2006/relationships/slide" Target="slides/slide14.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3FBBA8-F929-B0F9-4843-001F59F2B757}"/>
              </a:ext>
            </a:extLst>
          </p:cNvPr>
          <p:cNvSpPr txBox="1">
            <a:spLocks noGrp="1"/>
          </p:cNvSpPr>
          <p:nvPr>
            <p:ph type="hdr" sz="quarter"/>
          </p:nvPr>
        </p:nvSpPr>
        <p:spPr>
          <a:xfrm>
            <a:off x="0" y="0"/>
            <a:ext cx="3076361" cy="511734"/>
          </a:xfrm>
          <a:prstGeom prst="rect">
            <a:avLst/>
          </a:prstGeom>
          <a:noFill/>
          <a:ln>
            <a:noFill/>
          </a:ln>
        </p:spPr>
        <p:txBody>
          <a:bodyPr vert="horz" wrap="square" lIns="99047" tIns="49523" rIns="99047" bIns="49523"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300" b="0" i="0" u="none" strike="noStrike" kern="1200" cap="none" spc="0" baseline="0">
              <a:solidFill>
                <a:srgbClr val="000000"/>
              </a:solidFill>
              <a:uFillTx/>
              <a:latin typeface="Calibri"/>
            </a:endParaRPr>
          </a:p>
        </p:txBody>
      </p:sp>
      <p:sp>
        <p:nvSpPr>
          <p:cNvPr id="3" name="Date Placeholder 2">
            <a:extLst>
              <a:ext uri="{FF2B5EF4-FFF2-40B4-BE49-F238E27FC236}">
                <a16:creationId xmlns:a16="http://schemas.microsoft.com/office/drawing/2014/main" id="{95FD1BBA-80C5-9442-7DEB-A601143A1699}"/>
              </a:ext>
            </a:extLst>
          </p:cNvPr>
          <p:cNvSpPr txBox="1">
            <a:spLocks noGrp="1"/>
          </p:cNvSpPr>
          <p:nvPr>
            <p:ph type="dt" sz="quarter" idx="1"/>
          </p:nvPr>
        </p:nvSpPr>
        <p:spPr>
          <a:xfrm>
            <a:off x="4021293" y="0"/>
            <a:ext cx="3076361" cy="511734"/>
          </a:xfrm>
          <a:prstGeom prst="rect">
            <a:avLst/>
          </a:prstGeom>
          <a:noFill/>
          <a:ln>
            <a:noFill/>
          </a:ln>
        </p:spPr>
        <p:txBody>
          <a:bodyPr vert="horz" wrap="square" lIns="99047" tIns="49523" rIns="99047" bIns="49523" anchor="t" anchorCtr="0" compatLnSpc="1">
            <a:noAutofit/>
          </a:bodyPr>
          <a:lstStyle/>
          <a:p>
            <a:pPr marL="0" marR="0" lvl="0" indent="0" algn="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6F206B0-0589-4995-9730-5779E7313B0C}" type="datetime1">
              <a:rPr lang="en-US" sz="1300" b="0" i="0" u="none" strike="noStrike" kern="1200" cap="none" spc="0" baseline="0">
                <a:solidFill>
                  <a:srgbClr val="000000"/>
                </a:solidFill>
                <a:uFillTx/>
                <a:latin typeface="Calibri"/>
              </a:rPr>
              <a:pPr marL="0" marR="0" lvl="0" indent="0" algn="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t>10/6/26</a:t>
            </a:fld>
            <a:endParaRPr lang="en-US" sz="1300" b="0" i="0" u="none" strike="noStrike" kern="1200" cap="none" spc="0" baseline="0">
              <a:solidFill>
                <a:srgbClr val="000000"/>
              </a:solidFill>
              <a:uFillTx/>
              <a:latin typeface="Calibri"/>
            </a:endParaRPr>
          </a:p>
        </p:txBody>
      </p:sp>
      <p:sp>
        <p:nvSpPr>
          <p:cNvPr id="4" name="Footer Placeholder 3">
            <a:extLst>
              <a:ext uri="{FF2B5EF4-FFF2-40B4-BE49-F238E27FC236}">
                <a16:creationId xmlns:a16="http://schemas.microsoft.com/office/drawing/2014/main" id="{FCB9E740-01F3-394B-9DCC-0EBD2CFE050B}"/>
              </a:ext>
            </a:extLst>
          </p:cNvPr>
          <p:cNvSpPr txBox="1">
            <a:spLocks noGrp="1"/>
          </p:cNvSpPr>
          <p:nvPr>
            <p:ph type="ftr" sz="quarter" idx="2"/>
          </p:nvPr>
        </p:nvSpPr>
        <p:spPr>
          <a:xfrm>
            <a:off x="0" y="9721105"/>
            <a:ext cx="3076361" cy="511734"/>
          </a:xfrm>
          <a:prstGeom prst="rect">
            <a:avLst/>
          </a:prstGeom>
          <a:noFill/>
          <a:ln>
            <a:noFill/>
          </a:ln>
        </p:spPr>
        <p:txBody>
          <a:bodyPr vert="horz" wrap="square" lIns="99047" tIns="49523" rIns="99047" bIns="49523" anchor="b"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300" b="0" i="0" u="none" strike="noStrike" kern="1200" cap="none" spc="0" baseline="0">
              <a:solidFill>
                <a:srgbClr val="000000"/>
              </a:solidFill>
              <a:uFillTx/>
              <a:latin typeface="Calibri"/>
            </a:endParaRPr>
          </a:p>
        </p:txBody>
      </p:sp>
      <p:sp>
        <p:nvSpPr>
          <p:cNvPr id="5" name="Slide Number Placeholder 4">
            <a:extLst>
              <a:ext uri="{FF2B5EF4-FFF2-40B4-BE49-F238E27FC236}">
                <a16:creationId xmlns:a16="http://schemas.microsoft.com/office/drawing/2014/main" id="{EB8E99F1-11BE-A4B3-0AC1-503CCC8FB7A6}"/>
              </a:ext>
            </a:extLst>
          </p:cNvPr>
          <p:cNvSpPr txBox="1">
            <a:spLocks noGrp="1"/>
          </p:cNvSpPr>
          <p:nvPr>
            <p:ph type="sldNum" sz="quarter" idx="3"/>
          </p:nvPr>
        </p:nvSpPr>
        <p:spPr>
          <a:xfrm>
            <a:off x="4021293" y="9721105"/>
            <a:ext cx="3076361" cy="511734"/>
          </a:xfrm>
          <a:prstGeom prst="rect">
            <a:avLst/>
          </a:prstGeom>
          <a:noFill/>
          <a:ln>
            <a:noFill/>
          </a:ln>
        </p:spPr>
        <p:txBody>
          <a:bodyPr vert="horz" wrap="square" lIns="99047" tIns="49523" rIns="99047" bIns="49523" anchor="b" anchorCtr="0" compatLnSpc="1">
            <a:noAutofit/>
          </a:bodyPr>
          <a:lstStyle/>
          <a:p>
            <a:pPr marL="0" marR="0" lvl="0" indent="0" algn="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24F60CD-510B-4AA9-A82B-4E980FDF2AD4}" type="slidenum">
              <a:t>‹#›</a:t>
            </a:fld>
            <a:endParaRPr lang="fr-FR" sz="13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24325956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4A361D-D931-0775-F4C8-83B0ECAF9F91}"/>
              </a:ext>
            </a:extLst>
          </p:cNvPr>
          <p:cNvSpPr txBox="1">
            <a:spLocks noGrp="1"/>
          </p:cNvSpPr>
          <p:nvPr>
            <p:ph type="hdr" sz="quarter"/>
          </p:nvPr>
        </p:nvSpPr>
        <p:spPr>
          <a:xfrm>
            <a:off x="0" y="0"/>
            <a:ext cx="3076361" cy="511734"/>
          </a:xfrm>
          <a:prstGeom prst="rect">
            <a:avLst/>
          </a:prstGeom>
          <a:noFill/>
          <a:ln>
            <a:noFill/>
          </a:ln>
        </p:spPr>
        <p:txBody>
          <a:bodyPr vert="horz" wrap="square" lIns="99047" tIns="49523" rIns="99047" bIns="49523" anchor="t" anchorCtr="0" compatLnSpc="1">
            <a:noAutofit/>
          </a:bodyPr>
          <a:lstStyle>
            <a:lvl1pPr marL="0" marR="0" lvl="0" indent="0" algn="l" defTabSz="457181" rtl="0" fontAlgn="auto" hangingPunct="1">
              <a:lnSpc>
                <a:spcPct val="100000"/>
              </a:lnSpc>
              <a:spcBef>
                <a:spcPts val="0"/>
              </a:spcBef>
              <a:spcAft>
                <a:spcPts val="0"/>
              </a:spcAft>
              <a:buNone/>
              <a:tabLst/>
              <a:defRPr lang="en-US" sz="1300" b="0" i="0" u="none" strike="noStrike" kern="1200" cap="none" spc="0" baseline="0">
                <a:solidFill>
                  <a:srgbClr val="000000"/>
                </a:solidFill>
                <a:uFillTx/>
                <a:latin typeface="Calibri"/>
              </a:defRPr>
            </a:lvl1pPr>
          </a:lstStyle>
          <a:p>
            <a:pPr lvl="0"/>
            <a:endParaRPr lang="en-US"/>
          </a:p>
        </p:txBody>
      </p:sp>
      <p:sp>
        <p:nvSpPr>
          <p:cNvPr id="3" name="Date Placeholder 2">
            <a:extLst>
              <a:ext uri="{FF2B5EF4-FFF2-40B4-BE49-F238E27FC236}">
                <a16:creationId xmlns:a16="http://schemas.microsoft.com/office/drawing/2014/main" id="{4193EADA-C976-E732-7764-101E951E1AB6}"/>
              </a:ext>
            </a:extLst>
          </p:cNvPr>
          <p:cNvSpPr txBox="1">
            <a:spLocks noGrp="1"/>
          </p:cNvSpPr>
          <p:nvPr>
            <p:ph type="dt" idx="1"/>
          </p:nvPr>
        </p:nvSpPr>
        <p:spPr>
          <a:xfrm>
            <a:off x="4021293" y="0"/>
            <a:ext cx="3076361" cy="511734"/>
          </a:xfrm>
          <a:prstGeom prst="rect">
            <a:avLst/>
          </a:prstGeom>
          <a:noFill/>
          <a:ln>
            <a:noFill/>
          </a:ln>
        </p:spPr>
        <p:txBody>
          <a:bodyPr vert="horz" wrap="square" lIns="99047" tIns="49523" rIns="99047" bIns="49523" anchor="t" anchorCtr="0" compatLnSpc="1">
            <a:noAutofit/>
          </a:bodyPr>
          <a:lstStyle>
            <a:lvl1pPr marL="0" marR="0" lvl="0" indent="0" algn="r" defTabSz="457181" rtl="0" fontAlgn="auto" hangingPunct="1">
              <a:lnSpc>
                <a:spcPct val="100000"/>
              </a:lnSpc>
              <a:spcBef>
                <a:spcPts val="0"/>
              </a:spcBef>
              <a:spcAft>
                <a:spcPts val="0"/>
              </a:spcAft>
              <a:buNone/>
              <a:tabLst/>
              <a:defRPr lang="en-US" sz="1300" b="0" i="0" u="none" strike="noStrike" kern="1200" cap="none" spc="0" baseline="0">
                <a:solidFill>
                  <a:srgbClr val="000000"/>
                </a:solidFill>
                <a:uFillTx/>
                <a:latin typeface="Calibri"/>
              </a:defRPr>
            </a:lvl1pPr>
          </a:lstStyle>
          <a:p>
            <a:pPr lvl="0"/>
            <a:fld id="{F308066E-3C8B-4277-9852-6AE4317C9D01}" type="datetime1">
              <a:rPr lang="en-US"/>
              <a:pPr lvl="0"/>
              <a:t>10/6/26</a:t>
            </a:fld>
            <a:endParaRPr lang="en-US"/>
          </a:p>
        </p:txBody>
      </p:sp>
      <p:sp>
        <p:nvSpPr>
          <p:cNvPr id="4" name="Slide Image Placeholder 3">
            <a:extLst>
              <a:ext uri="{FF2B5EF4-FFF2-40B4-BE49-F238E27FC236}">
                <a16:creationId xmlns:a16="http://schemas.microsoft.com/office/drawing/2014/main" id="{537F01E7-59AA-3EE7-4E86-15F66C915FBD}"/>
              </a:ext>
            </a:extLst>
          </p:cNvPr>
          <p:cNvSpPr>
            <a:spLocks noGrp="1" noRot="1" noChangeAspect="1"/>
          </p:cNvSpPr>
          <p:nvPr>
            <p:ph type="sldImg" idx="2"/>
          </p:nvPr>
        </p:nvSpPr>
        <p:spPr>
          <a:xfrm>
            <a:off x="139702" y="768352"/>
            <a:ext cx="6819896" cy="3836986"/>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6C3A7605-B9B4-00E1-D253-3C60DCA20011}"/>
              </a:ext>
            </a:extLst>
          </p:cNvPr>
          <p:cNvSpPr txBox="1">
            <a:spLocks noGrp="1"/>
          </p:cNvSpPr>
          <p:nvPr>
            <p:ph type="body" sz="quarter" idx="3"/>
          </p:nvPr>
        </p:nvSpPr>
        <p:spPr>
          <a:xfrm>
            <a:off x="709931" y="4861444"/>
            <a:ext cx="5679438" cy="4605576"/>
          </a:xfrm>
          <a:prstGeom prst="rect">
            <a:avLst/>
          </a:prstGeom>
          <a:noFill/>
          <a:ln>
            <a:noFill/>
          </a:ln>
        </p:spPr>
        <p:txBody>
          <a:bodyPr vert="horz" wrap="square" lIns="99047" tIns="49523" rIns="99047" bIns="49523"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57F87F9-035C-C16E-2651-1583F3BEEEAA}"/>
              </a:ext>
            </a:extLst>
          </p:cNvPr>
          <p:cNvSpPr txBox="1">
            <a:spLocks noGrp="1"/>
          </p:cNvSpPr>
          <p:nvPr>
            <p:ph type="ftr" sz="quarter" idx="4"/>
          </p:nvPr>
        </p:nvSpPr>
        <p:spPr>
          <a:xfrm>
            <a:off x="0" y="9721105"/>
            <a:ext cx="3076361" cy="511734"/>
          </a:xfrm>
          <a:prstGeom prst="rect">
            <a:avLst/>
          </a:prstGeom>
          <a:noFill/>
          <a:ln>
            <a:noFill/>
          </a:ln>
        </p:spPr>
        <p:txBody>
          <a:bodyPr vert="horz" wrap="square" lIns="99047" tIns="49523" rIns="99047" bIns="49523" anchor="b" anchorCtr="0" compatLnSpc="1">
            <a:noAutofit/>
          </a:bodyPr>
          <a:lstStyle>
            <a:lvl1pPr marL="0" marR="0" lvl="0" indent="0" algn="l" defTabSz="457181" rtl="0" fontAlgn="auto" hangingPunct="1">
              <a:lnSpc>
                <a:spcPct val="100000"/>
              </a:lnSpc>
              <a:spcBef>
                <a:spcPts val="0"/>
              </a:spcBef>
              <a:spcAft>
                <a:spcPts val="0"/>
              </a:spcAft>
              <a:buNone/>
              <a:tabLst/>
              <a:defRPr lang="en-US" sz="1300" b="0" i="0" u="none" strike="noStrike" kern="1200" cap="none" spc="0" baseline="0">
                <a:solidFill>
                  <a:srgbClr val="000000"/>
                </a:solidFill>
                <a:uFillTx/>
                <a:latin typeface="Calibri"/>
              </a:defRPr>
            </a:lvl1pPr>
          </a:lstStyle>
          <a:p>
            <a:pPr lvl="0"/>
            <a:endParaRPr lang="en-US"/>
          </a:p>
        </p:txBody>
      </p:sp>
      <p:sp>
        <p:nvSpPr>
          <p:cNvPr id="7" name="Slide Number Placeholder 6">
            <a:extLst>
              <a:ext uri="{FF2B5EF4-FFF2-40B4-BE49-F238E27FC236}">
                <a16:creationId xmlns:a16="http://schemas.microsoft.com/office/drawing/2014/main" id="{2AB2A686-278C-C6EF-FE43-90FABE67C813}"/>
              </a:ext>
            </a:extLst>
          </p:cNvPr>
          <p:cNvSpPr txBox="1">
            <a:spLocks noGrp="1"/>
          </p:cNvSpPr>
          <p:nvPr>
            <p:ph type="sldNum" sz="quarter" idx="5"/>
          </p:nvPr>
        </p:nvSpPr>
        <p:spPr>
          <a:xfrm>
            <a:off x="4021293" y="9721105"/>
            <a:ext cx="3076361" cy="511734"/>
          </a:xfrm>
          <a:prstGeom prst="rect">
            <a:avLst/>
          </a:prstGeom>
          <a:noFill/>
          <a:ln>
            <a:noFill/>
          </a:ln>
        </p:spPr>
        <p:txBody>
          <a:bodyPr vert="horz" wrap="square" lIns="99047" tIns="49523" rIns="99047" bIns="49523" anchor="b" anchorCtr="0" compatLnSpc="1">
            <a:noAutofit/>
          </a:bodyPr>
          <a:lstStyle>
            <a:lvl1pPr marL="0" marR="0" lvl="0" indent="0" algn="r" defTabSz="457181" rtl="0" fontAlgn="auto" hangingPunct="1">
              <a:lnSpc>
                <a:spcPct val="100000"/>
              </a:lnSpc>
              <a:spcBef>
                <a:spcPts val="0"/>
              </a:spcBef>
              <a:spcAft>
                <a:spcPts val="0"/>
              </a:spcAft>
              <a:buNone/>
              <a:tabLst/>
              <a:defRPr lang="en-US" sz="1300" b="0" i="0" u="none" strike="noStrike" kern="1200" cap="none" spc="0" baseline="0">
                <a:solidFill>
                  <a:srgbClr val="000000"/>
                </a:solidFill>
                <a:uFillTx/>
                <a:latin typeface="Calibri"/>
              </a:defRPr>
            </a:lvl1pPr>
          </a:lstStyle>
          <a:p>
            <a:pPr lvl="0"/>
            <a:fld id="{62B794F1-CB14-4ACA-AE55-89404BFC616A}" type="slidenum">
              <a:t>‹#›</a:t>
            </a:fld>
            <a:endParaRPr lang="en-US"/>
          </a:p>
        </p:txBody>
      </p:sp>
    </p:spTree>
    <p:extLst>
      <p:ext uri="{BB962C8B-B14F-4D97-AF65-F5344CB8AC3E}">
        <p14:creationId xmlns:p14="http://schemas.microsoft.com/office/powerpoint/2010/main" val="1571891834"/>
      </p:ext>
    </p:extLst>
  </p:cSld>
  <p:clrMap bg1="lt1" tx1="dk1" bg2="lt2" tx2="dk2" accent1="accent1" accent2="accent2" accent3="accent3" accent4="accent4" accent5="accent5" accent6="accent6" hlink="hlink" folHlink="folHlink"/>
  <p:notesStyle>
    <a:lvl1pPr marL="0" marR="0" lvl="0"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181" marR="0" lvl="1"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363" marR="0" lvl="2"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554" marR="0" lvl="3"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735" marR="0" lvl="4" indent="0" algn="l" defTabSz="457181"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8350"/>
            <a:ext cx="6819900" cy="3836988"/>
          </a:xfrm>
        </p:spPr>
      </p:sp>
      <p:sp>
        <p:nvSpPr>
          <p:cNvPr id="3" name="Notes Placeholder 2"/>
          <p:cNvSpPr>
            <a:spLocks noGrp="1"/>
          </p:cNvSpPr>
          <p:nvPr>
            <p:ph type="body" idx="1"/>
          </p:nvPr>
        </p:nvSpPr>
        <p:spPr/>
        <p:txBody>
          <a:bodyPr/>
          <a:lstStyle/>
          <a:p>
            <a:r>
              <a:t>Bonjour à tous. Je profite de cette réunion pour partager mon retour d'expérience sur mon stage de fin d'études : la CI du firmware COM du projet Bluebird. Je ne vais pas détailler la technique : je vais vous dire ce sur quoi j'ai travaillé, les résultats chiffrés, puis une limite importante qui concerne tous les projets avec l'arrivée de l'IA dans le développement. Environ 10 minutes.</a:t>
            </a:r>
          </a:p>
        </p:txBody>
      </p:sp>
      <p:sp>
        <p:nvSpPr>
          <p:cNvPr id="4" name="Slide Number Placeholder 3"/>
          <p:cNvSpPr>
            <a:spLocks noGrp="1"/>
          </p:cNvSpPr>
          <p:nvPr>
            <p:ph type="sldNum" sz="quarter" idx="5"/>
          </p:nvPr>
        </p:nvSpPr>
        <p:spPr/>
        <p:txBody>
          <a:bodyPr/>
          <a:lstStyle/>
          <a:p>
            <a:pPr lvl="0"/>
            <a:fld id="{62B794F1-CB14-4ACA-AE55-89404BFC616A}" type="slidenum">
              <a:rPr lang="en-FR" smtClean="0"/>
              <a:t>1</a:t>
            </a:fld>
            <a:endParaRPr lang="en-FR"/>
          </a:p>
        </p:txBody>
      </p:sp>
    </p:spTree>
    <p:extLst>
      <p:ext uri="{BB962C8B-B14F-4D97-AF65-F5344CB8AC3E}">
        <p14:creationId xmlns:p14="http://schemas.microsoft.com/office/powerpoint/2010/main" val="1493177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8350"/>
            <a:ext cx="6819900" cy="3836988"/>
          </a:xfrm>
        </p:spPr>
      </p:sp>
      <p:sp>
        <p:nvSpPr>
          <p:cNvPr id="3" name="Notes Placeholder 2"/>
          <p:cNvSpPr>
            <a:spLocks noGrp="1"/>
          </p:cNvSpPr>
          <p:nvPr>
            <p:ph type="body" idx="1"/>
          </p:nvPr>
        </p:nvSpPr>
        <p:spPr/>
        <p:txBody>
          <a:bodyPr/>
          <a:lstStyle/>
          <a:p>
            <a:r>
              <a:t>Ma mission : faire évoluer la CI du firmware COM. J'ai travaillé sur 4 axes. Un : les chaînes de CI elles-mêmes, avec plus de contrôles de build, de tests et de sécurité automatisés. Deux : les runners, c'est-à-dire les machines qui exécutent la CI, pour comprendre et optimiser leur usage. Trois : l'observabilité, avec des indicateurs pour suivre la qualité et la CI. Quatre : l'IA, pour automatiser l'analyse des échecs de la CI. Voyons les résultats.</a:t>
            </a:r>
          </a:p>
        </p:txBody>
      </p:sp>
      <p:sp>
        <p:nvSpPr>
          <p:cNvPr id="4" name="Slide Number Placeholder 3"/>
          <p:cNvSpPr>
            <a:spLocks noGrp="1"/>
          </p:cNvSpPr>
          <p:nvPr>
            <p:ph type="sldNum" sz="quarter" idx="5"/>
          </p:nvPr>
        </p:nvSpPr>
        <p:spPr/>
        <p:txBody>
          <a:bodyPr/>
          <a:lstStyle/>
          <a:p>
            <a:pPr lvl="0"/>
            <a:fld id="{62B794F1-CB14-4ACA-AE55-89404BFC616A}" type="slidenum">
              <a:rPr lang="en-FR" smtClean="0"/>
              <a:t>7</a:t>
            </a:fld>
            <a:endParaRPr lang="en-FR"/>
          </a:p>
        </p:txBody>
      </p:sp>
    </p:spTree>
    <p:extLst>
      <p:ext uri="{BB962C8B-B14F-4D97-AF65-F5344CB8AC3E}">
        <p14:creationId xmlns:p14="http://schemas.microsoft.com/office/powerpoint/2010/main" val="708590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8350"/>
            <a:ext cx="6819900" cy="3836988"/>
          </a:xfrm>
        </p:spPr>
      </p:sp>
      <p:sp>
        <p:nvSpPr>
          <p:cNvPr id="3" name="Notes Placeholder 2"/>
          <p:cNvSpPr>
            <a:spLocks noGrp="1"/>
          </p:cNvSpPr>
          <p:nvPr>
            <p:ph type="body" idx="1"/>
          </p:nvPr>
        </p:nvSpPr>
        <p:spPr/>
        <p:txBody>
          <a:bodyPr/>
          <a:lstStyle/>
          <a:p>
            <a:r>
              <a:t>Quatre chiffres à retenir. 3 workflows de CI améliorés, avec scans de sécurité et publication automatique des artefacts. Les runners ne sont utilisés qu'à environ 30 % en moyenne : j'ai proposé un runner « light » pour réduire les coûts. 8 indicateurs suivis et centralisés. Et le plus parlant : investiguer un échec de CI prend environ 5 minutes avec un agent IA contre environ 1 heure sans, avec toujours une validation humaine.</a:t>
            </a:r>
          </a:p>
        </p:txBody>
      </p:sp>
      <p:sp>
        <p:nvSpPr>
          <p:cNvPr id="4" name="Slide Number Placeholder 3"/>
          <p:cNvSpPr>
            <a:spLocks noGrp="1"/>
          </p:cNvSpPr>
          <p:nvPr>
            <p:ph type="sldNum" sz="quarter" idx="5"/>
          </p:nvPr>
        </p:nvSpPr>
        <p:spPr/>
        <p:txBody>
          <a:bodyPr/>
          <a:lstStyle/>
          <a:p>
            <a:pPr lvl="0"/>
            <a:fld id="{62B794F1-CB14-4ACA-AE55-89404BFC616A}" type="slidenum">
              <a:rPr lang="en-FR" smtClean="0"/>
              <a:t>14</a:t>
            </a:fld>
            <a:endParaRPr lang="en-FR"/>
          </a:p>
        </p:txBody>
      </p:sp>
    </p:spTree>
    <p:extLst>
      <p:ext uri="{BB962C8B-B14F-4D97-AF65-F5344CB8AC3E}">
        <p14:creationId xmlns:p14="http://schemas.microsoft.com/office/powerpoint/2010/main" val="4281151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E1325-0AF6-118F-932C-28AFBA29287D}"/>
              </a:ext>
            </a:extLst>
          </p:cNvPr>
          <p:cNvSpPr>
            <a:spLocks noGrp="1" noRot="1" noChangeAspect="1"/>
          </p:cNvSpPr>
          <p:nvPr>
            <p:ph type="sldImg"/>
          </p:nvPr>
        </p:nvSpPr>
        <p:spPr>
          <a:xfrm>
            <a:off x="139700" y="768350"/>
            <a:ext cx="6819900" cy="3836988"/>
          </a:xfrm>
        </p:spPr>
      </p:sp>
      <p:sp>
        <p:nvSpPr>
          <p:cNvPr id="3" name="Notes Placeholder 2">
            <a:extLst>
              <a:ext uri="{FF2B5EF4-FFF2-40B4-BE49-F238E27FC236}">
                <a16:creationId xmlns:a16="http://schemas.microsoft.com/office/drawing/2014/main" id="{72D81A28-8EB2-0A75-7E63-1C52D30B0EC2}"/>
              </a:ext>
            </a:extLst>
          </p:cNvPr>
          <p:cNvSpPr txBox="1">
            <a:spLocks noGrp="1"/>
          </p:cNvSpPr>
          <p:nvPr>
            <p:ph type="body" sz="quarter" idx="1"/>
          </p:nvPr>
        </p:nvSpPr>
        <p:spPr/>
        <p:txBody>
          <a:bodyPr/>
          <a:lstStyle/>
          <a:p>
            <a:endParaRPr lang="fr-FR"/>
          </a:p>
        </p:txBody>
      </p:sp>
      <p:sp>
        <p:nvSpPr>
          <p:cNvPr id="4" name="Slide Number Placeholder 3">
            <a:extLst>
              <a:ext uri="{FF2B5EF4-FFF2-40B4-BE49-F238E27FC236}">
                <a16:creationId xmlns:a16="http://schemas.microsoft.com/office/drawing/2014/main" id="{D3C3FB97-981F-18B1-CFAF-0B86D6A6D246}"/>
              </a:ext>
            </a:extLst>
          </p:cNvPr>
          <p:cNvSpPr txBox="1"/>
          <p:nvPr/>
        </p:nvSpPr>
        <p:spPr>
          <a:xfrm>
            <a:off x="4021293" y="9721105"/>
            <a:ext cx="3076361" cy="511734"/>
          </a:xfrm>
          <a:prstGeom prst="rect">
            <a:avLst/>
          </a:prstGeom>
          <a:noFill/>
          <a:ln cap="flat">
            <a:noFill/>
          </a:ln>
        </p:spPr>
        <p:txBody>
          <a:bodyPr vert="horz" wrap="square" lIns="99047" tIns="49523" rIns="99047" bIns="49523" anchor="b" anchorCtr="0" compatLnSpc="1">
            <a:noAutofit/>
          </a:bodyPr>
          <a:lstStyle/>
          <a:p>
            <a:pPr marL="0" marR="0" lvl="0" indent="0" algn="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7CBE274-3674-45BD-860D-B1CA41E8043C}" type="slidenum">
              <a:t>19</a:t>
            </a:fld>
            <a:endParaRPr lang="en-US" sz="1300" b="0" i="0" u="none" strike="noStrike" kern="1200" cap="none" spc="0" baseline="0">
              <a:solidFill>
                <a:srgbClr val="000000"/>
              </a:solidFill>
              <a:uFillTx/>
              <a:latin typeface="Calibri"/>
            </a:endParaR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limite que je veux partager. Avec l'IA, le code s'écrit en environ une minute. Mais derrière, notre build applicatif prend environ 20 minutes et le build Yocto environ une heure. Le goulot d'étranglement n'est plus l'écriture du code, c'est sa vérification : plus de code généré, c'est plus de builds, de tests et de scans, sur des runners en nombre limité et éphémères. Résultat : des files d'attente et des retours plus lents. Des pistes : cache persistant pour Yocto, builds incrémentaux, runners adaptés à la charge. Question pour vous : que se passe-t-il si le volume de code double sur votre projet ? (Laisser 2 à 3 minutes de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 l'IA accélère l'écriture du code, donc la vérification (builds, tests, sécurité) devient le vrai enjeu pour nos CI. Merci, je suis disponible pour vos questions ou pour partager ce que j'ai mis en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facebook.com/SchneiderElectric" TargetMode="External"/><Relationship Id="rId3" Type="http://schemas.openxmlformats.org/officeDocument/2006/relationships/image" Target="../media/image3.svg"/><Relationship Id="rId4" Type="http://schemas.openxmlformats.org/officeDocument/2006/relationships/hyperlink" Target="https://www.linkedin.com/company/schneider-electric/" TargetMode="External"/><Relationship Id="rId5" Type="http://schemas.openxmlformats.org/officeDocument/2006/relationships/image" Target="../media/image4.svg"/><Relationship Id="rId6" Type="http://schemas.openxmlformats.org/officeDocument/2006/relationships/hyperlink" Target="https://www.youtube.com/user/SchneiderCorporate" TargetMode="External"/><Relationship Id="rId7" Type="http://schemas.openxmlformats.org/officeDocument/2006/relationships/image" Target="../media/image5.svg"/><Relationship Id="rId8" Type="http://schemas.openxmlformats.org/officeDocument/2006/relationships/hyperlink" Target="https://twitter.com/SchneiderElec" TargetMode="External"/><Relationship Id="rId9" Type="http://schemas.openxmlformats.org/officeDocument/2006/relationships/image" Target="../media/image6.svg"/><Relationship Id="rId10" Type="http://schemas.openxmlformats.org/officeDocument/2006/relationships/hyperlink" Target="https://www.instagram.com/schneiderelectric/" TargetMode="External"/><Relationship Id="rId11" Type="http://schemas.openxmlformats.org/officeDocument/2006/relationships/image" Target="../media/image7.svg"/><Relationship Id="rId12" Type="http://schemas.openxmlformats.org/officeDocument/2006/relationships/hyperlink" Target="https://blog.se.com/" TargetMode="External"/><Relationship Id="rId13" Type="http://schemas.openxmlformats.org/officeDocument/2006/relationships/image" Target="../media/image8.svg"/><Relationship Id="rId14"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www.facebook.com/SchneiderElectric" TargetMode="External"/><Relationship Id="rId3" Type="http://schemas.openxmlformats.org/officeDocument/2006/relationships/image" Target="../media/image3.svg"/><Relationship Id="rId4" Type="http://schemas.openxmlformats.org/officeDocument/2006/relationships/hyperlink" Target="https://www.linkedin.com/company/schneider-electric/" TargetMode="External"/><Relationship Id="rId5" Type="http://schemas.openxmlformats.org/officeDocument/2006/relationships/image" Target="../media/image4.svg"/><Relationship Id="rId6" Type="http://schemas.openxmlformats.org/officeDocument/2006/relationships/hyperlink" Target="https://www.youtube.com/user/SchneiderCorporate" TargetMode="External"/><Relationship Id="rId7" Type="http://schemas.openxmlformats.org/officeDocument/2006/relationships/image" Target="../media/image5.svg"/><Relationship Id="rId8" Type="http://schemas.openxmlformats.org/officeDocument/2006/relationships/hyperlink" Target="https://twitter.com/SchneiderElec" TargetMode="External"/><Relationship Id="rId9" Type="http://schemas.openxmlformats.org/officeDocument/2006/relationships/image" Target="../media/image6.svg"/><Relationship Id="rId10" Type="http://schemas.openxmlformats.org/officeDocument/2006/relationships/hyperlink" Target="https://www.instagram.com/schneiderelectric/" TargetMode="External"/><Relationship Id="rId11" Type="http://schemas.openxmlformats.org/officeDocument/2006/relationships/image" Target="../media/image7.svg"/><Relationship Id="rId12" Type="http://schemas.openxmlformats.org/officeDocument/2006/relationships/hyperlink" Target="https://blog.se.com/" TargetMode="External"/><Relationship Id="rId13" Type="http://schemas.openxmlformats.org/officeDocument/2006/relationships/image" Target="../media/image8.svg"/><Relationship Id="rId14" Type="http://schemas.openxmlformats.org/officeDocument/2006/relationships/image" Target="../media/image9.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facebook.com/SchneiderElectric" TargetMode="External"/><Relationship Id="rId3" Type="http://schemas.openxmlformats.org/officeDocument/2006/relationships/image" Target="../media/image11.svg"/><Relationship Id="rId4" Type="http://schemas.openxmlformats.org/officeDocument/2006/relationships/hyperlink" Target="https://www.linkedin.com/company/schneider-electric/" TargetMode="External"/><Relationship Id="rId5" Type="http://schemas.openxmlformats.org/officeDocument/2006/relationships/image" Target="../media/image12.svg"/><Relationship Id="rId6" Type="http://schemas.openxmlformats.org/officeDocument/2006/relationships/hyperlink" Target="https://www.youtube.com/user/SchneiderCorporate" TargetMode="External"/><Relationship Id="rId7" Type="http://schemas.openxmlformats.org/officeDocument/2006/relationships/image" Target="../media/image13.svg"/><Relationship Id="rId8" Type="http://schemas.openxmlformats.org/officeDocument/2006/relationships/hyperlink" Target="https://twitter.com/SchneiderElec" TargetMode="External"/><Relationship Id="rId9" Type="http://schemas.openxmlformats.org/officeDocument/2006/relationships/image" Target="../media/image14.svg"/><Relationship Id="rId10" Type="http://schemas.openxmlformats.org/officeDocument/2006/relationships/hyperlink" Target="https://www.instagram.com/schneiderelectric/" TargetMode="External"/><Relationship Id="rId11" Type="http://schemas.openxmlformats.org/officeDocument/2006/relationships/image" Target="../media/image15.svg"/><Relationship Id="rId12" Type="http://schemas.openxmlformats.org/officeDocument/2006/relationships/hyperlink" Target="https://blog.se.com/" TargetMode="External"/><Relationship Id="rId13" Type="http://schemas.openxmlformats.org/officeDocument/2006/relationships/image" Target="../media/image16.svg"/><Relationship Id="rId14" Type="http://schemas.openxmlformats.org/officeDocument/2006/relationships/image" Target="../media/image17.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facebook.com/SchneiderElectric" TargetMode="External"/><Relationship Id="rId3" Type="http://schemas.openxmlformats.org/officeDocument/2006/relationships/image" Target="../media/image11.svg"/><Relationship Id="rId4" Type="http://schemas.openxmlformats.org/officeDocument/2006/relationships/hyperlink" Target="https://www.linkedin.com/company/schneider-electric/" TargetMode="External"/><Relationship Id="rId5" Type="http://schemas.openxmlformats.org/officeDocument/2006/relationships/image" Target="../media/image12.svg"/><Relationship Id="rId6" Type="http://schemas.openxmlformats.org/officeDocument/2006/relationships/hyperlink" Target="https://www.youtube.com/user/SchneiderCorporate" TargetMode="External"/><Relationship Id="rId7" Type="http://schemas.openxmlformats.org/officeDocument/2006/relationships/image" Target="../media/image13.svg"/><Relationship Id="rId8" Type="http://schemas.openxmlformats.org/officeDocument/2006/relationships/hyperlink" Target="https://twitter.com/SchneiderElec" TargetMode="External"/><Relationship Id="rId9" Type="http://schemas.openxmlformats.org/officeDocument/2006/relationships/image" Target="../media/image14.svg"/><Relationship Id="rId10" Type="http://schemas.openxmlformats.org/officeDocument/2006/relationships/hyperlink" Target="https://www.instagram.com/schneiderelectric/" TargetMode="External"/><Relationship Id="rId11" Type="http://schemas.openxmlformats.org/officeDocument/2006/relationships/image" Target="../media/image15.svg"/><Relationship Id="rId12" Type="http://schemas.openxmlformats.org/officeDocument/2006/relationships/hyperlink" Target="https://blog.se.com/" TargetMode="External"/><Relationship Id="rId13" Type="http://schemas.openxmlformats.org/officeDocument/2006/relationships/image" Target="../media/image16.svg"/><Relationship Id="rId14"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simple">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94833721-4702-015C-5C55-A6D551C53C9A}"/>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BBD6C787-5D07-2FE1-EC00-1CB261CB3C8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3">
            <a:extLst>
              <a:ext uri="{FF2B5EF4-FFF2-40B4-BE49-F238E27FC236}">
                <a16:creationId xmlns:a16="http://schemas.microsoft.com/office/drawing/2014/main" id="{9E119E96-B01F-FAF3-B57C-31E8245D6373}"/>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1659766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e column">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9482E6E8-0E04-262F-03A3-C25E7F49888C}"/>
              </a:ext>
            </a:extLst>
          </p:cNvPr>
          <p:cNvSpPr txBox="1">
            <a:spLocks noGrp="1"/>
          </p:cNvSpPr>
          <p:nvPr>
            <p:ph type="title"/>
          </p:nvPr>
        </p:nvSpPr>
        <p:spPr/>
        <p:txBody>
          <a:bodyPr/>
          <a:lstStyle>
            <a:lvl1pPr>
              <a:defRPr lang="en-US"/>
            </a:lvl1pPr>
          </a:lstStyle>
          <a:p>
            <a:pPr lvl="0"/>
            <a:r>
              <a:rPr lang="en-US"/>
              <a:t>Click to edit master title style</a:t>
            </a:r>
          </a:p>
        </p:txBody>
      </p:sp>
      <p:sp>
        <p:nvSpPr>
          <p:cNvPr id="3" name="Subhead placeholder">
            <a:extLst>
              <a:ext uri="{FF2B5EF4-FFF2-40B4-BE49-F238E27FC236}">
                <a16:creationId xmlns:a16="http://schemas.microsoft.com/office/drawing/2014/main" id="{52A81BDD-601C-6F22-2FCD-0167E3F0564C}"/>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4" name="Content Placeholder 4">
            <a:extLst>
              <a:ext uri="{FF2B5EF4-FFF2-40B4-BE49-F238E27FC236}">
                <a16:creationId xmlns:a16="http://schemas.microsoft.com/office/drawing/2014/main" id="{6688404B-23CC-0D1C-F180-8B765ED629F8}"/>
              </a:ext>
            </a:extLst>
          </p:cNvPr>
          <p:cNvSpPr txBox="1">
            <a:spLocks noGrp="1"/>
          </p:cNvSpPr>
          <p:nvPr>
            <p:ph idx="4294967295"/>
          </p:nvPr>
        </p:nvSpPr>
        <p:spPr>
          <a:xfrm>
            <a:off x="457200" y="1508394"/>
            <a:ext cx="8229600"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72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ne column two line headlin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226FD7F9-E301-35EA-E30C-17EDE0347819}"/>
              </a:ext>
            </a:extLst>
          </p:cNvPr>
          <p:cNvSpPr txBox="1">
            <a:spLocks noGrp="1"/>
          </p:cNvSpPr>
          <p:nvPr>
            <p:ph idx="4294967295"/>
          </p:nvPr>
        </p:nvSpPr>
        <p:spPr>
          <a:xfrm>
            <a:off x="457200" y="1508394"/>
            <a:ext cx="8229600"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B808DADE-9DDE-5DB5-228C-28FD024FF87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70B10B91-6229-65C6-35A6-1768F3E9F4DC}"/>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9A0E651-AC67-4207-A268-616E77EB8BE5}" type="slidenum">
              <a:t>‹#›</a:t>
            </a:fld>
            <a:endParaRPr lang="en-US"/>
          </a:p>
        </p:txBody>
      </p:sp>
    </p:spTree>
    <p:extLst>
      <p:ext uri="{BB962C8B-B14F-4D97-AF65-F5344CB8AC3E}">
        <p14:creationId xmlns:p14="http://schemas.microsoft.com/office/powerpoint/2010/main" val="2047261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Offer comm">
    <p:bg>
      <p:bgPr>
        <a:solidFill>
          <a:srgbClr val="FFFFFF"/>
        </a:solidFill>
        <a:effectLst/>
      </p:bgPr>
    </p:bg>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0DBFAA1E-224E-D86B-A1AE-0211A87B82B8}"/>
              </a:ext>
            </a:extLst>
          </p:cNvPr>
          <p:cNvSpPr txBox="1">
            <a:spLocks noGrp="1"/>
          </p:cNvSpPr>
          <p:nvPr>
            <p:ph type="body" idx="4294967295"/>
          </p:nvPr>
        </p:nvSpPr>
        <p:spPr>
          <a:xfrm>
            <a:off x="457200" y="4108902"/>
            <a:ext cx="4114800"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07BE9A33-94BF-ECA2-B674-3BAA41048E2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Picture Placeholder 11">
            <a:extLst>
              <a:ext uri="{FF2B5EF4-FFF2-40B4-BE49-F238E27FC236}">
                <a16:creationId xmlns:a16="http://schemas.microsoft.com/office/drawing/2014/main" id="{B7786E97-D455-B33B-BE29-302E76BB359C}"/>
              </a:ext>
              <a:ext uri="{C183D7F6-B498-43B3-948B-1728B52AA6E4}">
                <adec:decorative xmlns:adec="http://schemas.microsoft.com/office/drawing/2017/decorative" val="1"/>
              </a:ext>
            </a:extLst>
          </p:cNvPr>
          <p:cNvSpPr txBox="1">
            <a:spLocks noGrp="1"/>
          </p:cNvSpPr>
          <p:nvPr>
            <p:ph type="pic" idx="4294967295"/>
          </p:nvPr>
        </p:nvSpPr>
        <p:spPr>
          <a:xfrm>
            <a:off x="4873880" y="1728216"/>
            <a:ext cx="3438015" cy="1416625"/>
          </a:xfrm>
        </p:spPr>
        <p:txBody>
          <a:bodyPr/>
          <a:lstStyle>
            <a:lvl1pPr>
              <a:defRPr/>
            </a:lvl1pPr>
          </a:lstStyle>
          <a:p>
            <a:pPr lvl="0"/>
            <a:r>
              <a:rPr lang="fr-FR"/>
              <a:t>Cliquez sur l'icône pour ajouter une image</a:t>
            </a:r>
            <a:endParaRPr lang="en-US"/>
          </a:p>
        </p:txBody>
      </p:sp>
      <p:sp>
        <p:nvSpPr>
          <p:cNvPr id="5" name="Graphic 2">
            <a:extLst>
              <a:ext uri="{FF2B5EF4-FFF2-40B4-BE49-F238E27FC236}">
                <a16:creationId xmlns:a16="http://schemas.microsoft.com/office/drawing/2014/main" id="{EC470EA9-A290-BDA0-658D-95CC97E515FA}"/>
              </a:ext>
              <a:ext uri="{C183D7F6-B498-43B3-948B-1728B52AA6E4}">
                <adec:decorative xmlns:adec="http://schemas.microsoft.com/office/drawing/2017/decorative" val="1"/>
              </a:ext>
            </a:extLst>
          </p:cNvPr>
          <p:cNvSpPr/>
          <p:nvPr/>
        </p:nvSpPr>
        <p:spPr>
          <a:xfrm>
            <a:off x="5026575" y="870216"/>
            <a:ext cx="3132624" cy="3132624"/>
          </a:xfrm>
          <a:custGeom>
            <a:avLst/>
            <a:gdLst>
              <a:gd name="f0" fmla="val 10800000"/>
              <a:gd name="f1" fmla="val 5400000"/>
              <a:gd name="f2" fmla="val 180"/>
              <a:gd name="f3" fmla="val w"/>
              <a:gd name="f4" fmla="val h"/>
              <a:gd name="f5" fmla="val 0"/>
              <a:gd name="f6" fmla="val 3132626"/>
              <a:gd name="f7" fmla="val 254154"/>
              <a:gd name="f8" fmla="val 2878473"/>
              <a:gd name="f9" fmla="val 726348"/>
              <a:gd name="f10" fmla="val 3350667"/>
              <a:gd name="f11" fmla="val 1696598"/>
              <a:gd name="f12" fmla="val 3145994"/>
              <a:gd name="f13" fmla="val 2421296"/>
              <a:gd name="f14" fmla="val 2406279"/>
              <a:gd name="f15" fmla="+- 0 0 218040"/>
              <a:gd name="f16" fmla="val 1436029"/>
              <a:gd name="f17" fmla="+- 0 0 13367"/>
              <a:gd name="f18" fmla="val 711331"/>
              <a:gd name="f19" fmla="+- 0 0 -90"/>
              <a:gd name="f20" fmla="*/ f3 1 3132626"/>
              <a:gd name="f21" fmla="*/ f4 1 3132626"/>
              <a:gd name="f22" fmla="+- f6 0 f5"/>
              <a:gd name="f23" fmla="*/ f19 f0 1"/>
              <a:gd name="f24" fmla="*/ f22 1 3132626"/>
              <a:gd name="f25" fmla="*/ 254154 f22 1"/>
              <a:gd name="f26" fmla="*/ 2878473 f22 1"/>
              <a:gd name="f27" fmla="*/ 2421296 f22 1"/>
              <a:gd name="f28" fmla="*/ 711331 f22 1"/>
              <a:gd name="f29" fmla="*/ f23 1 f2"/>
              <a:gd name="f30" fmla="*/ f25 1 3132626"/>
              <a:gd name="f31" fmla="*/ f26 1 3132626"/>
              <a:gd name="f32" fmla="*/ f27 1 3132626"/>
              <a:gd name="f33" fmla="*/ f28 1 3132626"/>
              <a:gd name="f34" fmla="*/ f5 1 f24"/>
              <a:gd name="f35" fmla="*/ f6 1 f24"/>
              <a:gd name="f36" fmla="+- f29 0 f1"/>
              <a:gd name="f37" fmla="*/ f30 1 f24"/>
              <a:gd name="f38" fmla="*/ f31 1 f24"/>
              <a:gd name="f39" fmla="*/ f32 1 f24"/>
              <a:gd name="f40" fmla="*/ f33 1 f24"/>
              <a:gd name="f41" fmla="*/ f34 f20 1"/>
              <a:gd name="f42" fmla="*/ f35 f20 1"/>
              <a:gd name="f43" fmla="*/ f35 f21 1"/>
              <a:gd name="f44" fmla="*/ f34 f21 1"/>
              <a:gd name="f45" fmla="*/ f37 f20 1"/>
              <a:gd name="f46" fmla="*/ f38 f21 1"/>
              <a:gd name="f47" fmla="*/ f39 f20 1"/>
              <a:gd name="f48" fmla="*/ f39 f21 1"/>
              <a:gd name="f49" fmla="*/ f38 f20 1"/>
              <a:gd name="f50" fmla="*/ f37 f21 1"/>
              <a:gd name="f51" fmla="*/ f40 f20 1"/>
              <a:gd name="f52" fmla="*/ f40 f21 1"/>
            </a:gdLst>
            <a:ahLst/>
            <a:cxnLst>
              <a:cxn ang="3cd4">
                <a:pos x="hc" y="t"/>
              </a:cxn>
              <a:cxn ang="0">
                <a:pos x="r" y="vc"/>
              </a:cxn>
              <a:cxn ang="cd4">
                <a:pos x="hc" y="b"/>
              </a:cxn>
              <a:cxn ang="cd2">
                <a:pos x="l" y="vc"/>
              </a:cxn>
              <a:cxn ang="f36">
                <a:pos x="f45" y="f46"/>
              </a:cxn>
              <a:cxn ang="f36">
                <a:pos x="f47" y="f48"/>
              </a:cxn>
              <a:cxn ang="f36">
                <a:pos x="f49" y="f50"/>
              </a:cxn>
              <a:cxn ang="f36">
                <a:pos x="f51" y="f52"/>
              </a:cxn>
              <a:cxn ang="f36">
                <a:pos x="f45" y="f46"/>
              </a:cxn>
            </a:cxnLst>
            <a:rect l="f41" t="f44" r="f42" b="f43"/>
            <a:pathLst>
              <a:path w="3132626" h="3132626">
                <a:moveTo>
                  <a:pt x="f7" y="f8"/>
                </a:moveTo>
                <a:cubicBezTo>
                  <a:pt x="f9" y="f10"/>
                  <a:pt x="f11" y="f12"/>
                  <a:pt x="f13" y="f13"/>
                </a:cubicBezTo>
                <a:cubicBezTo>
                  <a:pt x="f12" y="f11"/>
                  <a:pt x="f10" y="f9"/>
                  <a:pt x="f8" y="f7"/>
                </a:cubicBezTo>
                <a:cubicBezTo>
                  <a:pt x="f14" y="f15"/>
                  <a:pt x="f16" y="f17"/>
                  <a:pt x="f18" y="f18"/>
                </a:cubicBezTo>
                <a:cubicBezTo>
                  <a:pt x="f17" y="f16"/>
                  <a:pt x="f15" y="f14"/>
                  <a:pt x="f7" y="f8"/>
                </a:cubicBezTo>
              </a:path>
            </a:pathLst>
          </a:custGeom>
          <a:noFill/>
          <a:ln w="12060" cap="flat">
            <a:solidFill>
              <a:srgbClr val="5EFF59"/>
            </a:solidFill>
            <a:prstDash val="solid"/>
            <a:miter/>
          </a:ln>
          <a:effectLst>
            <a:outerShdw dist="22997" dir="5400000" algn="tl">
              <a:srgbClr val="000000">
                <a:alpha val="35000"/>
              </a:srgbClr>
            </a:outerShdw>
          </a:effectLst>
        </p:spPr>
        <p:txBody>
          <a:bodyPr vert="horz" wrap="square" lIns="91440" tIns="45720" rIns="91440" bIns="45720"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A2F24"/>
              </a:solidFill>
              <a:uFillTx/>
              <a:latin typeface="Poppins"/>
            </a:endParaRPr>
          </a:p>
        </p:txBody>
      </p:sp>
      <p:sp>
        <p:nvSpPr>
          <p:cNvPr id="6" name="Footer Placeholder 1">
            <a:extLst>
              <a:ext uri="{FF2B5EF4-FFF2-40B4-BE49-F238E27FC236}">
                <a16:creationId xmlns:a16="http://schemas.microsoft.com/office/drawing/2014/main" id="{0AE6AC34-578C-6CF6-94F2-04D504073DE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113235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2" name="Subtitle placeholder">
            <a:extLst>
              <a:ext uri="{FF2B5EF4-FFF2-40B4-BE49-F238E27FC236}">
                <a16:creationId xmlns:a16="http://schemas.microsoft.com/office/drawing/2014/main" id="{2A9D94C2-8943-3A08-BEFD-D39739983684}"/>
              </a:ext>
            </a:extLst>
          </p:cNvPr>
          <p:cNvSpPr txBox="1">
            <a:spLocks noGrp="1"/>
          </p:cNvSpPr>
          <p:nvPr>
            <p:ph type="subTitle" idx="4294967295"/>
          </p:nvPr>
        </p:nvSpPr>
        <p:spPr>
          <a:xfrm>
            <a:off x="457200" y="3460482"/>
            <a:ext cx="8291514" cy="215441"/>
          </a:xfrm>
        </p:spPr>
        <p:txBody>
          <a:bodyPr/>
          <a:lstStyle>
            <a:lvl1pPr>
              <a:defRPr lang="en-US" sz="1600"/>
            </a:lvl1pPr>
          </a:lstStyle>
          <a:p>
            <a:pPr lvl="0"/>
            <a:r>
              <a:rPr lang="en-US"/>
              <a:t>Click to edit optional subtitle</a:t>
            </a:r>
          </a:p>
        </p:txBody>
      </p:sp>
      <p:sp>
        <p:nvSpPr>
          <p:cNvPr id="3" name="Presenter and date">
            <a:extLst>
              <a:ext uri="{FF2B5EF4-FFF2-40B4-BE49-F238E27FC236}">
                <a16:creationId xmlns:a16="http://schemas.microsoft.com/office/drawing/2014/main" id="{1F707C0D-3753-43C7-46C9-1A69D166D0D4}"/>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4" name="Picture 8">
            <a:extLst>
              <a:ext uri="{FF2B5EF4-FFF2-40B4-BE49-F238E27FC236}">
                <a16:creationId xmlns:a16="http://schemas.microsoft.com/office/drawing/2014/main" id="{56777EDE-ED8F-E1FF-3E3A-1A34CA6CA96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5" name="Footer Placeholder 2">
            <a:extLst>
              <a:ext uri="{FF2B5EF4-FFF2-40B4-BE49-F238E27FC236}">
                <a16:creationId xmlns:a16="http://schemas.microsoft.com/office/drawing/2014/main" id="{D0BFFA05-9C81-46B6-E100-F59FDB3F67ED}"/>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77694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with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CDA86636-3A3E-0680-E80D-26E035ABE0D8}"/>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Content Placeholder 4">
            <a:extLst>
              <a:ext uri="{FF2B5EF4-FFF2-40B4-BE49-F238E27FC236}">
                <a16:creationId xmlns:a16="http://schemas.microsoft.com/office/drawing/2014/main" id="{751515CB-DDB3-F0FD-4E6F-7F6561D70921}"/>
              </a:ext>
            </a:extLst>
          </p:cNvPr>
          <p:cNvSpPr txBox="1">
            <a:spLocks noGrp="1"/>
          </p:cNvSpPr>
          <p:nvPr>
            <p:ph idx="4294967295"/>
          </p:nvPr>
        </p:nvSpPr>
        <p:spPr>
          <a:xfrm>
            <a:off x="457200" y="1508394"/>
            <a:ext cx="8229600"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23CB2498-80B0-CE84-AA39-08518E7DDDCF}"/>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B57B8062-C5DE-D8D9-D008-BBA360ABE122}"/>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AAF7B4B-DF13-4D7A-8240-8124129782D1}" type="slidenum">
              <a:t>‹#›</a:t>
            </a:fld>
            <a:endParaRPr lang="en-US"/>
          </a:p>
        </p:txBody>
      </p:sp>
    </p:spTree>
    <p:extLst>
      <p:ext uri="{BB962C8B-B14F-4D97-AF65-F5344CB8AC3E}">
        <p14:creationId xmlns:p14="http://schemas.microsoft.com/office/powerpoint/2010/main" val="539198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slide with title">
    <p:spTree>
      <p:nvGrpSpPr>
        <p:cNvPr id="1" name=""/>
        <p:cNvGrpSpPr/>
        <p:nvPr/>
      </p:nvGrpSpPr>
      <p:grpSpPr>
        <a:xfrm>
          <a:off x="0" y="0"/>
          <a:ext cx="0" cy="0"/>
          <a:chOff x="0" y="0"/>
          <a:chExt cx="0" cy="0"/>
        </a:xfrm>
      </p:grpSpPr>
      <p:sp>
        <p:nvSpPr>
          <p:cNvPr id="2" name="Slide Number Placeholder 9">
            <a:extLst>
              <a:ext uri="{FF2B5EF4-FFF2-40B4-BE49-F238E27FC236}">
                <a16:creationId xmlns:a16="http://schemas.microsoft.com/office/drawing/2014/main" id="{1227B20E-95D2-04AF-764B-C4B88A2762A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44DE066E-358A-42BC-AD2C-D7A5C23CC4BF}" type="slidenum">
              <a:t>‹#›</a:t>
            </a:fld>
            <a:endParaRPr lang="en-US"/>
          </a:p>
        </p:txBody>
      </p:sp>
    </p:spTree>
    <p:extLst>
      <p:ext uri="{BB962C8B-B14F-4D97-AF65-F5344CB8AC3E}">
        <p14:creationId xmlns:p14="http://schemas.microsoft.com/office/powerpoint/2010/main" val="4028420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6493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ne column 2/3 of slide">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4F30B446-0F30-32F2-5D4A-BBC596425BFF}"/>
              </a:ext>
            </a:extLst>
          </p:cNvPr>
          <p:cNvSpPr txBox="1">
            <a:spLocks noGrp="1"/>
          </p:cNvSpPr>
          <p:nvPr>
            <p:ph idx="4294967295"/>
          </p:nvPr>
        </p:nvSpPr>
        <p:spPr>
          <a:xfrm>
            <a:off x="457200" y="1508394"/>
            <a:ext cx="5449622" cy="2667140"/>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F3288B52-8012-BBA9-D8ED-22882FC33B22}"/>
              </a:ext>
            </a:extLst>
          </p:cNvPr>
          <p:cNvSpPr txBox="1">
            <a:spLocks noGrp="1"/>
          </p:cNvSpPr>
          <p:nvPr>
            <p:ph type="body" idx="4294967295"/>
          </p:nvPr>
        </p:nvSpPr>
        <p:spPr>
          <a:xfrm>
            <a:off x="457200" y="4341808"/>
            <a:ext cx="5437186" cy="153984"/>
          </a:xfrm>
        </p:spPr>
        <p:txBody>
          <a:bodyPr/>
          <a:lstStyle>
            <a:lvl1pPr>
              <a:lnSpc>
                <a:spcPts val="1300"/>
              </a:lnSpc>
              <a:defRPr sz="1100"/>
            </a:lvl1pPr>
          </a:lstStyle>
          <a:p>
            <a:pPr lvl="0"/>
            <a:r>
              <a:rPr lang="fr-FR"/>
              <a:t>Cliquez pour modifier les styles du texte du masque</a:t>
            </a:r>
          </a:p>
        </p:txBody>
      </p:sp>
      <p:sp>
        <p:nvSpPr>
          <p:cNvPr id="4" name="Footer Placeholder 7">
            <a:extLst>
              <a:ext uri="{FF2B5EF4-FFF2-40B4-BE49-F238E27FC236}">
                <a16:creationId xmlns:a16="http://schemas.microsoft.com/office/drawing/2014/main" id="{362809BF-E5F4-2618-5A70-203989282AD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8">
            <a:extLst>
              <a:ext uri="{FF2B5EF4-FFF2-40B4-BE49-F238E27FC236}">
                <a16:creationId xmlns:a16="http://schemas.microsoft.com/office/drawing/2014/main" id="{566BA5A8-B86A-C04A-CB42-4E87CB7B3F82}"/>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B775A3A-51DC-4D23-8A65-181925B2A3CD}" type="slidenum">
              <a:t>‹#›</a:t>
            </a:fld>
            <a:endParaRPr lang="en-US"/>
          </a:p>
        </p:txBody>
      </p:sp>
    </p:spTree>
    <p:extLst>
      <p:ext uri="{BB962C8B-B14F-4D97-AF65-F5344CB8AC3E}">
        <p14:creationId xmlns:p14="http://schemas.microsoft.com/office/powerpoint/2010/main" val="1598244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 column with callou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47CEF778-9F1E-8F4F-92C4-ECD06B7B08AD}"/>
              </a:ext>
            </a:extLst>
          </p:cNvPr>
          <p:cNvSpPr txBox="1">
            <a:spLocks noGrp="1"/>
          </p:cNvSpPr>
          <p:nvPr>
            <p:ph idx="4294967295"/>
          </p:nvPr>
        </p:nvSpPr>
        <p:spPr>
          <a:xfrm>
            <a:off x="457200" y="1508394"/>
            <a:ext cx="5449622"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C2EFCEEA-8CE4-045C-CFEA-56E210D99169}"/>
              </a:ext>
            </a:extLst>
          </p:cNvPr>
          <p:cNvSpPr txBox="1">
            <a:spLocks noGrp="1"/>
          </p:cNvSpPr>
          <p:nvPr>
            <p:ph idx="4294967295"/>
          </p:nvPr>
        </p:nvSpPr>
        <p:spPr>
          <a:xfrm>
            <a:off x="6202887" y="1508394"/>
            <a:ext cx="2483912"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40174082-A3DC-938D-5EC4-91E8EB1CE88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D92CD850-01D4-69C6-C4FE-2D0C553AE50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F08511D-0C61-45B1-B702-C3821E21D84C}" type="slidenum">
              <a:t>‹#›</a:t>
            </a:fld>
            <a:endParaRPr lang="en-US"/>
          </a:p>
        </p:txBody>
      </p:sp>
    </p:spTree>
    <p:extLst>
      <p:ext uri="{BB962C8B-B14F-4D97-AF65-F5344CB8AC3E}">
        <p14:creationId xmlns:p14="http://schemas.microsoft.com/office/powerpoint/2010/main" val="672969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63C2C9E-E8CA-45C1-7ACD-0FACD0D0FFEF}"/>
              </a:ext>
            </a:extLst>
          </p:cNvPr>
          <p:cNvSpPr txBox="1">
            <a:spLocks noGrp="1"/>
          </p:cNvSpPr>
          <p:nvPr>
            <p:ph idx="4294967295"/>
          </p:nvPr>
        </p:nvSpPr>
        <p:spPr>
          <a:xfrm>
            <a:off x="454100" y="1713421"/>
            <a:ext cx="4013905" cy="2610922"/>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36E9B675-2939-4133-5801-00B3700BBDED}"/>
              </a:ext>
            </a:extLst>
          </p:cNvPr>
          <p:cNvSpPr txBox="1">
            <a:spLocks noGrp="1"/>
          </p:cNvSpPr>
          <p:nvPr>
            <p:ph type="body" idx="4294967295"/>
          </p:nvPr>
        </p:nvSpPr>
        <p:spPr>
          <a:xfrm>
            <a:off x="4672894" y="1352553"/>
            <a:ext cx="4013895" cy="158748"/>
          </a:xfrm>
        </p:spPr>
        <p:txBody>
          <a:bodyPr/>
          <a:lstStyle>
            <a:lvl1pPr>
              <a:lnSpc>
                <a:spcPts val="1600"/>
              </a:lnSpc>
              <a:defRPr lang="en-US"/>
            </a:lvl1pPr>
          </a:lstStyle>
          <a:p>
            <a:pPr lvl="0"/>
            <a:r>
              <a:rPr lang="en-US"/>
              <a:t>Click to edit master text styles</a:t>
            </a:r>
          </a:p>
        </p:txBody>
      </p:sp>
      <p:sp>
        <p:nvSpPr>
          <p:cNvPr id="4" name="Text placeholder">
            <a:extLst>
              <a:ext uri="{FF2B5EF4-FFF2-40B4-BE49-F238E27FC236}">
                <a16:creationId xmlns:a16="http://schemas.microsoft.com/office/drawing/2014/main" id="{B2F26E88-3E55-5962-CA64-0ED0237ECC9D}"/>
              </a:ext>
            </a:extLst>
          </p:cNvPr>
          <p:cNvSpPr txBox="1">
            <a:spLocks noGrp="1"/>
          </p:cNvSpPr>
          <p:nvPr>
            <p:ph idx="4294967295"/>
          </p:nvPr>
        </p:nvSpPr>
        <p:spPr>
          <a:xfrm>
            <a:off x="4672894" y="1713421"/>
            <a:ext cx="4013895" cy="2610922"/>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8">
            <a:extLst>
              <a:ext uri="{FF2B5EF4-FFF2-40B4-BE49-F238E27FC236}">
                <a16:creationId xmlns:a16="http://schemas.microsoft.com/office/drawing/2014/main" id="{DA4E2897-DF2D-0018-7C35-45DBE1991BF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0">
            <a:extLst>
              <a:ext uri="{FF2B5EF4-FFF2-40B4-BE49-F238E27FC236}">
                <a16:creationId xmlns:a16="http://schemas.microsoft.com/office/drawing/2014/main" id="{B00C13E4-4399-2689-3235-CBA8D7DD300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F2FABED-7741-4EE1-BED5-14E26616714A}" type="slidenum">
              <a:t>‹#›</a:t>
            </a:fld>
            <a:endParaRPr lang="en-US"/>
          </a:p>
        </p:txBody>
      </p:sp>
    </p:spTree>
    <p:extLst>
      <p:ext uri="{BB962C8B-B14F-4D97-AF65-F5344CB8AC3E}">
        <p14:creationId xmlns:p14="http://schemas.microsoft.com/office/powerpoint/2010/main" val="204891075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s with subtitle and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C5E540A0-17AD-D77E-7FDD-0B2AB23C3FDD}"/>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32C04DA2-1484-2973-157F-F6C69906F065}"/>
              </a:ext>
            </a:extLst>
          </p:cNvPr>
          <p:cNvSpPr txBox="1">
            <a:spLocks noGrp="1"/>
          </p:cNvSpPr>
          <p:nvPr>
            <p:ph idx="4294967295"/>
          </p:nvPr>
        </p:nvSpPr>
        <p:spPr>
          <a:xfrm>
            <a:off x="454100" y="1508394"/>
            <a:ext cx="4013905" cy="2647681"/>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aption placeholder">
            <a:extLst>
              <a:ext uri="{FF2B5EF4-FFF2-40B4-BE49-F238E27FC236}">
                <a16:creationId xmlns:a16="http://schemas.microsoft.com/office/drawing/2014/main" id="{1C91B4C9-3B5C-31C9-3DF1-A0D2C55721B2}"/>
              </a:ext>
            </a:extLst>
          </p:cNvPr>
          <p:cNvSpPr txBox="1">
            <a:spLocks noGrp="1"/>
          </p:cNvSpPr>
          <p:nvPr>
            <p:ph type="body" idx="4294967295"/>
          </p:nvPr>
        </p:nvSpPr>
        <p:spPr>
          <a:xfrm>
            <a:off x="454100" y="4341808"/>
            <a:ext cx="4013905" cy="158748"/>
          </a:xfrm>
        </p:spPr>
        <p:txBody>
          <a:bodyPr/>
          <a:lstStyle>
            <a:lvl1pPr>
              <a:lnSpc>
                <a:spcPts val="1300"/>
              </a:lnSpc>
              <a:defRPr lang="en-US" sz="1100"/>
            </a:lvl1pPr>
          </a:lstStyle>
          <a:p>
            <a:pPr lvl="0"/>
            <a:r>
              <a:rPr lang="en-US"/>
              <a:t>Click to edit master text styles</a:t>
            </a:r>
          </a:p>
        </p:txBody>
      </p:sp>
      <p:sp>
        <p:nvSpPr>
          <p:cNvPr id="5" name="Text placeholder">
            <a:extLst>
              <a:ext uri="{FF2B5EF4-FFF2-40B4-BE49-F238E27FC236}">
                <a16:creationId xmlns:a16="http://schemas.microsoft.com/office/drawing/2014/main" id="{14F94345-D5FC-5B33-7F65-115A04ABA7F0}"/>
              </a:ext>
            </a:extLst>
          </p:cNvPr>
          <p:cNvSpPr txBox="1">
            <a:spLocks noGrp="1"/>
          </p:cNvSpPr>
          <p:nvPr>
            <p:ph idx="4294967295"/>
          </p:nvPr>
        </p:nvSpPr>
        <p:spPr>
          <a:xfrm>
            <a:off x="4672894" y="1508394"/>
            <a:ext cx="4013905" cy="2647681"/>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aption placeholder">
            <a:extLst>
              <a:ext uri="{FF2B5EF4-FFF2-40B4-BE49-F238E27FC236}">
                <a16:creationId xmlns:a16="http://schemas.microsoft.com/office/drawing/2014/main" id="{4B68EDBC-E135-C39E-BF12-BD2C0A46AAC1}"/>
              </a:ext>
            </a:extLst>
          </p:cNvPr>
          <p:cNvSpPr txBox="1">
            <a:spLocks noGrp="1"/>
          </p:cNvSpPr>
          <p:nvPr>
            <p:ph type="body" idx="4294967295"/>
          </p:nvPr>
        </p:nvSpPr>
        <p:spPr>
          <a:xfrm>
            <a:off x="4672894" y="4341808"/>
            <a:ext cx="4013905" cy="158748"/>
          </a:xfrm>
        </p:spPr>
        <p:txBody>
          <a:bodyPr/>
          <a:lstStyle>
            <a:lvl1pPr>
              <a:lnSpc>
                <a:spcPts val="1300"/>
              </a:lnSpc>
              <a:defRPr lang="en-US" sz="1100"/>
            </a:lvl1pPr>
          </a:lstStyle>
          <a:p>
            <a:pPr lvl="0"/>
            <a:r>
              <a:rPr lang="en-US"/>
              <a:t>Click to edit master text styles</a:t>
            </a:r>
          </a:p>
        </p:txBody>
      </p:sp>
      <p:sp>
        <p:nvSpPr>
          <p:cNvPr id="7" name="Footer Placeholder 10">
            <a:extLst>
              <a:ext uri="{FF2B5EF4-FFF2-40B4-BE49-F238E27FC236}">
                <a16:creationId xmlns:a16="http://schemas.microsoft.com/office/drawing/2014/main" id="{23933127-0AAF-BC79-F11F-53B252F7B6F9}"/>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8" name="Slide Number Placeholder 13">
            <a:extLst>
              <a:ext uri="{FF2B5EF4-FFF2-40B4-BE49-F238E27FC236}">
                <a16:creationId xmlns:a16="http://schemas.microsoft.com/office/drawing/2014/main" id="{36B46473-68B4-C3D8-4A0C-047C5BE7568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AC196BE-D1C4-41AD-9E2F-913B72A2916D}" type="slidenum">
              <a:t>‹#›</a:t>
            </a:fld>
            <a:endParaRPr lang="en-US"/>
          </a:p>
        </p:txBody>
      </p:sp>
    </p:spTree>
    <p:extLst>
      <p:ext uri="{BB962C8B-B14F-4D97-AF65-F5344CB8AC3E}">
        <p14:creationId xmlns:p14="http://schemas.microsoft.com/office/powerpoint/2010/main" val="72440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ree columns">
    <p:bg>
      <p:bgPr>
        <a:solidFill>
          <a:srgbClr val="FFFFFF"/>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E56A5542-F36D-40F1-AA06-E3C98061EF95}"/>
              </a:ext>
            </a:extLst>
          </p:cNvPr>
          <p:cNvSpPr txBox="1">
            <a:spLocks noGrp="1"/>
          </p:cNvSpPr>
          <p:nvPr>
            <p:ph idx="4294967295"/>
          </p:nvPr>
        </p:nvSpPr>
        <p:spPr>
          <a:xfrm>
            <a:off x="457200" y="1508394"/>
            <a:ext cx="2545826"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524D9539-BCE3-FB66-8855-82AE029F254A}"/>
              </a:ext>
            </a:extLst>
          </p:cNvPr>
          <p:cNvSpPr txBox="1">
            <a:spLocks noGrp="1"/>
          </p:cNvSpPr>
          <p:nvPr>
            <p:ph idx="4294967295"/>
          </p:nvPr>
        </p:nvSpPr>
        <p:spPr>
          <a:xfrm>
            <a:off x="3299082" y="1508394"/>
            <a:ext cx="2545826"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a:extLst>
              <a:ext uri="{FF2B5EF4-FFF2-40B4-BE49-F238E27FC236}">
                <a16:creationId xmlns:a16="http://schemas.microsoft.com/office/drawing/2014/main" id="{B1A7B1A8-0E5A-A0BF-77CC-88F5024D59E8}"/>
              </a:ext>
            </a:extLst>
          </p:cNvPr>
          <p:cNvSpPr txBox="1">
            <a:spLocks noGrp="1"/>
          </p:cNvSpPr>
          <p:nvPr>
            <p:ph idx="4294967295"/>
          </p:nvPr>
        </p:nvSpPr>
        <p:spPr>
          <a:xfrm>
            <a:off x="6140973" y="1508394"/>
            <a:ext cx="2545826"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6">
            <a:extLst>
              <a:ext uri="{FF2B5EF4-FFF2-40B4-BE49-F238E27FC236}">
                <a16:creationId xmlns:a16="http://schemas.microsoft.com/office/drawing/2014/main" id="{E7AE9589-89FE-CBBE-1E3B-9BEA03F0B95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7">
            <a:extLst>
              <a:ext uri="{FF2B5EF4-FFF2-40B4-BE49-F238E27FC236}">
                <a16:creationId xmlns:a16="http://schemas.microsoft.com/office/drawing/2014/main" id="{35AFC3C2-DD30-5BA3-5E7F-3CB92F7AD03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8C2DE90-943B-4407-9093-58B5731C1F2A}" type="slidenum">
              <a:t>‹#›</a:t>
            </a:fld>
            <a:endParaRPr lang="en-US"/>
          </a:p>
        </p:txBody>
      </p:sp>
    </p:spTree>
    <p:extLst>
      <p:ext uri="{BB962C8B-B14F-4D97-AF65-F5344CB8AC3E}">
        <p14:creationId xmlns:p14="http://schemas.microsoft.com/office/powerpoint/2010/main" val="3547136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One column with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6A8D317E-2572-32C1-FC5C-A4AC31824426}"/>
              </a:ext>
            </a:extLst>
          </p:cNvPr>
          <p:cNvSpPr txBox="1">
            <a:spLocks noGrp="1"/>
          </p:cNvSpPr>
          <p:nvPr>
            <p:ph idx="4294967295"/>
          </p:nvPr>
        </p:nvSpPr>
        <p:spPr>
          <a:xfrm>
            <a:off x="457200" y="1508394"/>
            <a:ext cx="3951991"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8A3F7EF5-4A88-856D-88A4-4DC823A76F23}"/>
              </a:ext>
            </a:extLst>
          </p:cNvPr>
          <p:cNvSpPr txBox="1">
            <a:spLocks noGrp="1"/>
          </p:cNvSpPr>
          <p:nvPr>
            <p:ph idx="4294967295"/>
          </p:nvPr>
        </p:nvSpPr>
        <p:spPr>
          <a:xfrm>
            <a:off x="4726652" y="1508394"/>
            <a:ext cx="3960138" cy="2815958"/>
          </a:xfrm>
          <a:solidFill>
            <a:srgbClr val="D9D9D9">
              <a:alpha val="20000"/>
            </a:srgbClr>
          </a:solidFill>
        </p:spPr>
        <p:txBody>
          <a:bodyPr lIns="251999" tIns="251999" rIns="251999" bIns="251999"/>
          <a:lstStyle>
            <a:lvl1pPr>
              <a:defRPr lang="en-US" sz="1050"/>
            </a:lvl1pPr>
          </a:lstStyle>
          <a:p>
            <a:pPr lvl="0"/>
            <a:r>
              <a:rPr lang="en-US"/>
              <a:t>Click to edit master text styles</a:t>
            </a:r>
          </a:p>
        </p:txBody>
      </p:sp>
      <p:sp>
        <p:nvSpPr>
          <p:cNvPr id="4" name="Footer Placeholder 9">
            <a:extLst>
              <a:ext uri="{FF2B5EF4-FFF2-40B4-BE49-F238E27FC236}">
                <a16:creationId xmlns:a16="http://schemas.microsoft.com/office/drawing/2014/main" id="{7EB68697-14C8-A743-F083-497A88D754C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E958CD12-CF38-FD59-6F69-0639F58F3F1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27CC721-9B64-4E55-A220-8D600B437A25}" type="slidenum">
              <a:t>‹#›</a:t>
            </a:fld>
            <a:endParaRPr lang="en-US"/>
          </a:p>
        </p:txBody>
      </p:sp>
    </p:spTree>
    <p:extLst>
      <p:ext uri="{BB962C8B-B14F-4D97-AF65-F5344CB8AC3E}">
        <p14:creationId xmlns:p14="http://schemas.microsoft.com/office/powerpoint/2010/main" val="3198003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One column with object and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1DC2683B-F71E-7A48-09DF-4EF4123B4DAC}"/>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BB590459-BF37-B700-9E8F-5AED906DEBC7}"/>
              </a:ext>
            </a:extLst>
          </p:cNvPr>
          <p:cNvSpPr txBox="1">
            <a:spLocks noGrp="1"/>
          </p:cNvSpPr>
          <p:nvPr>
            <p:ph idx="4294967295"/>
          </p:nvPr>
        </p:nvSpPr>
        <p:spPr>
          <a:xfrm>
            <a:off x="457200" y="1508394"/>
            <a:ext cx="3951991"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descr="Image placeholder">
            <a:extLst>
              <a:ext uri="{FF2B5EF4-FFF2-40B4-BE49-F238E27FC236}">
                <a16:creationId xmlns:a16="http://schemas.microsoft.com/office/drawing/2014/main" id="{A20C6211-2426-8683-0A94-013676B0D38E}"/>
              </a:ext>
            </a:extLst>
          </p:cNvPr>
          <p:cNvSpPr txBox="1">
            <a:spLocks noGrp="1"/>
          </p:cNvSpPr>
          <p:nvPr>
            <p:ph idx="4294967295"/>
          </p:nvPr>
        </p:nvSpPr>
        <p:spPr>
          <a:xfrm>
            <a:off x="4726652" y="1508394"/>
            <a:ext cx="3960138" cy="2815958"/>
          </a:xfrm>
          <a:solidFill>
            <a:srgbClr val="D9D9D9">
              <a:alpha val="20000"/>
            </a:srgbClr>
          </a:solidFill>
        </p:spPr>
        <p:txBody>
          <a:bodyPr lIns="251999" tIns="251999" rIns="251999" bIns="251999"/>
          <a:lstStyle>
            <a:lvl1pPr>
              <a:defRPr lang="en-US" sz="1050"/>
            </a:lvl1pPr>
          </a:lstStyle>
          <a:p>
            <a:pPr lvl="0"/>
            <a:r>
              <a:rPr lang="en-US"/>
              <a:t>Click to edit master text styles</a:t>
            </a:r>
          </a:p>
        </p:txBody>
      </p:sp>
      <p:sp>
        <p:nvSpPr>
          <p:cNvPr id="5" name="Footer Placeholder 9">
            <a:extLst>
              <a:ext uri="{FF2B5EF4-FFF2-40B4-BE49-F238E27FC236}">
                <a16:creationId xmlns:a16="http://schemas.microsoft.com/office/drawing/2014/main" id="{1CCA88DE-750E-B9D2-9E8E-B47099857AA4}"/>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1">
            <a:extLst>
              <a:ext uri="{FF2B5EF4-FFF2-40B4-BE49-F238E27FC236}">
                <a16:creationId xmlns:a16="http://schemas.microsoft.com/office/drawing/2014/main" id="{8AC879E7-A6C5-B43B-B453-F77DA41354B2}"/>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D0BAF9C-C83E-4284-BD67-01C99237679F}" type="slidenum">
              <a:t>‹#›</a:t>
            </a:fld>
            <a:endParaRPr lang="en-US"/>
          </a:p>
        </p:txBody>
      </p:sp>
    </p:spTree>
    <p:extLst>
      <p:ext uri="{BB962C8B-B14F-4D97-AF65-F5344CB8AC3E}">
        <p14:creationId xmlns:p14="http://schemas.microsoft.com/office/powerpoint/2010/main" val="2477284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One column with half page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4348B663-7790-D1F3-EA97-20ECC276E079}"/>
              </a:ext>
            </a:extLst>
          </p:cNvPr>
          <p:cNvSpPr txBox="1">
            <a:spLocks noGrp="1"/>
          </p:cNvSpPr>
          <p:nvPr>
            <p:ph idx="4294967295"/>
          </p:nvPr>
        </p:nvSpPr>
        <p:spPr>
          <a:xfrm>
            <a:off x="457200" y="1508394"/>
            <a:ext cx="3951991"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086EDCDA-F569-5393-FAFF-D943730346A3}"/>
              </a:ext>
            </a:extLst>
          </p:cNvPr>
          <p:cNvSpPr txBox="1">
            <a:spLocks noGrp="1"/>
          </p:cNvSpPr>
          <p:nvPr>
            <p:ph idx="4294967295"/>
          </p:nvPr>
        </p:nvSpPr>
        <p:spPr>
          <a:xfrm>
            <a:off x="4572000" y="0"/>
            <a:ext cx="4572000" cy="5143499"/>
          </a:xfrm>
          <a:solidFill>
            <a:srgbClr val="D9D9D9">
              <a:alpha val="20000"/>
            </a:srgbClr>
          </a:solidFill>
        </p:spPr>
        <p:txBody>
          <a:bodyPr lIns="251999" tIns="251999" rIns="251999" bIns="251999"/>
          <a:lstStyle>
            <a:lvl1pPr>
              <a:defRPr lang="en-US" sz="1050"/>
            </a:lvl1pPr>
          </a:lstStyle>
          <a:p>
            <a:pPr lvl="0"/>
            <a:r>
              <a:rPr lang="en-US"/>
              <a:t>Click to edit master text styles</a:t>
            </a:r>
          </a:p>
        </p:txBody>
      </p:sp>
      <p:sp>
        <p:nvSpPr>
          <p:cNvPr id="4" name="Footer Placeholder 7">
            <a:extLst>
              <a:ext uri="{FF2B5EF4-FFF2-40B4-BE49-F238E27FC236}">
                <a16:creationId xmlns:a16="http://schemas.microsoft.com/office/drawing/2014/main" id="{E9381997-6575-0783-474F-C32DDFC7087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46E98FBF-E1B2-21DB-25F8-9520A30B77F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05C65A7-7931-44D0-90D0-3AE456D345FD}" type="slidenum">
              <a:t>‹#›</a:t>
            </a:fld>
            <a:endParaRPr lang="en-US"/>
          </a:p>
        </p:txBody>
      </p:sp>
    </p:spTree>
    <p:extLst>
      <p:ext uri="{BB962C8B-B14F-4D97-AF65-F5344CB8AC3E}">
        <p14:creationId xmlns:p14="http://schemas.microsoft.com/office/powerpoint/2010/main" val="1670051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One column with 1/3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7260DF5C-D5A6-5E8C-948C-02F014765803}"/>
              </a:ext>
            </a:extLst>
          </p:cNvPr>
          <p:cNvSpPr txBox="1">
            <a:spLocks noGrp="1"/>
          </p:cNvSpPr>
          <p:nvPr>
            <p:ph idx="4294967295"/>
          </p:nvPr>
        </p:nvSpPr>
        <p:spPr>
          <a:xfrm>
            <a:off x="457200" y="1508394"/>
            <a:ext cx="5425446" cy="2815958"/>
          </a:xfrm>
        </p:spPr>
        <p:txBody>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B3C9218F-F33F-6A43-3950-D4F7A6439C55}"/>
              </a:ext>
            </a:extLst>
          </p:cNvPr>
          <p:cNvSpPr txBox="1">
            <a:spLocks noGrp="1"/>
          </p:cNvSpPr>
          <p:nvPr>
            <p:ph idx="4294967295"/>
          </p:nvPr>
        </p:nvSpPr>
        <p:spPr>
          <a:xfrm>
            <a:off x="6098398" y="0"/>
            <a:ext cx="3045601" cy="5143499"/>
          </a:xfrm>
          <a:solidFill>
            <a:srgbClr val="D9D9D9">
              <a:alpha val="20000"/>
            </a:srgbClr>
          </a:solidFill>
        </p:spPr>
        <p:txBody>
          <a:bodyPr lIns="251999" tIns="251999" rIns="251999" bIns="251999"/>
          <a:lstStyle>
            <a:lvl1pPr>
              <a:defRPr lang="en-US" sz="1050"/>
            </a:lvl1pPr>
          </a:lstStyle>
          <a:p>
            <a:pPr lvl="0"/>
            <a:r>
              <a:rPr lang="en-US"/>
              <a:t>Click to edit master text styles</a:t>
            </a:r>
          </a:p>
        </p:txBody>
      </p:sp>
      <p:sp>
        <p:nvSpPr>
          <p:cNvPr id="4" name="Footer Placeholder 3">
            <a:extLst>
              <a:ext uri="{FF2B5EF4-FFF2-40B4-BE49-F238E27FC236}">
                <a16:creationId xmlns:a16="http://schemas.microsoft.com/office/drawing/2014/main" id="{06E57A2E-85D4-6992-2BB6-92DFD8B8871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4">
            <a:extLst>
              <a:ext uri="{FF2B5EF4-FFF2-40B4-BE49-F238E27FC236}">
                <a16:creationId xmlns:a16="http://schemas.microsoft.com/office/drawing/2014/main" id="{E8D85ED8-D478-F7BB-2592-4A6E06CFEFC3}"/>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81F187B-41BD-4260-A4AC-75142A5CFC09}" type="slidenum">
              <a:t>‹#›</a:t>
            </a:fld>
            <a:endParaRPr lang="en-US"/>
          </a:p>
        </p:txBody>
      </p:sp>
    </p:spTree>
    <p:extLst>
      <p:ext uri="{BB962C8B-B14F-4D97-AF65-F5344CB8AC3E}">
        <p14:creationId xmlns:p14="http://schemas.microsoft.com/office/powerpoint/2010/main" val="3606739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8788C1E0-0B16-FFA3-02C8-780F939618F9}"/>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6">
            <a:extLst>
              <a:ext uri="{FF2B5EF4-FFF2-40B4-BE49-F238E27FC236}">
                <a16:creationId xmlns:a16="http://schemas.microsoft.com/office/drawing/2014/main" id="{DF97390B-6CF1-BEE5-0C0C-9D2AC576F80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7C7D855-4D78-4D07-A3E8-3EE8B10E4AE9}" type="slidenum">
              <a:t>‹#›</a:t>
            </a:fld>
            <a:endParaRPr lang="en-US"/>
          </a:p>
        </p:txBody>
      </p:sp>
    </p:spTree>
    <p:extLst>
      <p:ext uri="{BB962C8B-B14F-4D97-AF65-F5344CB8AC3E}">
        <p14:creationId xmlns:p14="http://schemas.microsoft.com/office/powerpoint/2010/main" val="18007643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genda slide with sketches">
    <p:spTree>
      <p:nvGrpSpPr>
        <p:cNvPr id="1" name=""/>
        <p:cNvGrpSpPr/>
        <p:nvPr/>
      </p:nvGrpSpPr>
      <p:grpSpPr>
        <a:xfrm>
          <a:off x="0" y="0"/>
          <a:ext cx="0" cy="0"/>
          <a:chOff x="0" y="0"/>
          <a:chExt cx="0" cy="0"/>
        </a:xfrm>
      </p:grpSpPr>
      <p:sp>
        <p:nvSpPr>
          <p:cNvPr id="2" name="Agenda placeholder">
            <a:extLst>
              <a:ext uri="{FF2B5EF4-FFF2-40B4-BE49-F238E27FC236}">
                <a16:creationId xmlns:a16="http://schemas.microsoft.com/office/drawing/2014/main" id="{056A7164-DDE3-9BE0-C2AE-65D2F2EE385A}"/>
              </a:ext>
            </a:extLst>
          </p:cNvPr>
          <p:cNvSpPr txBox="1">
            <a:spLocks noGrp="1"/>
          </p:cNvSpPr>
          <p:nvPr>
            <p:ph idx="4294967295"/>
          </p:nvPr>
        </p:nvSpPr>
        <p:spPr>
          <a:xfrm>
            <a:off x="457200" y="1504946"/>
            <a:ext cx="8229600" cy="2819396"/>
          </a:xfrm>
        </p:spPr>
        <p:txBody>
          <a:bodyPr/>
          <a:lstStyle>
            <a:lvl1pPr marL="342900" indent="-342900">
              <a:buClr>
                <a:srgbClr val="009530"/>
              </a:buClr>
              <a:buSzPct val="100000"/>
              <a:buFont typeface="Poppins"/>
              <a:buAutoNum type="arabicPeriod"/>
              <a:defRPr lang="en-US"/>
            </a:lvl1pPr>
            <a:lvl2pPr marL="342900" lvl="0" indent="-342900" defTabSz="457181">
              <a:buFont typeface="Poppins"/>
              <a:buAutoNum type="arabicPeriod"/>
              <a:defRPr lang="en-US"/>
            </a:lvl2pPr>
          </a:lstStyle>
          <a:p>
            <a:pPr lvl="0"/>
            <a:r>
              <a:rPr lang="en-US"/>
              <a:t>Click to edit master text styles</a:t>
            </a:r>
          </a:p>
          <a:p>
            <a:pPr lvl="0"/>
            <a:endParaRPr lang="en-US"/>
          </a:p>
        </p:txBody>
      </p:sp>
      <p:sp>
        <p:nvSpPr>
          <p:cNvPr id="3" name="Footer Placeholder 6">
            <a:extLst>
              <a:ext uri="{FF2B5EF4-FFF2-40B4-BE49-F238E27FC236}">
                <a16:creationId xmlns:a16="http://schemas.microsoft.com/office/drawing/2014/main" id="{06CEE422-9BAD-1B08-193A-A4A8A2C07C02}"/>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7">
            <a:extLst>
              <a:ext uri="{FF2B5EF4-FFF2-40B4-BE49-F238E27FC236}">
                <a16:creationId xmlns:a16="http://schemas.microsoft.com/office/drawing/2014/main" id="{2EA40830-D128-F1E9-C131-CF1E580A7DEC}"/>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F63FC2D-D91A-41FC-9657-62844B1DA121}" type="slidenum">
              <a:t>‹#›</a:t>
            </a:fld>
            <a:endParaRPr lang="en-US"/>
          </a:p>
        </p:txBody>
      </p:sp>
    </p:spTree>
    <p:extLst>
      <p:ext uri="{BB962C8B-B14F-4D97-AF65-F5344CB8AC3E}">
        <p14:creationId xmlns:p14="http://schemas.microsoft.com/office/powerpoint/2010/main" val="76976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break with subhead">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0E00C539-2ED4-371B-3EE3-1C3CB4CEFF0F}"/>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2D503372-7510-EEDB-E4F9-8A1019B5A30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5F235DC3-6485-4B88-9CEE-9E8C4F89F61B}" type="slidenum">
              <a:t>‹#›</a:t>
            </a:fld>
            <a:endParaRPr lang="en-US"/>
          </a:p>
        </p:txBody>
      </p:sp>
    </p:spTree>
    <p:extLst>
      <p:ext uri="{BB962C8B-B14F-4D97-AF65-F5344CB8AC3E}">
        <p14:creationId xmlns:p14="http://schemas.microsoft.com/office/powerpoint/2010/main" val="40570187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break for longer copy">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F443F653-E1D7-2D1C-3516-6E634BAABC7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7C623A17-2A79-4A42-854F-F46DF73858B5}" type="slidenum">
              <a:t>‹#›</a:t>
            </a:fld>
            <a:endParaRPr lang="en-US"/>
          </a:p>
        </p:txBody>
      </p:sp>
    </p:spTree>
    <p:extLst>
      <p:ext uri="{BB962C8B-B14F-4D97-AF65-F5344CB8AC3E}">
        <p14:creationId xmlns:p14="http://schemas.microsoft.com/office/powerpoint/2010/main" val="5507982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break for longer copy with image">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A1CF8C8D-2C00-97A7-B6E3-54EE150109BD}"/>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F2E6C74E-067A-767A-EB2C-AE23B19BAB9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B887BAA-45C0-4B7B-8D34-6E445A366ED6}" type="slidenum">
              <a:t>‹#›</a:t>
            </a:fld>
            <a:endParaRPr lang="en-US"/>
          </a:p>
        </p:txBody>
      </p:sp>
    </p:spTree>
    <p:extLst>
      <p:ext uri="{BB962C8B-B14F-4D97-AF65-F5344CB8AC3E}">
        <p14:creationId xmlns:p14="http://schemas.microsoft.com/office/powerpoint/2010/main" val="640172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break for longer copy with sketches">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FDD10129-E465-83CE-D2A9-8C63AB5BC51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5">
            <a:extLst>
              <a:ext uri="{FF2B5EF4-FFF2-40B4-BE49-F238E27FC236}">
                <a16:creationId xmlns:a16="http://schemas.microsoft.com/office/drawing/2014/main" id="{DC1CBBB6-AAF3-6D16-E564-35450C23DBF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1A35811-E4DF-49B8-9637-3F29E5CBBB90}" type="slidenum">
              <a:t>‹#›</a:t>
            </a:fld>
            <a:endParaRPr lang="en-US"/>
          </a:p>
        </p:txBody>
      </p:sp>
    </p:spTree>
    <p:extLst>
      <p:ext uri="{BB962C8B-B14F-4D97-AF65-F5344CB8AC3E}">
        <p14:creationId xmlns:p14="http://schemas.microsoft.com/office/powerpoint/2010/main" val="2374321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Advancing Energy Tech slide">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472D61C3-7C20-460C-2126-53008657582B}"/>
              </a:ext>
            </a:extLst>
          </p:cNvPr>
          <p:cNvSpPr txBox="1"/>
          <p:nvPr/>
        </p:nvSpPr>
        <p:spPr>
          <a:xfrm>
            <a:off x="1630110" y="2233742"/>
            <a:ext cx="5883779" cy="615555"/>
          </a:xfrm>
          <a:prstGeom prst="rect">
            <a:avLst/>
          </a:prstGeom>
          <a:noFill/>
          <a:ln cap="flat">
            <a:noFill/>
          </a:ln>
          <a:effectLst>
            <a:outerShdw dist="22997" dir="5400000" algn="tl">
              <a:srgbClr val="000000">
                <a:alpha val="35000"/>
              </a:srgbClr>
            </a:outerShdw>
          </a:effectLst>
        </p:spPr>
        <p:txBody>
          <a:bodyPr vert="horz" wrap="square" lIns="91440" tIns="45720" rIns="91440" bIns="45720" anchor="t" anchorCtr="1" compatLnSpc="1">
            <a:sp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A2F24"/>
                </a:solidFill>
                <a:uFillTx/>
                <a:latin typeface="Poppins"/>
                <a:cs typeface="Arial"/>
              </a:rPr>
              <a:t>Advancing Energy Tech</a:t>
            </a:r>
          </a:p>
        </p:txBody>
      </p:sp>
      <p:sp>
        <p:nvSpPr>
          <p:cNvPr id="3" name="Footer Placeholder 3">
            <a:extLst>
              <a:ext uri="{FF2B5EF4-FFF2-40B4-BE49-F238E27FC236}">
                <a16:creationId xmlns:a16="http://schemas.microsoft.com/office/drawing/2014/main" id="{CECDD05A-7229-055C-665F-4E088FAB44B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6">
            <a:extLst>
              <a:ext uri="{FF2B5EF4-FFF2-40B4-BE49-F238E27FC236}">
                <a16:creationId xmlns:a16="http://schemas.microsoft.com/office/drawing/2014/main" id="{343D5E64-95DD-7F53-5F9A-75A868FAAA3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AC2078D-15A2-44CC-A34B-95EF7A6BAFEA}" type="slidenum">
              <a:t>‹#›</a:t>
            </a:fld>
            <a:endParaRPr lang="en-US"/>
          </a:p>
        </p:txBody>
      </p:sp>
    </p:spTree>
    <p:extLst>
      <p:ext uri="{BB962C8B-B14F-4D97-AF65-F5344CB8AC3E}">
        <p14:creationId xmlns:p14="http://schemas.microsoft.com/office/powerpoint/2010/main" val="1667770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losing slide">
    <p:bg>
      <p:bgPr>
        <a:solidFill>
          <a:srgbClr val="FFFFFF"/>
        </a:solidFill>
        <a:effectLst/>
      </p:bgPr>
    </p:bg>
    <p:spTree>
      <p:nvGrpSpPr>
        <p:cNvPr id="1" name=""/>
        <p:cNvGrpSpPr/>
        <p:nvPr/>
      </p:nvGrpSpPr>
      <p:grpSpPr>
        <a:xfrm>
          <a:off x="0" y="0"/>
          <a:ext cx="0" cy="0"/>
          <a:chOff x="0" y="0"/>
          <a:chExt cx="0" cy="0"/>
        </a:xfrm>
      </p:grpSpPr>
      <p:pic>
        <p:nvPicPr>
          <p:cNvPr id="2" name="facebook icon" descr="Facebook icon">
            <a:hlinkClick r:id="rId2"/>
            <a:extLst>
              <a:ext uri="{FF2B5EF4-FFF2-40B4-BE49-F238E27FC236}">
                <a16:creationId xmlns:a16="http://schemas.microsoft.com/office/drawing/2014/main" id="{ADF90CD1-F89E-F859-7400-D9473AD544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3172" y="4217276"/>
            <a:ext cx="201433" cy="201442"/>
          </a:xfrm>
          <a:prstGeom prst="rect">
            <a:avLst/>
          </a:prstGeom>
          <a:noFill/>
          <a:ln cap="flat">
            <a:noFill/>
          </a:ln>
          <a:effectLst>
            <a:outerShdw dist="22997" dir="5400000" algn="tl">
              <a:srgbClr val="000000">
                <a:alpha val="35000"/>
              </a:srgbClr>
            </a:outerShdw>
          </a:effectLst>
        </p:spPr>
      </p:pic>
      <p:pic>
        <p:nvPicPr>
          <p:cNvPr id="3" name="Linkedin icon" descr="LinkedIn icon">
            <a:hlinkClick r:id="rId4"/>
            <a:extLst>
              <a:ext uri="{FF2B5EF4-FFF2-40B4-BE49-F238E27FC236}">
                <a16:creationId xmlns:a16="http://schemas.microsoft.com/office/drawing/2014/main" id="{D67CECEF-E941-167C-88AE-24AC03C16AC8}"/>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7290127" y="4232775"/>
            <a:ext cx="201433" cy="170444"/>
          </a:xfrm>
          <a:prstGeom prst="rect">
            <a:avLst/>
          </a:prstGeom>
          <a:noFill/>
          <a:ln cap="flat">
            <a:noFill/>
          </a:ln>
          <a:effectLst>
            <a:outerShdw dist="22997" dir="5400000" algn="tl">
              <a:srgbClr val="000000">
                <a:alpha val="35000"/>
              </a:srgbClr>
            </a:outerShdw>
          </a:effectLst>
        </p:spPr>
      </p:pic>
      <p:pic>
        <p:nvPicPr>
          <p:cNvPr id="4" name="YouTube icon" descr="YouTube icon">
            <a:hlinkClick r:id="rId6"/>
            <a:extLst>
              <a:ext uri="{FF2B5EF4-FFF2-40B4-BE49-F238E27FC236}">
                <a16:creationId xmlns:a16="http://schemas.microsoft.com/office/drawing/2014/main" id="{B05C493B-D004-6011-2120-A3AA224C160C}"/>
              </a:ext>
            </a:extLst>
          </p:cNvPr>
          <p:cNvPicPr>
            <a:picLocks noChangeAspect="1"/>
          </p:cNvPicPr>
          <p:nvPr/>
        </p:nvPicPr>
        <p:blipFill>
          <a:blip>
            <a:extLst>
              <a:ext uri="{96DAC541-7B7A-43D3-8B79-37D633B846F1}">
                <asvg:svgBlip xmlns:asvg="http://schemas.microsoft.com/office/drawing/2016/SVG/main" r:embed="rId7"/>
              </a:ext>
            </a:extLst>
          </a:blip>
          <a:srcRect/>
          <a:stretch>
            <a:fillRect/>
          </a:stretch>
        </p:blipFill>
        <p:spPr>
          <a:xfrm>
            <a:off x="7597091" y="4242029"/>
            <a:ext cx="221577" cy="151945"/>
          </a:xfrm>
          <a:prstGeom prst="rect">
            <a:avLst/>
          </a:prstGeom>
          <a:noFill/>
          <a:ln cap="flat">
            <a:noFill/>
          </a:ln>
          <a:effectLst>
            <a:outerShdw dist="22997" dir="5400000" algn="tl">
              <a:srgbClr val="000000">
                <a:alpha val="35000"/>
              </a:srgbClr>
            </a:outerShdw>
          </a:effectLst>
        </p:spPr>
      </p:pic>
      <p:pic>
        <p:nvPicPr>
          <p:cNvPr id="5" name="X icon" descr="Twitter/X icon">
            <a:hlinkClick r:id="rId8"/>
            <a:extLst>
              <a:ext uri="{FF2B5EF4-FFF2-40B4-BE49-F238E27FC236}">
                <a16:creationId xmlns:a16="http://schemas.microsoft.com/office/drawing/2014/main" id="{C66DB87C-1695-6459-D81D-FE0560A4DBCB}"/>
              </a:ext>
            </a:extLst>
          </p:cNvPr>
          <p:cNvPicPr>
            <a:picLocks noChangeAspect="1"/>
          </p:cNvPicPr>
          <p:nvPr/>
        </p:nvPicPr>
        <p:blipFill>
          <a:blip>
            <a:extLst>
              <a:ext uri="{96DAC541-7B7A-43D3-8B79-37D633B846F1}">
                <asvg:svgBlip xmlns:asvg="http://schemas.microsoft.com/office/drawing/2016/SVG/main" r:embed="rId9"/>
              </a:ext>
            </a:extLst>
          </a:blip>
          <a:srcRect/>
          <a:stretch>
            <a:fillRect/>
          </a:stretch>
        </p:blipFill>
        <p:spPr>
          <a:xfrm>
            <a:off x="7926202" y="4226073"/>
            <a:ext cx="179853" cy="183849"/>
          </a:xfrm>
          <a:prstGeom prst="rect">
            <a:avLst/>
          </a:prstGeom>
          <a:noFill/>
          <a:ln cap="flat">
            <a:noFill/>
          </a:ln>
          <a:effectLst>
            <a:outerShdw dist="22997" dir="5400000" algn="tl">
              <a:srgbClr val="000000">
                <a:alpha val="35000"/>
              </a:srgbClr>
            </a:outerShdw>
          </a:effectLst>
        </p:spPr>
      </p:pic>
      <p:pic>
        <p:nvPicPr>
          <p:cNvPr id="6" name="Instagram icon" descr="Instagram icon">
            <a:hlinkClick r:id="rId10"/>
            <a:extLst>
              <a:ext uri="{FF2B5EF4-FFF2-40B4-BE49-F238E27FC236}">
                <a16:creationId xmlns:a16="http://schemas.microsoft.com/office/drawing/2014/main" id="{4AF77FA5-87C4-6B53-FDDF-71D62E52B48A}"/>
              </a:ext>
            </a:extLst>
          </p:cNvPr>
          <p:cNvPicPr>
            <a:picLocks noChangeAspect="1"/>
          </p:cNvPicPr>
          <p:nvPr/>
        </p:nvPicPr>
        <p:blipFill>
          <a:blip>
            <a:extLst>
              <a:ext uri="{96DAC541-7B7A-43D3-8B79-37D633B846F1}">
                <asvg:svgBlip xmlns:asvg="http://schemas.microsoft.com/office/drawing/2016/SVG/main" r:embed="rId11"/>
              </a:ext>
            </a:extLst>
          </a:blip>
          <a:srcRect/>
          <a:stretch>
            <a:fillRect/>
          </a:stretch>
        </p:blipFill>
        <p:spPr>
          <a:xfrm>
            <a:off x="8213579" y="4226073"/>
            <a:ext cx="183849" cy="183849"/>
          </a:xfrm>
          <a:prstGeom prst="rect">
            <a:avLst/>
          </a:prstGeom>
          <a:noFill/>
          <a:ln cap="flat">
            <a:noFill/>
          </a:ln>
          <a:effectLst>
            <a:outerShdw dist="22997" dir="5400000" algn="tl">
              <a:srgbClr val="000000">
                <a:alpha val="35000"/>
              </a:srgbClr>
            </a:outerShdw>
          </a:effectLst>
        </p:spPr>
      </p:pic>
      <p:pic>
        <p:nvPicPr>
          <p:cNvPr id="7" name="SE blog icon" descr="SE Blog icon&#10;">
            <a:hlinkClick r:id="rId12"/>
            <a:extLst>
              <a:ext uri="{FF2B5EF4-FFF2-40B4-BE49-F238E27FC236}">
                <a16:creationId xmlns:a16="http://schemas.microsoft.com/office/drawing/2014/main" id="{2085E411-5799-840D-B9BA-174317362358}"/>
              </a:ext>
            </a:extLst>
          </p:cNvPr>
          <p:cNvPicPr>
            <a:picLocks noChangeAspect="1"/>
          </p:cNvPicPr>
          <p:nvPr/>
        </p:nvPicPr>
        <p:blipFill>
          <a:blip>
            <a:extLst>
              <a:ext uri="{96DAC541-7B7A-43D3-8B79-37D633B846F1}">
                <asvg:svgBlip xmlns:asvg="http://schemas.microsoft.com/office/drawing/2016/SVG/main" r:embed="rId13"/>
              </a:ext>
            </a:extLst>
          </a:blip>
          <a:srcRect/>
          <a:stretch>
            <a:fillRect/>
          </a:stretch>
        </p:blipFill>
        <p:spPr>
          <a:xfrm>
            <a:off x="8502950" y="4226073"/>
            <a:ext cx="183849" cy="183849"/>
          </a:xfrm>
          <a:prstGeom prst="rect">
            <a:avLst/>
          </a:prstGeom>
          <a:noFill/>
          <a:ln cap="flat">
            <a:noFill/>
          </a:ln>
          <a:effectLst>
            <a:outerShdw dist="22997" dir="5400000" algn="tl">
              <a:srgbClr val="000000">
                <a:alpha val="35000"/>
              </a:srgbClr>
            </a:outerShdw>
          </a:effectLst>
        </p:spPr>
      </p:pic>
      <p:sp>
        <p:nvSpPr>
          <p:cNvPr id="8" name="Rectangle 1">
            <a:extLst>
              <a:ext uri="{FF2B5EF4-FFF2-40B4-BE49-F238E27FC236}">
                <a16:creationId xmlns:a16="http://schemas.microsoft.com/office/drawing/2014/main" id="{917ED28F-7EFF-E0D2-6BB3-F029EC45F070}"/>
              </a:ext>
              <a:ext uri="{C183D7F6-B498-43B3-948B-1728B52AA6E4}">
                <adec:decorative xmlns:adec="http://schemas.microsoft.com/office/drawing/2017/decorative" val="1"/>
              </a:ext>
            </a:extLst>
          </p:cNvPr>
          <p:cNvSpPr/>
          <p:nvPr/>
        </p:nvSpPr>
        <p:spPr>
          <a:xfrm>
            <a:off x="7491569" y="4533439"/>
            <a:ext cx="1652430" cy="610060"/>
          </a:xfrm>
          <a:prstGeom prst="rect">
            <a:avLst/>
          </a:prstGeom>
          <a:solidFill>
            <a:srgbClr val="FFFFFF"/>
          </a:solidFill>
          <a:ln cap="flat">
            <a:noFill/>
            <a:prstDash val="solid"/>
          </a:ln>
          <a:effectLst>
            <a:outerShdw dist="22997" dir="5400000" algn="tl">
              <a:srgbClr val="000000">
                <a:alpha val="35000"/>
              </a:srgbClr>
            </a:outerShdw>
          </a:effectLst>
        </p:spPr>
        <p:txBody>
          <a:bodyPr vert="horz" wrap="square" lIns="91440" tIns="45720" rIns="91440" bIns="45720" anchor="ctr" anchorCtr="1" compatLnSpc="1">
            <a:no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pic>
        <p:nvPicPr>
          <p:cNvPr id="9" name="Graphic 5">
            <a:extLst>
              <a:ext uri="{FF2B5EF4-FFF2-40B4-BE49-F238E27FC236}">
                <a16:creationId xmlns:a16="http://schemas.microsoft.com/office/drawing/2014/main" id="{5C34BE9B-DF12-DC5B-5585-0A908C3414B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rcRect/>
          <a:stretch>
            <a:fillRect/>
          </a:stretch>
        </p:blipFill>
        <p:spPr>
          <a:xfrm>
            <a:off x="3291117" y="2192228"/>
            <a:ext cx="2561773" cy="75904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324017516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lide simple">
    <p:bg>
      <p:bgPr>
        <a:solidFill>
          <a:srgbClr val="E7FFD9"/>
        </a:solidFill>
        <a:effectLst/>
      </p:bgPr>
    </p:bg>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2B72BB43-C3A2-B7E2-F7B7-DC37A060D067}"/>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C646E59D-A2A2-3F0D-28A5-F0603F5D7A4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3">
            <a:extLst>
              <a:ext uri="{FF2B5EF4-FFF2-40B4-BE49-F238E27FC236}">
                <a16:creationId xmlns:a16="http://schemas.microsoft.com/office/drawing/2014/main" id="{88F03EAF-5E16-C702-575D-F69696DE21B2}"/>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97325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One column">
    <p:bg>
      <p:bgPr>
        <a:solidFill>
          <a:srgbClr val="E7FFD9"/>
        </a:solidFill>
        <a:effectLst/>
      </p:bgPr>
    </p:bg>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DA15EF34-6568-85EB-FF8E-9CFBA9F263EC}"/>
              </a:ext>
            </a:extLst>
          </p:cNvPr>
          <p:cNvSpPr txBox="1">
            <a:spLocks noGrp="1"/>
          </p:cNvSpPr>
          <p:nvPr>
            <p:ph type="title"/>
          </p:nvPr>
        </p:nvSpPr>
        <p:spPr/>
        <p:txBody>
          <a:bodyPr/>
          <a:lstStyle>
            <a:lvl1pPr>
              <a:defRPr/>
            </a:lvl1pPr>
          </a:lstStyle>
          <a:p>
            <a:pPr lvl="0"/>
            <a:r>
              <a:rPr lang="en-US"/>
              <a:t>Click to edit master title style</a:t>
            </a:r>
          </a:p>
        </p:txBody>
      </p:sp>
      <p:sp>
        <p:nvSpPr>
          <p:cNvPr id="3" name="Subhead placeholder">
            <a:extLst>
              <a:ext uri="{FF2B5EF4-FFF2-40B4-BE49-F238E27FC236}">
                <a16:creationId xmlns:a16="http://schemas.microsoft.com/office/drawing/2014/main" id="{3DC458CF-753D-1278-9E95-867C5C097EFC}"/>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4" name="Content Placeholder 4">
            <a:extLst>
              <a:ext uri="{FF2B5EF4-FFF2-40B4-BE49-F238E27FC236}">
                <a16:creationId xmlns:a16="http://schemas.microsoft.com/office/drawing/2014/main" id="{6189A655-C1E7-1D96-D470-D563CCFA0979}"/>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21833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One column two line headline">
    <p:bg>
      <p:bgPr>
        <a:solidFill>
          <a:srgbClr val="E7FFD9"/>
        </a:solidFill>
        <a:effectLst/>
      </p:bgPr>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4042D811-2B3A-CF1C-9908-11E9201F7B20}"/>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1812ADEA-B680-1921-CDB3-08BADFA324B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B7E89585-6757-364F-ECE2-E1AED97A2AB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70FBFEA0-6AA9-4D76-B921-D08E74050766}" type="slidenum">
              <a:t>‹#›</a:t>
            </a:fld>
            <a:endParaRPr lang="en-US"/>
          </a:p>
        </p:txBody>
      </p:sp>
    </p:spTree>
    <p:extLst>
      <p:ext uri="{BB962C8B-B14F-4D97-AF65-F5344CB8AC3E}">
        <p14:creationId xmlns:p14="http://schemas.microsoft.com/office/powerpoint/2010/main" val="32129623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lide Offer comm">
    <p:bg>
      <p:bgPr>
        <a:solidFill>
          <a:srgbClr val="E7FFD9"/>
        </a:solidFill>
        <a:effectLst/>
      </p:bgPr>
    </p:bg>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D68C7098-6C66-2A20-764A-136C973E63AE}"/>
              </a:ext>
            </a:extLst>
          </p:cNvPr>
          <p:cNvSpPr txBox="1">
            <a:spLocks noGrp="1"/>
          </p:cNvSpPr>
          <p:nvPr>
            <p:ph type="body" idx="4294967295"/>
          </p:nvPr>
        </p:nvSpPr>
        <p:spPr>
          <a:xfrm>
            <a:off x="457200" y="4108902"/>
            <a:ext cx="4114800"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2FC213CE-1892-0851-0A47-B4BF65BCBEA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Picture Placeholder 11">
            <a:extLst>
              <a:ext uri="{FF2B5EF4-FFF2-40B4-BE49-F238E27FC236}">
                <a16:creationId xmlns:a16="http://schemas.microsoft.com/office/drawing/2014/main" id="{2809D2C6-247E-1DC6-A7CD-B4B887623C00}"/>
              </a:ext>
              <a:ext uri="{C183D7F6-B498-43B3-948B-1728B52AA6E4}">
                <adec:decorative xmlns:adec="http://schemas.microsoft.com/office/drawing/2017/decorative" val="1"/>
              </a:ext>
            </a:extLst>
          </p:cNvPr>
          <p:cNvSpPr txBox="1">
            <a:spLocks noGrp="1"/>
          </p:cNvSpPr>
          <p:nvPr>
            <p:ph type="pic" idx="4294967295"/>
          </p:nvPr>
        </p:nvSpPr>
        <p:spPr>
          <a:xfrm>
            <a:off x="4873880" y="1728216"/>
            <a:ext cx="3438015" cy="1416625"/>
          </a:xfrm>
        </p:spPr>
        <p:txBody>
          <a:bodyPr/>
          <a:lstStyle>
            <a:lvl1pPr>
              <a:defRPr/>
            </a:lvl1pPr>
          </a:lstStyle>
          <a:p>
            <a:pPr lvl="0"/>
            <a:r>
              <a:rPr lang="en-US"/>
              <a:t>Click icon to add picture</a:t>
            </a:r>
          </a:p>
        </p:txBody>
      </p:sp>
      <p:sp>
        <p:nvSpPr>
          <p:cNvPr id="5" name="Graphic 2">
            <a:extLst>
              <a:ext uri="{FF2B5EF4-FFF2-40B4-BE49-F238E27FC236}">
                <a16:creationId xmlns:a16="http://schemas.microsoft.com/office/drawing/2014/main" id="{F6C7EA8C-6493-254A-4DE4-43D0C29BAB80}"/>
              </a:ext>
              <a:ext uri="{C183D7F6-B498-43B3-948B-1728B52AA6E4}">
                <adec:decorative xmlns:adec="http://schemas.microsoft.com/office/drawing/2017/decorative" val="1"/>
              </a:ext>
            </a:extLst>
          </p:cNvPr>
          <p:cNvSpPr/>
          <p:nvPr/>
        </p:nvSpPr>
        <p:spPr>
          <a:xfrm>
            <a:off x="5026575" y="870216"/>
            <a:ext cx="3132624" cy="3132624"/>
          </a:xfrm>
          <a:custGeom>
            <a:avLst/>
            <a:gdLst>
              <a:gd name="f0" fmla="val 10800000"/>
              <a:gd name="f1" fmla="val 5400000"/>
              <a:gd name="f2" fmla="val 180"/>
              <a:gd name="f3" fmla="val w"/>
              <a:gd name="f4" fmla="val h"/>
              <a:gd name="f5" fmla="val 0"/>
              <a:gd name="f6" fmla="val 3132626"/>
              <a:gd name="f7" fmla="val 254154"/>
              <a:gd name="f8" fmla="val 2878473"/>
              <a:gd name="f9" fmla="val 726348"/>
              <a:gd name="f10" fmla="val 3350667"/>
              <a:gd name="f11" fmla="val 1696598"/>
              <a:gd name="f12" fmla="val 3145994"/>
              <a:gd name="f13" fmla="val 2421296"/>
              <a:gd name="f14" fmla="val 2406279"/>
              <a:gd name="f15" fmla="+- 0 0 218040"/>
              <a:gd name="f16" fmla="val 1436029"/>
              <a:gd name="f17" fmla="+- 0 0 13367"/>
              <a:gd name="f18" fmla="val 711331"/>
              <a:gd name="f19" fmla="+- 0 0 -90"/>
              <a:gd name="f20" fmla="*/ f3 1 3132626"/>
              <a:gd name="f21" fmla="*/ f4 1 3132626"/>
              <a:gd name="f22" fmla="+- f6 0 f5"/>
              <a:gd name="f23" fmla="*/ f19 f0 1"/>
              <a:gd name="f24" fmla="*/ f22 1 3132626"/>
              <a:gd name="f25" fmla="*/ 254154 f22 1"/>
              <a:gd name="f26" fmla="*/ 2878473 f22 1"/>
              <a:gd name="f27" fmla="*/ 2421296 f22 1"/>
              <a:gd name="f28" fmla="*/ 711331 f22 1"/>
              <a:gd name="f29" fmla="*/ f23 1 f2"/>
              <a:gd name="f30" fmla="*/ f25 1 3132626"/>
              <a:gd name="f31" fmla="*/ f26 1 3132626"/>
              <a:gd name="f32" fmla="*/ f27 1 3132626"/>
              <a:gd name="f33" fmla="*/ f28 1 3132626"/>
              <a:gd name="f34" fmla="*/ f5 1 f24"/>
              <a:gd name="f35" fmla="*/ f6 1 f24"/>
              <a:gd name="f36" fmla="+- f29 0 f1"/>
              <a:gd name="f37" fmla="*/ f30 1 f24"/>
              <a:gd name="f38" fmla="*/ f31 1 f24"/>
              <a:gd name="f39" fmla="*/ f32 1 f24"/>
              <a:gd name="f40" fmla="*/ f33 1 f24"/>
              <a:gd name="f41" fmla="*/ f34 f20 1"/>
              <a:gd name="f42" fmla="*/ f35 f20 1"/>
              <a:gd name="f43" fmla="*/ f35 f21 1"/>
              <a:gd name="f44" fmla="*/ f34 f21 1"/>
              <a:gd name="f45" fmla="*/ f37 f20 1"/>
              <a:gd name="f46" fmla="*/ f38 f21 1"/>
              <a:gd name="f47" fmla="*/ f39 f20 1"/>
              <a:gd name="f48" fmla="*/ f39 f21 1"/>
              <a:gd name="f49" fmla="*/ f38 f20 1"/>
              <a:gd name="f50" fmla="*/ f37 f21 1"/>
              <a:gd name="f51" fmla="*/ f40 f20 1"/>
              <a:gd name="f52" fmla="*/ f40 f21 1"/>
            </a:gdLst>
            <a:ahLst/>
            <a:cxnLst>
              <a:cxn ang="3cd4">
                <a:pos x="hc" y="t"/>
              </a:cxn>
              <a:cxn ang="0">
                <a:pos x="r" y="vc"/>
              </a:cxn>
              <a:cxn ang="cd4">
                <a:pos x="hc" y="b"/>
              </a:cxn>
              <a:cxn ang="cd2">
                <a:pos x="l" y="vc"/>
              </a:cxn>
              <a:cxn ang="f36">
                <a:pos x="f45" y="f46"/>
              </a:cxn>
              <a:cxn ang="f36">
                <a:pos x="f47" y="f48"/>
              </a:cxn>
              <a:cxn ang="f36">
                <a:pos x="f49" y="f50"/>
              </a:cxn>
              <a:cxn ang="f36">
                <a:pos x="f51" y="f52"/>
              </a:cxn>
              <a:cxn ang="f36">
                <a:pos x="f45" y="f46"/>
              </a:cxn>
            </a:cxnLst>
            <a:rect l="f41" t="f44" r="f42" b="f43"/>
            <a:pathLst>
              <a:path w="3132626" h="3132626">
                <a:moveTo>
                  <a:pt x="f7" y="f8"/>
                </a:moveTo>
                <a:cubicBezTo>
                  <a:pt x="f9" y="f10"/>
                  <a:pt x="f11" y="f12"/>
                  <a:pt x="f13" y="f13"/>
                </a:cubicBezTo>
                <a:cubicBezTo>
                  <a:pt x="f12" y="f11"/>
                  <a:pt x="f10" y="f9"/>
                  <a:pt x="f8" y="f7"/>
                </a:cubicBezTo>
                <a:cubicBezTo>
                  <a:pt x="f14" y="f15"/>
                  <a:pt x="f16" y="f17"/>
                  <a:pt x="f18" y="f18"/>
                </a:cubicBezTo>
                <a:cubicBezTo>
                  <a:pt x="f17" y="f16"/>
                  <a:pt x="f15" y="f14"/>
                  <a:pt x="f7" y="f8"/>
                </a:cubicBezTo>
              </a:path>
            </a:pathLst>
          </a:custGeom>
          <a:noFill/>
          <a:ln w="12060" cap="flat">
            <a:solidFill>
              <a:srgbClr val="5EFF59"/>
            </a:solidFill>
            <a:prstDash val="solid"/>
            <a:miter/>
          </a:ln>
          <a:effectLst>
            <a:outerShdw dist="22997" dir="5400000" algn="tl">
              <a:srgbClr val="000000">
                <a:alpha val="35000"/>
              </a:srgbClr>
            </a:outerShdw>
          </a:effectLst>
        </p:spPr>
        <p:txBody>
          <a:bodyPr vert="horz" wrap="square" lIns="91440" tIns="45720" rIns="91440" bIns="45720"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A2F24"/>
              </a:solidFill>
              <a:uFillTx/>
              <a:latin typeface="Poppins"/>
            </a:endParaRPr>
          </a:p>
        </p:txBody>
      </p:sp>
      <p:sp>
        <p:nvSpPr>
          <p:cNvPr id="6" name="Footer Placeholder 1">
            <a:extLst>
              <a:ext uri="{FF2B5EF4-FFF2-40B4-BE49-F238E27FC236}">
                <a16:creationId xmlns:a16="http://schemas.microsoft.com/office/drawing/2014/main" id="{B145974E-2672-F353-982D-59986E7B4999}"/>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33791239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lide with image">
    <p:bg>
      <p:bgPr>
        <a:solidFill>
          <a:srgbClr val="E7FFD9"/>
        </a:solidFill>
        <a:effectLst/>
      </p:bgPr>
    </p:bg>
    <p:spTree>
      <p:nvGrpSpPr>
        <p:cNvPr id="1" name=""/>
        <p:cNvGrpSpPr/>
        <p:nvPr/>
      </p:nvGrpSpPr>
      <p:grpSpPr>
        <a:xfrm>
          <a:off x="0" y="0"/>
          <a:ext cx="0" cy="0"/>
          <a:chOff x="0" y="0"/>
          <a:chExt cx="0" cy="0"/>
        </a:xfrm>
      </p:grpSpPr>
      <p:sp>
        <p:nvSpPr>
          <p:cNvPr id="2" name="Subtitle placeholder">
            <a:extLst>
              <a:ext uri="{FF2B5EF4-FFF2-40B4-BE49-F238E27FC236}">
                <a16:creationId xmlns:a16="http://schemas.microsoft.com/office/drawing/2014/main" id="{851F3EA8-8C6C-455C-1446-9FE495AA3AB3}"/>
              </a:ext>
            </a:extLst>
          </p:cNvPr>
          <p:cNvSpPr txBox="1">
            <a:spLocks noGrp="1"/>
          </p:cNvSpPr>
          <p:nvPr>
            <p:ph type="subTitle" idx="4294967295"/>
          </p:nvPr>
        </p:nvSpPr>
        <p:spPr>
          <a:xfrm>
            <a:off x="457200" y="3460482"/>
            <a:ext cx="8291514" cy="215441"/>
          </a:xfrm>
        </p:spPr>
        <p:txBody>
          <a:bodyPr/>
          <a:lstStyle>
            <a:lvl1pPr>
              <a:defRPr sz="1600"/>
            </a:lvl1pPr>
          </a:lstStyle>
          <a:p>
            <a:pPr lvl="0"/>
            <a:r>
              <a:rPr lang="en-US"/>
              <a:t>Click to edit optional subtitle</a:t>
            </a:r>
          </a:p>
        </p:txBody>
      </p:sp>
      <p:sp>
        <p:nvSpPr>
          <p:cNvPr id="3" name="Presenter and date">
            <a:extLst>
              <a:ext uri="{FF2B5EF4-FFF2-40B4-BE49-F238E27FC236}">
                <a16:creationId xmlns:a16="http://schemas.microsoft.com/office/drawing/2014/main" id="{14FC834D-49B9-9F54-4D9D-24D69F38E9B7}"/>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4" name="Picture 8">
            <a:extLst>
              <a:ext uri="{FF2B5EF4-FFF2-40B4-BE49-F238E27FC236}">
                <a16:creationId xmlns:a16="http://schemas.microsoft.com/office/drawing/2014/main" id="{EE38B3CA-0E22-D8E9-2BBD-B90C7E95DB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5" name="Footer Placeholder 2">
            <a:extLst>
              <a:ext uri="{FF2B5EF4-FFF2-40B4-BE49-F238E27FC236}">
                <a16:creationId xmlns:a16="http://schemas.microsoft.com/office/drawing/2014/main" id="{870499BB-4944-1DCB-8442-0AAE713FB49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1696434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One column with sketches">
    <p:bg>
      <p:bgPr>
        <a:solidFill>
          <a:srgbClr val="E7FFD9"/>
        </a:solidFill>
        <a:effectLst/>
      </p:bgPr>
    </p:bg>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23177D3D-F2DE-E329-FCC0-971C2DD8C154}"/>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Content Placeholder 4">
            <a:extLst>
              <a:ext uri="{FF2B5EF4-FFF2-40B4-BE49-F238E27FC236}">
                <a16:creationId xmlns:a16="http://schemas.microsoft.com/office/drawing/2014/main" id="{5D6ACE80-3F38-321A-4A2B-DDED536C7AB7}"/>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7FD7293F-58A2-65E5-E26E-239CD946DA59}"/>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BE22862A-531C-43F9-1DAA-7BD99BC03A2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06A929D-9282-44CF-A86C-B853846C5519}" type="slidenum">
              <a:t>‹#›</a:t>
            </a:fld>
            <a:endParaRPr lang="en-US"/>
          </a:p>
        </p:txBody>
      </p:sp>
    </p:spTree>
    <p:extLst>
      <p:ext uri="{BB962C8B-B14F-4D97-AF65-F5344CB8AC3E}">
        <p14:creationId xmlns:p14="http://schemas.microsoft.com/office/powerpoint/2010/main" val="13631765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slide with title">
    <p:bg>
      <p:bgPr>
        <a:solidFill>
          <a:srgbClr val="E7FFD9"/>
        </a:solidFill>
        <a:effectLst/>
      </p:bgPr>
    </p:bg>
    <p:spTree>
      <p:nvGrpSpPr>
        <p:cNvPr id="1" name=""/>
        <p:cNvGrpSpPr/>
        <p:nvPr/>
      </p:nvGrpSpPr>
      <p:grpSpPr>
        <a:xfrm>
          <a:off x="0" y="0"/>
          <a:ext cx="0" cy="0"/>
          <a:chOff x="0" y="0"/>
          <a:chExt cx="0" cy="0"/>
        </a:xfrm>
      </p:grpSpPr>
      <p:sp>
        <p:nvSpPr>
          <p:cNvPr id="2" name="Slide Number Placeholder 9">
            <a:extLst>
              <a:ext uri="{FF2B5EF4-FFF2-40B4-BE49-F238E27FC236}">
                <a16:creationId xmlns:a16="http://schemas.microsoft.com/office/drawing/2014/main" id="{94C73FF2-6ACC-BFB7-51AD-46F8D1B54A3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A14066F-4FA8-4675-99A5-18F84D0BDF0A}" type="slidenum">
              <a:t>‹#›</a:t>
            </a:fld>
            <a:endParaRPr lang="en-US"/>
          </a:p>
        </p:txBody>
      </p:sp>
    </p:spTree>
    <p:extLst>
      <p:ext uri="{BB962C8B-B14F-4D97-AF65-F5344CB8AC3E}">
        <p14:creationId xmlns:p14="http://schemas.microsoft.com/office/powerpoint/2010/main" val="29039563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slide">
    <p:bg>
      <p:bgPr>
        <a:solidFill>
          <a:srgbClr val="E7FFD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29908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One column 2/3 of slide">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4B9CA5A-2C1C-CE43-7C1E-6FEDDD7BFF0E}"/>
              </a:ext>
            </a:extLst>
          </p:cNvPr>
          <p:cNvSpPr txBox="1">
            <a:spLocks noGrp="1"/>
          </p:cNvSpPr>
          <p:nvPr>
            <p:ph idx="4294967295"/>
          </p:nvPr>
        </p:nvSpPr>
        <p:spPr>
          <a:xfrm>
            <a:off x="457200" y="1508394"/>
            <a:ext cx="5449622" cy="266714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76445079-237A-3A74-A7F8-C49541C8B76C}"/>
              </a:ext>
            </a:extLst>
          </p:cNvPr>
          <p:cNvSpPr txBox="1">
            <a:spLocks noGrp="1"/>
          </p:cNvSpPr>
          <p:nvPr>
            <p:ph type="body" idx="4294967295"/>
          </p:nvPr>
        </p:nvSpPr>
        <p:spPr>
          <a:xfrm>
            <a:off x="457200" y="4341808"/>
            <a:ext cx="5437186" cy="153984"/>
          </a:xfrm>
        </p:spPr>
        <p:txBody>
          <a:bodyPr/>
          <a:lstStyle>
            <a:lvl1pPr>
              <a:lnSpc>
                <a:spcPts val="1300"/>
              </a:lnSpc>
              <a:defRPr sz="1100"/>
            </a:lvl1pPr>
          </a:lstStyle>
          <a:p>
            <a:pPr lvl="0"/>
            <a:r>
              <a:rPr lang="en-US"/>
              <a:t>Click to edit Master text styles</a:t>
            </a:r>
          </a:p>
        </p:txBody>
      </p:sp>
      <p:sp>
        <p:nvSpPr>
          <p:cNvPr id="4" name="Footer Placeholder 7">
            <a:extLst>
              <a:ext uri="{FF2B5EF4-FFF2-40B4-BE49-F238E27FC236}">
                <a16:creationId xmlns:a16="http://schemas.microsoft.com/office/drawing/2014/main" id="{1075DD22-708A-05D2-5C10-2CC28135C97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8">
            <a:extLst>
              <a:ext uri="{FF2B5EF4-FFF2-40B4-BE49-F238E27FC236}">
                <a16:creationId xmlns:a16="http://schemas.microsoft.com/office/drawing/2014/main" id="{1340CF0C-8272-D459-24B7-36F903194C0D}"/>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388A24D-16E9-4318-B075-B41C2DCE0C19}" type="slidenum">
              <a:t>‹#›</a:t>
            </a:fld>
            <a:endParaRPr lang="en-US"/>
          </a:p>
        </p:txBody>
      </p:sp>
    </p:spTree>
    <p:extLst>
      <p:ext uri="{BB962C8B-B14F-4D97-AF65-F5344CB8AC3E}">
        <p14:creationId xmlns:p14="http://schemas.microsoft.com/office/powerpoint/2010/main" val="14635151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One column with callout">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E6204493-D3F4-CEB9-144B-3A8760C65F78}"/>
              </a:ext>
            </a:extLst>
          </p:cNvPr>
          <p:cNvSpPr txBox="1">
            <a:spLocks noGrp="1"/>
          </p:cNvSpPr>
          <p:nvPr>
            <p:ph idx="4294967295"/>
          </p:nvPr>
        </p:nvSpPr>
        <p:spPr>
          <a:xfrm>
            <a:off x="457200" y="1508394"/>
            <a:ext cx="544962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33EC2BA2-3D10-25A7-97B4-65000E2A897B}"/>
              </a:ext>
            </a:extLst>
          </p:cNvPr>
          <p:cNvSpPr txBox="1">
            <a:spLocks noGrp="1"/>
          </p:cNvSpPr>
          <p:nvPr>
            <p:ph idx="4294967295"/>
          </p:nvPr>
        </p:nvSpPr>
        <p:spPr>
          <a:xfrm>
            <a:off x="6202887" y="1508394"/>
            <a:ext cx="248391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3E65F7FF-E803-1263-B5B0-ED56CB964B1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C1200801-2441-03F4-992E-FB5A8BCF0E8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C7C02AE-87EA-4CC5-8F03-B16A94E9200E}" type="slidenum">
              <a:t>‹#›</a:t>
            </a:fld>
            <a:endParaRPr lang="en-US"/>
          </a:p>
        </p:txBody>
      </p:sp>
    </p:spTree>
    <p:extLst>
      <p:ext uri="{BB962C8B-B14F-4D97-AF65-F5344CB8AC3E}">
        <p14:creationId xmlns:p14="http://schemas.microsoft.com/office/powerpoint/2010/main" val="19651017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lumns">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7797089B-9B4D-437D-9174-6C266D5F1573}"/>
              </a:ext>
            </a:extLst>
          </p:cNvPr>
          <p:cNvSpPr txBox="1">
            <a:spLocks noGrp="1"/>
          </p:cNvSpPr>
          <p:nvPr>
            <p:ph idx="4294967295"/>
          </p:nvPr>
        </p:nvSpPr>
        <p:spPr>
          <a:xfrm>
            <a:off x="454100" y="1713421"/>
            <a:ext cx="401390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5C0B1AE5-A5BF-42F0-46FE-3B0215AD53B6}"/>
              </a:ext>
            </a:extLst>
          </p:cNvPr>
          <p:cNvSpPr txBox="1">
            <a:spLocks noGrp="1"/>
          </p:cNvSpPr>
          <p:nvPr>
            <p:ph type="body" idx="4294967295"/>
          </p:nvPr>
        </p:nvSpPr>
        <p:spPr>
          <a:xfrm>
            <a:off x="4672894" y="1352553"/>
            <a:ext cx="4013895" cy="158748"/>
          </a:xfrm>
        </p:spPr>
        <p:txBody>
          <a:bodyPr/>
          <a:lstStyle>
            <a:lvl1pPr>
              <a:lnSpc>
                <a:spcPts val="1600"/>
              </a:lnSpc>
              <a:defRPr/>
            </a:lvl1pPr>
          </a:lstStyle>
          <a:p>
            <a:pPr lvl="0"/>
            <a:r>
              <a:rPr lang="en-US"/>
              <a:t>Click to edit master text styles</a:t>
            </a:r>
          </a:p>
        </p:txBody>
      </p:sp>
      <p:sp>
        <p:nvSpPr>
          <p:cNvPr id="4" name="Text placeholder">
            <a:extLst>
              <a:ext uri="{FF2B5EF4-FFF2-40B4-BE49-F238E27FC236}">
                <a16:creationId xmlns:a16="http://schemas.microsoft.com/office/drawing/2014/main" id="{354B5579-29F0-9420-F377-46833B0C912C}"/>
              </a:ext>
            </a:extLst>
          </p:cNvPr>
          <p:cNvSpPr txBox="1">
            <a:spLocks noGrp="1"/>
          </p:cNvSpPr>
          <p:nvPr>
            <p:ph idx="4294967295"/>
          </p:nvPr>
        </p:nvSpPr>
        <p:spPr>
          <a:xfrm>
            <a:off x="4672894" y="1713421"/>
            <a:ext cx="401389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8">
            <a:extLst>
              <a:ext uri="{FF2B5EF4-FFF2-40B4-BE49-F238E27FC236}">
                <a16:creationId xmlns:a16="http://schemas.microsoft.com/office/drawing/2014/main" id="{A7F1F325-09DD-223A-50C0-AC6557ABB6B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0">
            <a:extLst>
              <a:ext uri="{FF2B5EF4-FFF2-40B4-BE49-F238E27FC236}">
                <a16:creationId xmlns:a16="http://schemas.microsoft.com/office/drawing/2014/main" id="{16C59650-38E1-3C16-91C2-8EFB29B346AE}"/>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4A81F0CF-A468-482E-853E-51F682731B87}" type="slidenum">
              <a:t>‹#›</a:t>
            </a:fld>
            <a:endParaRPr lang="en-US"/>
          </a:p>
        </p:txBody>
      </p:sp>
    </p:spTree>
    <p:extLst>
      <p:ext uri="{BB962C8B-B14F-4D97-AF65-F5344CB8AC3E}">
        <p14:creationId xmlns:p14="http://schemas.microsoft.com/office/powerpoint/2010/main" val="7007864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s with subtitle and sketches">
    <p:bg>
      <p:bgPr>
        <a:solidFill>
          <a:srgbClr val="E7FFD9"/>
        </a:solidFill>
        <a:effectLst/>
      </p:bgPr>
    </p:bg>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3A13C6F5-C098-0C18-9E57-E1D8E8DFA211}"/>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FBF534EC-83DB-8A6B-B68D-4B05B2B3FEF0}"/>
              </a:ext>
            </a:extLst>
          </p:cNvPr>
          <p:cNvSpPr txBox="1">
            <a:spLocks noGrp="1"/>
          </p:cNvSpPr>
          <p:nvPr>
            <p:ph idx="4294967295"/>
          </p:nvPr>
        </p:nvSpPr>
        <p:spPr>
          <a:xfrm>
            <a:off x="454100"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aption placeholder">
            <a:extLst>
              <a:ext uri="{FF2B5EF4-FFF2-40B4-BE49-F238E27FC236}">
                <a16:creationId xmlns:a16="http://schemas.microsoft.com/office/drawing/2014/main" id="{BDD939C0-406D-FB23-C252-72E663F5DC3B}"/>
              </a:ext>
            </a:extLst>
          </p:cNvPr>
          <p:cNvSpPr txBox="1">
            <a:spLocks noGrp="1"/>
          </p:cNvSpPr>
          <p:nvPr>
            <p:ph type="body" idx="4294967295"/>
          </p:nvPr>
        </p:nvSpPr>
        <p:spPr>
          <a:xfrm>
            <a:off x="454100" y="4341808"/>
            <a:ext cx="4013905" cy="158748"/>
          </a:xfrm>
        </p:spPr>
        <p:txBody>
          <a:bodyPr/>
          <a:lstStyle>
            <a:lvl1pPr>
              <a:lnSpc>
                <a:spcPts val="1300"/>
              </a:lnSpc>
              <a:defRPr sz="1100"/>
            </a:lvl1pPr>
          </a:lstStyle>
          <a:p>
            <a:pPr lvl="0"/>
            <a:r>
              <a:rPr lang="en-US"/>
              <a:t>Click to edit master text styles</a:t>
            </a:r>
          </a:p>
        </p:txBody>
      </p:sp>
      <p:sp>
        <p:nvSpPr>
          <p:cNvPr id="5" name="Text placeholder">
            <a:extLst>
              <a:ext uri="{FF2B5EF4-FFF2-40B4-BE49-F238E27FC236}">
                <a16:creationId xmlns:a16="http://schemas.microsoft.com/office/drawing/2014/main" id="{4232B632-853B-65B7-B1F4-08FBBD8369E6}"/>
              </a:ext>
            </a:extLst>
          </p:cNvPr>
          <p:cNvSpPr txBox="1">
            <a:spLocks noGrp="1"/>
          </p:cNvSpPr>
          <p:nvPr>
            <p:ph idx="4294967295"/>
          </p:nvPr>
        </p:nvSpPr>
        <p:spPr>
          <a:xfrm>
            <a:off x="4672894"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aption placeholder">
            <a:extLst>
              <a:ext uri="{FF2B5EF4-FFF2-40B4-BE49-F238E27FC236}">
                <a16:creationId xmlns:a16="http://schemas.microsoft.com/office/drawing/2014/main" id="{C7C082A2-4B4D-1BE9-7D80-3BE653484963}"/>
              </a:ext>
            </a:extLst>
          </p:cNvPr>
          <p:cNvSpPr txBox="1">
            <a:spLocks noGrp="1"/>
          </p:cNvSpPr>
          <p:nvPr>
            <p:ph type="body" idx="4294967295"/>
          </p:nvPr>
        </p:nvSpPr>
        <p:spPr>
          <a:xfrm>
            <a:off x="4672894" y="4341808"/>
            <a:ext cx="4013905" cy="158748"/>
          </a:xfrm>
        </p:spPr>
        <p:txBody>
          <a:bodyPr/>
          <a:lstStyle>
            <a:lvl1pPr>
              <a:lnSpc>
                <a:spcPts val="1300"/>
              </a:lnSpc>
              <a:defRPr sz="1100"/>
            </a:lvl1pPr>
          </a:lstStyle>
          <a:p>
            <a:pPr lvl="0"/>
            <a:r>
              <a:rPr lang="en-US"/>
              <a:t>Click to edit master text styles</a:t>
            </a:r>
          </a:p>
        </p:txBody>
      </p:sp>
      <p:sp>
        <p:nvSpPr>
          <p:cNvPr id="7" name="Footer Placeholder 10">
            <a:extLst>
              <a:ext uri="{FF2B5EF4-FFF2-40B4-BE49-F238E27FC236}">
                <a16:creationId xmlns:a16="http://schemas.microsoft.com/office/drawing/2014/main" id="{E31E7B83-B646-46AD-5D8F-46453567767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8" name="Slide Number Placeholder 13">
            <a:extLst>
              <a:ext uri="{FF2B5EF4-FFF2-40B4-BE49-F238E27FC236}">
                <a16:creationId xmlns:a16="http://schemas.microsoft.com/office/drawing/2014/main" id="{7F95B185-4A6E-4227-662F-0319F303BE9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764B7773-F6DA-4BC7-94D1-8771356D6A8A}" type="slidenum">
              <a:t>‹#›</a:t>
            </a:fld>
            <a:endParaRPr lang="en-US"/>
          </a:p>
        </p:txBody>
      </p:sp>
    </p:spTree>
    <p:extLst>
      <p:ext uri="{BB962C8B-B14F-4D97-AF65-F5344CB8AC3E}">
        <p14:creationId xmlns:p14="http://schemas.microsoft.com/office/powerpoint/2010/main" val="39916484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columns">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C49CFB93-C46C-BF12-8317-BF1E145872D9}"/>
              </a:ext>
            </a:extLst>
          </p:cNvPr>
          <p:cNvSpPr txBox="1">
            <a:spLocks noGrp="1"/>
          </p:cNvSpPr>
          <p:nvPr>
            <p:ph idx="4294967295"/>
          </p:nvPr>
        </p:nvSpPr>
        <p:spPr>
          <a:xfrm>
            <a:off x="457200"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3ADE0BAB-06BC-10C9-851F-A034018B0310}"/>
              </a:ext>
            </a:extLst>
          </p:cNvPr>
          <p:cNvSpPr txBox="1">
            <a:spLocks noGrp="1"/>
          </p:cNvSpPr>
          <p:nvPr>
            <p:ph idx="4294967295"/>
          </p:nvPr>
        </p:nvSpPr>
        <p:spPr>
          <a:xfrm>
            <a:off x="3299082"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a:extLst>
              <a:ext uri="{FF2B5EF4-FFF2-40B4-BE49-F238E27FC236}">
                <a16:creationId xmlns:a16="http://schemas.microsoft.com/office/drawing/2014/main" id="{EC1C641C-9A72-03BC-1EE1-40A24B5A8E37}"/>
              </a:ext>
            </a:extLst>
          </p:cNvPr>
          <p:cNvSpPr txBox="1">
            <a:spLocks noGrp="1"/>
          </p:cNvSpPr>
          <p:nvPr>
            <p:ph idx="4294967295"/>
          </p:nvPr>
        </p:nvSpPr>
        <p:spPr>
          <a:xfrm>
            <a:off x="6140973"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6">
            <a:extLst>
              <a:ext uri="{FF2B5EF4-FFF2-40B4-BE49-F238E27FC236}">
                <a16:creationId xmlns:a16="http://schemas.microsoft.com/office/drawing/2014/main" id="{9F8CE6C4-99E0-4DD1-71B7-E8A66C86ACC5}"/>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7">
            <a:extLst>
              <a:ext uri="{FF2B5EF4-FFF2-40B4-BE49-F238E27FC236}">
                <a16:creationId xmlns:a16="http://schemas.microsoft.com/office/drawing/2014/main" id="{8CE5C674-6680-C33B-736C-E98A57C71E7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8752A80-F5E2-4DCC-95F9-AC9CCDF1C631}" type="slidenum">
              <a:t>‹#›</a:t>
            </a:fld>
            <a:endParaRPr lang="en-US"/>
          </a:p>
        </p:txBody>
      </p:sp>
    </p:spTree>
    <p:extLst>
      <p:ext uri="{BB962C8B-B14F-4D97-AF65-F5344CB8AC3E}">
        <p14:creationId xmlns:p14="http://schemas.microsoft.com/office/powerpoint/2010/main" val="39130207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One column with object">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598E6D86-06D3-8F72-E6C8-E80919757574}"/>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C8B9DDA5-0F26-5651-E87C-FD4EDF435508}"/>
              </a:ext>
            </a:extLst>
          </p:cNvPr>
          <p:cNvSpPr txBox="1">
            <a:spLocks noGrp="1"/>
          </p:cNvSpPr>
          <p:nvPr>
            <p:ph idx="4294967295"/>
          </p:nvPr>
        </p:nvSpPr>
        <p:spPr>
          <a:xfrm>
            <a:off x="4726652" y="1508394"/>
            <a:ext cx="3960138" cy="2815958"/>
          </a:xfrm>
          <a:solidFill>
            <a:srgbClr val="D9D9D9">
              <a:alpha val="20000"/>
            </a:srgbClr>
          </a:solidFill>
        </p:spPr>
        <p:txBody>
          <a:bodyPr lIns="251999" tIns="251999" rIns="251999" bIns="251999"/>
          <a:lstStyle>
            <a:lvl1pPr>
              <a:defRPr sz="1050"/>
            </a:lvl1pPr>
          </a:lstStyle>
          <a:p>
            <a:pPr lvl="0"/>
            <a:r>
              <a:rPr lang="en-US"/>
              <a:t>Click to edit master text styles</a:t>
            </a:r>
          </a:p>
        </p:txBody>
      </p:sp>
      <p:sp>
        <p:nvSpPr>
          <p:cNvPr id="4" name="Footer Placeholder 9">
            <a:extLst>
              <a:ext uri="{FF2B5EF4-FFF2-40B4-BE49-F238E27FC236}">
                <a16:creationId xmlns:a16="http://schemas.microsoft.com/office/drawing/2014/main" id="{71B44625-CD05-12B9-2013-24BE7EE9A90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DDC6F5C5-22EF-29D7-B15D-73406B7A607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AAF6655F-95AE-4284-B7F5-7017B3573E36}" type="slidenum">
              <a:t>‹#›</a:t>
            </a:fld>
            <a:endParaRPr lang="en-US"/>
          </a:p>
        </p:txBody>
      </p:sp>
    </p:spTree>
    <p:extLst>
      <p:ext uri="{BB962C8B-B14F-4D97-AF65-F5344CB8AC3E}">
        <p14:creationId xmlns:p14="http://schemas.microsoft.com/office/powerpoint/2010/main" val="11587541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One column with object and sketches">
    <p:bg>
      <p:bgPr>
        <a:solidFill>
          <a:srgbClr val="E7FFD9"/>
        </a:solidFill>
        <a:effectLst/>
      </p:bgPr>
    </p:bg>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F86C85A0-1BE3-216C-D242-FAD85E664A73}"/>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32F72100-5332-2DA9-676E-82B12A936777}"/>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descr="Image placeholder">
            <a:extLst>
              <a:ext uri="{FF2B5EF4-FFF2-40B4-BE49-F238E27FC236}">
                <a16:creationId xmlns:a16="http://schemas.microsoft.com/office/drawing/2014/main" id="{F6C71A6B-EF0C-1BF3-3BED-202B9638CF2E}"/>
              </a:ext>
            </a:extLst>
          </p:cNvPr>
          <p:cNvSpPr txBox="1">
            <a:spLocks noGrp="1"/>
          </p:cNvSpPr>
          <p:nvPr>
            <p:ph idx="4294967295"/>
          </p:nvPr>
        </p:nvSpPr>
        <p:spPr>
          <a:xfrm>
            <a:off x="4726652" y="1508394"/>
            <a:ext cx="3960138" cy="2815958"/>
          </a:xfrm>
          <a:solidFill>
            <a:srgbClr val="D9D9D9">
              <a:alpha val="20000"/>
            </a:srgbClr>
          </a:solidFill>
        </p:spPr>
        <p:txBody>
          <a:bodyPr lIns="251999" tIns="251999" rIns="251999" bIns="251999"/>
          <a:lstStyle>
            <a:lvl1pPr>
              <a:defRPr sz="1050"/>
            </a:lvl1pPr>
          </a:lstStyle>
          <a:p>
            <a:pPr lvl="0"/>
            <a:r>
              <a:rPr lang="en-US"/>
              <a:t>Click to edit master text styles</a:t>
            </a:r>
          </a:p>
        </p:txBody>
      </p:sp>
      <p:sp>
        <p:nvSpPr>
          <p:cNvPr id="5" name="Footer Placeholder 9">
            <a:extLst>
              <a:ext uri="{FF2B5EF4-FFF2-40B4-BE49-F238E27FC236}">
                <a16:creationId xmlns:a16="http://schemas.microsoft.com/office/drawing/2014/main" id="{2DF427AE-6978-E753-B402-89F71BFD971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1">
            <a:extLst>
              <a:ext uri="{FF2B5EF4-FFF2-40B4-BE49-F238E27FC236}">
                <a16:creationId xmlns:a16="http://schemas.microsoft.com/office/drawing/2014/main" id="{B23FE941-563F-0DF8-F2AE-2D48F1226E03}"/>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70473900-E7C2-416D-B2E6-D4851CAB94A7}" type="slidenum">
              <a:t>‹#›</a:t>
            </a:fld>
            <a:endParaRPr lang="en-US"/>
          </a:p>
        </p:txBody>
      </p:sp>
    </p:spTree>
    <p:extLst>
      <p:ext uri="{BB962C8B-B14F-4D97-AF65-F5344CB8AC3E}">
        <p14:creationId xmlns:p14="http://schemas.microsoft.com/office/powerpoint/2010/main" val="29138789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One column with half page object">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87327B6E-6D69-3E7E-DE9C-DCF814ED99B9}"/>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BDE4DD40-803D-C55B-A8C9-7710904F6DD6}"/>
              </a:ext>
            </a:extLst>
          </p:cNvPr>
          <p:cNvSpPr txBox="1">
            <a:spLocks noGrp="1"/>
          </p:cNvSpPr>
          <p:nvPr>
            <p:ph idx="4294967295"/>
          </p:nvPr>
        </p:nvSpPr>
        <p:spPr>
          <a:xfrm>
            <a:off x="4572000" y="0"/>
            <a:ext cx="4572000" cy="5143499"/>
          </a:xfrm>
          <a:solidFill>
            <a:srgbClr val="D9D9D9">
              <a:alpha val="20000"/>
            </a:srgbClr>
          </a:solidFill>
        </p:spPr>
        <p:txBody>
          <a:bodyPr lIns="251999" tIns="251999" rIns="251999" bIns="251999"/>
          <a:lstStyle>
            <a:lvl1pPr>
              <a:defRPr sz="1050"/>
            </a:lvl1pPr>
          </a:lstStyle>
          <a:p>
            <a:pPr lvl="0"/>
            <a:r>
              <a:rPr lang="en-US"/>
              <a:t>Click to edit master text styles</a:t>
            </a:r>
          </a:p>
        </p:txBody>
      </p:sp>
      <p:sp>
        <p:nvSpPr>
          <p:cNvPr id="4" name="Footer Placeholder 7">
            <a:extLst>
              <a:ext uri="{FF2B5EF4-FFF2-40B4-BE49-F238E27FC236}">
                <a16:creationId xmlns:a16="http://schemas.microsoft.com/office/drawing/2014/main" id="{50D282C2-4B17-756E-DA79-6226F1BA946D}"/>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5F4BE22F-B0C6-FB17-3063-82EE9A7F754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5FE4E48-CF4D-46DB-8AAE-41F9FC90AAB4}" type="slidenum">
              <a:t>‹#›</a:t>
            </a:fld>
            <a:endParaRPr lang="en-US"/>
          </a:p>
        </p:txBody>
      </p:sp>
    </p:spTree>
    <p:extLst>
      <p:ext uri="{BB962C8B-B14F-4D97-AF65-F5344CB8AC3E}">
        <p14:creationId xmlns:p14="http://schemas.microsoft.com/office/powerpoint/2010/main" val="32468047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One column with 1/3 object">
    <p:bg>
      <p:bgPr>
        <a:solidFill>
          <a:srgbClr val="E7FFD9"/>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62C91B3F-59BA-341E-AAE0-7FAC750139C4}"/>
              </a:ext>
            </a:extLst>
          </p:cNvPr>
          <p:cNvSpPr txBox="1">
            <a:spLocks noGrp="1"/>
          </p:cNvSpPr>
          <p:nvPr>
            <p:ph idx="4294967295"/>
          </p:nvPr>
        </p:nvSpPr>
        <p:spPr>
          <a:xfrm>
            <a:off x="457200" y="1508394"/>
            <a:ext cx="542544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67CFCCA2-0DDF-D185-0C28-A2D17FB2418D}"/>
              </a:ext>
            </a:extLst>
          </p:cNvPr>
          <p:cNvSpPr txBox="1">
            <a:spLocks noGrp="1"/>
          </p:cNvSpPr>
          <p:nvPr>
            <p:ph idx="4294967295"/>
          </p:nvPr>
        </p:nvSpPr>
        <p:spPr>
          <a:xfrm>
            <a:off x="6098398" y="0"/>
            <a:ext cx="3045601" cy="5143499"/>
          </a:xfrm>
          <a:solidFill>
            <a:srgbClr val="D9D9D9">
              <a:alpha val="20000"/>
            </a:srgbClr>
          </a:solidFill>
        </p:spPr>
        <p:txBody>
          <a:bodyPr lIns="251999" tIns="251999" rIns="251999" bIns="251999"/>
          <a:lstStyle>
            <a:lvl1pPr>
              <a:defRPr sz="1050"/>
            </a:lvl1pPr>
          </a:lstStyle>
          <a:p>
            <a:pPr lvl="0"/>
            <a:r>
              <a:rPr lang="en-US"/>
              <a:t>Click to edit master text styles</a:t>
            </a:r>
          </a:p>
        </p:txBody>
      </p:sp>
      <p:sp>
        <p:nvSpPr>
          <p:cNvPr id="4" name="Footer Placeholder 3">
            <a:extLst>
              <a:ext uri="{FF2B5EF4-FFF2-40B4-BE49-F238E27FC236}">
                <a16:creationId xmlns:a16="http://schemas.microsoft.com/office/drawing/2014/main" id="{36030A44-A6DF-E4E1-C4DD-3FC0BC948E1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4">
            <a:extLst>
              <a:ext uri="{FF2B5EF4-FFF2-40B4-BE49-F238E27FC236}">
                <a16:creationId xmlns:a16="http://schemas.microsoft.com/office/drawing/2014/main" id="{3FA6E464-BAE6-7DC5-32B2-6B39AAF7EAE4}"/>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E563B76-BFD7-4520-9443-A0DD2637A486}" type="slidenum">
              <a:t>‹#›</a:t>
            </a:fld>
            <a:endParaRPr lang="en-US"/>
          </a:p>
        </p:txBody>
      </p:sp>
    </p:spTree>
    <p:extLst>
      <p:ext uri="{BB962C8B-B14F-4D97-AF65-F5344CB8AC3E}">
        <p14:creationId xmlns:p14="http://schemas.microsoft.com/office/powerpoint/2010/main" val="4419688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Agenda slide">
    <p:bg>
      <p:bgPr>
        <a:solidFill>
          <a:srgbClr val="E7FFD9"/>
        </a:solidFill>
        <a:effectLst/>
      </p:bgPr>
    </p:bg>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32DCEDF2-75F0-F3E0-D027-028EAA4A535B}"/>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6">
            <a:extLst>
              <a:ext uri="{FF2B5EF4-FFF2-40B4-BE49-F238E27FC236}">
                <a16:creationId xmlns:a16="http://schemas.microsoft.com/office/drawing/2014/main" id="{CDD8B665-D586-9CEB-18BC-ECC1D974FED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AA803460-591C-4709-8AA3-32A193E2C8B5}" type="slidenum">
              <a:t>‹#›</a:t>
            </a:fld>
            <a:endParaRPr lang="en-US"/>
          </a:p>
        </p:txBody>
      </p:sp>
    </p:spTree>
    <p:extLst>
      <p:ext uri="{BB962C8B-B14F-4D97-AF65-F5344CB8AC3E}">
        <p14:creationId xmlns:p14="http://schemas.microsoft.com/office/powerpoint/2010/main" val="31599492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Agenda slide with sketches">
    <p:bg>
      <p:bgPr>
        <a:solidFill>
          <a:srgbClr val="E7FFD9"/>
        </a:solidFill>
        <a:effectLst/>
      </p:bgPr>
    </p:bg>
    <p:spTree>
      <p:nvGrpSpPr>
        <p:cNvPr id="1" name=""/>
        <p:cNvGrpSpPr/>
        <p:nvPr/>
      </p:nvGrpSpPr>
      <p:grpSpPr>
        <a:xfrm>
          <a:off x="0" y="0"/>
          <a:ext cx="0" cy="0"/>
          <a:chOff x="0" y="0"/>
          <a:chExt cx="0" cy="0"/>
        </a:xfrm>
      </p:grpSpPr>
      <p:sp>
        <p:nvSpPr>
          <p:cNvPr id="2" name="Agenda placeholder">
            <a:extLst>
              <a:ext uri="{FF2B5EF4-FFF2-40B4-BE49-F238E27FC236}">
                <a16:creationId xmlns:a16="http://schemas.microsoft.com/office/drawing/2014/main" id="{A842C114-82DF-4CFB-3D07-15C66D201AD3}"/>
              </a:ext>
            </a:extLst>
          </p:cNvPr>
          <p:cNvSpPr txBox="1">
            <a:spLocks noGrp="1"/>
          </p:cNvSpPr>
          <p:nvPr>
            <p:ph idx="4294967295"/>
          </p:nvPr>
        </p:nvSpPr>
        <p:spPr>
          <a:xfrm>
            <a:off x="457200" y="1504946"/>
            <a:ext cx="8229600" cy="2819396"/>
          </a:xfrm>
        </p:spPr>
        <p:txBody>
          <a:bodyPr/>
          <a:lstStyle>
            <a:lvl1pPr marL="342900" indent="-342900">
              <a:buClr>
                <a:srgbClr val="0A2F24"/>
              </a:buClr>
              <a:buSzPct val="100000"/>
              <a:buFont typeface="Poppins"/>
              <a:buAutoNum type="arabicPeriod"/>
              <a:defRPr/>
            </a:lvl1pPr>
            <a:lvl2pPr marL="342900" lvl="0" indent="-342900" defTabSz="457181">
              <a:buFont typeface="Poppins"/>
              <a:buAutoNum type="arabicPeriod"/>
              <a:defRPr/>
            </a:lvl2pPr>
          </a:lstStyle>
          <a:p>
            <a:pPr lvl="0"/>
            <a:r>
              <a:rPr lang="en-US"/>
              <a:t>Click to edit master text styles</a:t>
            </a:r>
          </a:p>
          <a:p>
            <a:pPr lvl="0"/>
            <a:endParaRPr lang="en-US"/>
          </a:p>
        </p:txBody>
      </p:sp>
      <p:sp>
        <p:nvSpPr>
          <p:cNvPr id="3" name="Footer Placeholder 6">
            <a:extLst>
              <a:ext uri="{FF2B5EF4-FFF2-40B4-BE49-F238E27FC236}">
                <a16:creationId xmlns:a16="http://schemas.microsoft.com/office/drawing/2014/main" id="{EE54D61C-A1B3-97EE-D0F4-5AF9CD12F323}"/>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7">
            <a:extLst>
              <a:ext uri="{FF2B5EF4-FFF2-40B4-BE49-F238E27FC236}">
                <a16:creationId xmlns:a16="http://schemas.microsoft.com/office/drawing/2014/main" id="{29D98611-84A7-13A1-CB60-CA1761D06A7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D83953C-4703-4AAB-8DC9-AE3109FAA506}" type="slidenum">
              <a:t>‹#›</a:t>
            </a:fld>
            <a:endParaRPr lang="en-US"/>
          </a:p>
        </p:txBody>
      </p:sp>
    </p:spTree>
    <p:extLst>
      <p:ext uri="{BB962C8B-B14F-4D97-AF65-F5344CB8AC3E}">
        <p14:creationId xmlns:p14="http://schemas.microsoft.com/office/powerpoint/2010/main" val="26900279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ection break with subhead">
    <p:bg>
      <p:bgPr>
        <a:solidFill>
          <a:srgbClr val="E7FFD9"/>
        </a:solidFill>
        <a:effectLst/>
      </p:bgPr>
    </p:bg>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0241C8EA-6B1F-96E5-C210-10BE10E1526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BE763086-B8A6-3A8E-F605-06D35642101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85B6EF8E-A1B5-4D92-97BA-99F8D664CF6A}" type="slidenum">
              <a:t>‹#›</a:t>
            </a:fld>
            <a:endParaRPr lang="en-US"/>
          </a:p>
        </p:txBody>
      </p:sp>
    </p:spTree>
    <p:extLst>
      <p:ext uri="{BB962C8B-B14F-4D97-AF65-F5344CB8AC3E}">
        <p14:creationId xmlns:p14="http://schemas.microsoft.com/office/powerpoint/2010/main" val="17652649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ection break for longer copy">
    <p:bg>
      <p:bgPr>
        <a:solidFill>
          <a:srgbClr val="E7FFD9"/>
        </a:solidFill>
        <a:effectLst/>
      </p:bgPr>
    </p:bg>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8D7A659F-3831-820E-5E55-CD742D02085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D5E706E-F83A-4BD4-9662-2961C178F757}" type="slidenum">
              <a:t>‹#›</a:t>
            </a:fld>
            <a:endParaRPr lang="en-US"/>
          </a:p>
        </p:txBody>
      </p:sp>
    </p:spTree>
    <p:extLst>
      <p:ext uri="{BB962C8B-B14F-4D97-AF65-F5344CB8AC3E}">
        <p14:creationId xmlns:p14="http://schemas.microsoft.com/office/powerpoint/2010/main" val="4491646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ection break for longer copy with image">
    <p:bg>
      <p:bgPr>
        <a:solidFill>
          <a:srgbClr val="E7FFD9"/>
        </a:solidFill>
        <a:effectLst/>
      </p:bgPr>
    </p:bg>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38B0EA8E-C194-EFBF-66E2-4767DA4B870F}"/>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6281F621-D287-7E2F-4DF5-1356F92573D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F8D696A4-908E-4D5D-ADA8-7DDE4D120D1C}" type="slidenum">
              <a:t>‹#›</a:t>
            </a:fld>
            <a:endParaRPr lang="en-US"/>
          </a:p>
        </p:txBody>
      </p:sp>
    </p:spTree>
    <p:extLst>
      <p:ext uri="{BB962C8B-B14F-4D97-AF65-F5344CB8AC3E}">
        <p14:creationId xmlns:p14="http://schemas.microsoft.com/office/powerpoint/2010/main" val="18468765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ection break for longer copy with sketches">
    <p:bg>
      <p:bgPr>
        <a:solidFill>
          <a:srgbClr val="E7FFD9"/>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C8CD8B64-A7A9-BD27-549C-73A220F24F5A}"/>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5">
            <a:extLst>
              <a:ext uri="{FF2B5EF4-FFF2-40B4-BE49-F238E27FC236}">
                <a16:creationId xmlns:a16="http://schemas.microsoft.com/office/drawing/2014/main" id="{69F9BBC1-559A-3F31-CCA0-CF5B5888DA8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F008687A-68EB-449B-9317-97D7297EE02C}" type="slidenum">
              <a:t>‹#›</a:t>
            </a:fld>
            <a:endParaRPr lang="en-US"/>
          </a:p>
        </p:txBody>
      </p:sp>
    </p:spTree>
    <p:extLst>
      <p:ext uri="{BB962C8B-B14F-4D97-AF65-F5344CB8AC3E}">
        <p14:creationId xmlns:p14="http://schemas.microsoft.com/office/powerpoint/2010/main" val="13790539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dvancing Energy Tech slide">
    <p:bg>
      <p:bgPr>
        <a:solidFill>
          <a:srgbClr val="E7FFD9"/>
        </a:solidFill>
        <a:effectLst/>
      </p:bgPr>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C5D5E8EE-57D2-3752-6A95-1AD67A3366C8}"/>
              </a:ext>
            </a:extLst>
          </p:cNvPr>
          <p:cNvSpPr txBox="1"/>
          <p:nvPr/>
        </p:nvSpPr>
        <p:spPr>
          <a:xfrm>
            <a:off x="1630110" y="2233742"/>
            <a:ext cx="5883779" cy="615555"/>
          </a:xfrm>
          <a:prstGeom prst="rect">
            <a:avLst/>
          </a:prstGeom>
          <a:noFill/>
          <a:ln cap="flat">
            <a:noFill/>
          </a:ln>
          <a:effectLst>
            <a:outerShdw dist="22997" dir="5400000" algn="tl">
              <a:srgbClr val="000000">
                <a:alpha val="35000"/>
              </a:srgbClr>
            </a:outerShdw>
          </a:effectLst>
        </p:spPr>
        <p:txBody>
          <a:bodyPr vert="horz" wrap="square" lIns="91440" tIns="45720" rIns="91440" bIns="45720" anchor="t" anchorCtr="1" compatLnSpc="1">
            <a:sp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0A2F24"/>
                </a:solidFill>
                <a:uFillTx/>
                <a:latin typeface="Poppins"/>
                <a:cs typeface="Arial"/>
              </a:rPr>
              <a:t>Advancing Energy Tech</a:t>
            </a:r>
          </a:p>
        </p:txBody>
      </p:sp>
      <p:sp>
        <p:nvSpPr>
          <p:cNvPr id="3" name="Footer Placeholder 3">
            <a:extLst>
              <a:ext uri="{FF2B5EF4-FFF2-40B4-BE49-F238E27FC236}">
                <a16:creationId xmlns:a16="http://schemas.microsoft.com/office/drawing/2014/main" id="{991F9901-A44E-8ADD-7CF6-337916D5B93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6">
            <a:extLst>
              <a:ext uri="{FF2B5EF4-FFF2-40B4-BE49-F238E27FC236}">
                <a16:creationId xmlns:a16="http://schemas.microsoft.com/office/drawing/2014/main" id="{C08E73B3-39A3-A981-B0A5-B953654EEA15}"/>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1E507D0-BCDA-487A-94C2-7402FAC85A5B}" type="slidenum">
              <a:t>‹#›</a:t>
            </a:fld>
            <a:endParaRPr lang="en-US"/>
          </a:p>
        </p:txBody>
      </p:sp>
    </p:spTree>
    <p:extLst>
      <p:ext uri="{BB962C8B-B14F-4D97-AF65-F5344CB8AC3E}">
        <p14:creationId xmlns:p14="http://schemas.microsoft.com/office/powerpoint/2010/main" val="10602958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losing slide">
    <p:bg>
      <p:bgPr>
        <a:solidFill>
          <a:srgbClr val="E7FFD9"/>
        </a:solidFill>
        <a:effectLst/>
      </p:bgPr>
    </p:bg>
    <p:spTree>
      <p:nvGrpSpPr>
        <p:cNvPr id="1" name=""/>
        <p:cNvGrpSpPr/>
        <p:nvPr/>
      </p:nvGrpSpPr>
      <p:grpSpPr>
        <a:xfrm>
          <a:off x="0" y="0"/>
          <a:ext cx="0" cy="0"/>
          <a:chOff x="0" y="0"/>
          <a:chExt cx="0" cy="0"/>
        </a:xfrm>
      </p:grpSpPr>
      <p:pic>
        <p:nvPicPr>
          <p:cNvPr id="2" name="facebook icon" descr="Facebook icon">
            <a:hlinkClick r:id="rId2"/>
            <a:extLst>
              <a:ext uri="{FF2B5EF4-FFF2-40B4-BE49-F238E27FC236}">
                <a16:creationId xmlns:a16="http://schemas.microsoft.com/office/drawing/2014/main" id="{02CDC9B5-BA4F-C2A0-0595-F5082A008F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3172" y="4217276"/>
            <a:ext cx="201433" cy="201442"/>
          </a:xfrm>
          <a:prstGeom prst="rect">
            <a:avLst/>
          </a:prstGeom>
          <a:noFill/>
          <a:ln cap="flat">
            <a:noFill/>
          </a:ln>
          <a:effectLst>
            <a:outerShdw dist="22997" dir="5400000" algn="tl">
              <a:srgbClr val="000000">
                <a:alpha val="35000"/>
              </a:srgbClr>
            </a:outerShdw>
          </a:effectLst>
        </p:spPr>
      </p:pic>
      <p:pic>
        <p:nvPicPr>
          <p:cNvPr id="3" name="Linkedin icon" descr="LinkedIn icon">
            <a:hlinkClick r:id="rId4"/>
            <a:extLst>
              <a:ext uri="{FF2B5EF4-FFF2-40B4-BE49-F238E27FC236}">
                <a16:creationId xmlns:a16="http://schemas.microsoft.com/office/drawing/2014/main" id="{990A5E77-A2CF-BCCB-A066-E7516E0B1489}"/>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7290127" y="4232775"/>
            <a:ext cx="201433" cy="170444"/>
          </a:xfrm>
          <a:prstGeom prst="rect">
            <a:avLst/>
          </a:prstGeom>
          <a:noFill/>
          <a:ln cap="flat">
            <a:noFill/>
          </a:ln>
          <a:effectLst>
            <a:outerShdw dist="22997" dir="5400000" algn="tl">
              <a:srgbClr val="000000">
                <a:alpha val="35000"/>
              </a:srgbClr>
            </a:outerShdw>
          </a:effectLst>
        </p:spPr>
      </p:pic>
      <p:pic>
        <p:nvPicPr>
          <p:cNvPr id="4" name="YouTube icon" descr="YouTube icon">
            <a:hlinkClick r:id="rId6"/>
            <a:extLst>
              <a:ext uri="{FF2B5EF4-FFF2-40B4-BE49-F238E27FC236}">
                <a16:creationId xmlns:a16="http://schemas.microsoft.com/office/drawing/2014/main" id="{CD0C1547-599D-42BB-AB5C-31D2CD5EF1EF}"/>
              </a:ext>
            </a:extLst>
          </p:cNvPr>
          <p:cNvPicPr>
            <a:picLocks noChangeAspect="1"/>
          </p:cNvPicPr>
          <p:nvPr/>
        </p:nvPicPr>
        <p:blipFill>
          <a:blip>
            <a:extLst>
              <a:ext uri="{96DAC541-7B7A-43D3-8B79-37D633B846F1}">
                <asvg:svgBlip xmlns:asvg="http://schemas.microsoft.com/office/drawing/2016/SVG/main" r:embed="rId7"/>
              </a:ext>
            </a:extLst>
          </a:blip>
          <a:srcRect/>
          <a:stretch>
            <a:fillRect/>
          </a:stretch>
        </p:blipFill>
        <p:spPr>
          <a:xfrm>
            <a:off x="7597091" y="4242029"/>
            <a:ext cx="221577" cy="151945"/>
          </a:xfrm>
          <a:prstGeom prst="rect">
            <a:avLst/>
          </a:prstGeom>
          <a:noFill/>
          <a:ln cap="flat">
            <a:noFill/>
          </a:ln>
          <a:effectLst>
            <a:outerShdw dist="22997" dir="5400000" algn="tl">
              <a:srgbClr val="000000">
                <a:alpha val="35000"/>
              </a:srgbClr>
            </a:outerShdw>
          </a:effectLst>
        </p:spPr>
      </p:pic>
      <p:pic>
        <p:nvPicPr>
          <p:cNvPr id="5" name="X icon" descr="Twitter/X icon">
            <a:hlinkClick r:id="rId8"/>
            <a:extLst>
              <a:ext uri="{FF2B5EF4-FFF2-40B4-BE49-F238E27FC236}">
                <a16:creationId xmlns:a16="http://schemas.microsoft.com/office/drawing/2014/main" id="{62DEC13F-20A8-4C5A-2FAD-61A6ABBA5BD2}"/>
              </a:ext>
            </a:extLst>
          </p:cNvPr>
          <p:cNvPicPr>
            <a:picLocks noChangeAspect="1"/>
          </p:cNvPicPr>
          <p:nvPr/>
        </p:nvPicPr>
        <p:blipFill>
          <a:blip>
            <a:extLst>
              <a:ext uri="{96DAC541-7B7A-43D3-8B79-37D633B846F1}">
                <asvg:svgBlip xmlns:asvg="http://schemas.microsoft.com/office/drawing/2016/SVG/main" r:embed="rId9"/>
              </a:ext>
            </a:extLst>
          </a:blip>
          <a:srcRect/>
          <a:stretch>
            <a:fillRect/>
          </a:stretch>
        </p:blipFill>
        <p:spPr>
          <a:xfrm>
            <a:off x="7926202" y="4226073"/>
            <a:ext cx="179853" cy="183849"/>
          </a:xfrm>
          <a:prstGeom prst="rect">
            <a:avLst/>
          </a:prstGeom>
          <a:noFill/>
          <a:ln cap="flat">
            <a:noFill/>
          </a:ln>
          <a:effectLst>
            <a:outerShdw dist="22997" dir="5400000" algn="tl">
              <a:srgbClr val="000000">
                <a:alpha val="35000"/>
              </a:srgbClr>
            </a:outerShdw>
          </a:effectLst>
        </p:spPr>
      </p:pic>
      <p:pic>
        <p:nvPicPr>
          <p:cNvPr id="6" name="Instagram icon" descr="Instagram icon">
            <a:hlinkClick r:id="rId10"/>
            <a:extLst>
              <a:ext uri="{FF2B5EF4-FFF2-40B4-BE49-F238E27FC236}">
                <a16:creationId xmlns:a16="http://schemas.microsoft.com/office/drawing/2014/main" id="{D5B17604-BE07-E68A-A025-43845F9465A8}"/>
              </a:ext>
            </a:extLst>
          </p:cNvPr>
          <p:cNvPicPr>
            <a:picLocks noChangeAspect="1"/>
          </p:cNvPicPr>
          <p:nvPr/>
        </p:nvPicPr>
        <p:blipFill>
          <a:blip>
            <a:extLst>
              <a:ext uri="{96DAC541-7B7A-43D3-8B79-37D633B846F1}">
                <asvg:svgBlip xmlns:asvg="http://schemas.microsoft.com/office/drawing/2016/SVG/main" r:embed="rId11"/>
              </a:ext>
            </a:extLst>
          </a:blip>
          <a:srcRect/>
          <a:stretch>
            <a:fillRect/>
          </a:stretch>
        </p:blipFill>
        <p:spPr>
          <a:xfrm>
            <a:off x="8213579" y="4226073"/>
            <a:ext cx="183849" cy="183849"/>
          </a:xfrm>
          <a:prstGeom prst="rect">
            <a:avLst/>
          </a:prstGeom>
          <a:noFill/>
          <a:ln cap="flat">
            <a:noFill/>
          </a:ln>
          <a:effectLst>
            <a:outerShdw dist="22997" dir="5400000" algn="tl">
              <a:srgbClr val="000000">
                <a:alpha val="35000"/>
              </a:srgbClr>
            </a:outerShdw>
          </a:effectLst>
        </p:spPr>
      </p:pic>
      <p:pic>
        <p:nvPicPr>
          <p:cNvPr id="7" name="SE blog icon" descr="SE Blog icon&#10;">
            <a:hlinkClick r:id="rId12"/>
            <a:extLst>
              <a:ext uri="{FF2B5EF4-FFF2-40B4-BE49-F238E27FC236}">
                <a16:creationId xmlns:a16="http://schemas.microsoft.com/office/drawing/2014/main" id="{31CFFEB6-EDAE-43E2-D15A-741D784B3821}"/>
              </a:ext>
            </a:extLst>
          </p:cNvPr>
          <p:cNvPicPr>
            <a:picLocks noChangeAspect="1"/>
          </p:cNvPicPr>
          <p:nvPr/>
        </p:nvPicPr>
        <p:blipFill>
          <a:blip>
            <a:extLst>
              <a:ext uri="{96DAC541-7B7A-43D3-8B79-37D633B846F1}">
                <asvg:svgBlip xmlns:asvg="http://schemas.microsoft.com/office/drawing/2016/SVG/main" r:embed="rId13"/>
              </a:ext>
            </a:extLst>
          </a:blip>
          <a:srcRect/>
          <a:stretch>
            <a:fillRect/>
          </a:stretch>
        </p:blipFill>
        <p:spPr>
          <a:xfrm>
            <a:off x="8502950" y="4226073"/>
            <a:ext cx="183849" cy="183849"/>
          </a:xfrm>
          <a:prstGeom prst="rect">
            <a:avLst/>
          </a:prstGeom>
          <a:noFill/>
          <a:ln cap="flat">
            <a:noFill/>
          </a:ln>
          <a:effectLst>
            <a:outerShdw dist="22997" dir="5400000" algn="tl">
              <a:srgbClr val="000000">
                <a:alpha val="35000"/>
              </a:srgbClr>
            </a:outerShdw>
          </a:effectLst>
        </p:spPr>
      </p:pic>
      <p:sp>
        <p:nvSpPr>
          <p:cNvPr id="8" name="Rectangle 1">
            <a:extLst>
              <a:ext uri="{FF2B5EF4-FFF2-40B4-BE49-F238E27FC236}">
                <a16:creationId xmlns:a16="http://schemas.microsoft.com/office/drawing/2014/main" id="{3A488CDB-B17F-F39D-1057-7A6B0F11A53E}"/>
              </a:ext>
              <a:ext uri="{C183D7F6-B498-43B3-948B-1728B52AA6E4}">
                <adec:decorative xmlns:adec="http://schemas.microsoft.com/office/drawing/2017/decorative" val="1"/>
              </a:ext>
            </a:extLst>
          </p:cNvPr>
          <p:cNvSpPr/>
          <p:nvPr/>
        </p:nvSpPr>
        <p:spPr>
          <a:xfrm>
            <a:off x="7491569" y="4533439"/>
            <a:ext cx="1652430" cy="610060"/>
          </a:xfrm>
          <a:prstGeom prst="rect">
            <a:avLst/>
          </a:prstGeom>
          <a:solidFill>
            <a:srgbClr val="E7FFD9"/>
          </a:solidFill>
          <a:ln cap="flat">
            <a:noFill/>
            <a:prstDash val="solid"/>
          </a:ln>
          <a:effectLst>
            <a:outerShdw dist="22997" dir="5400000" algn="tl">
              <a:srgbClr val="000000">
                <a:alpha val="35000"/>
              </a:srgbClr>
            </a:outerShdw>
          </a:effectLst>
        </p:spPr>
        <p:txBody>
          <a:bodyPr vert="horz" wrap="square" lIns="91440" tIns="45720" rIns="91440" bIns="45720" anchor="ctr" anchorCtr="1" compatLnSpc="1">
            <a:no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pic>
        <p:nvPicPr>
          <p:cNvPr id="9" name="Graphic 5">
            <a:extLst>
              <a:ext uri="{FF2B5EF4-FFF2-40B4-BE49-F238E27FC236}">
                <a16:creationId xmlns:a16="http://schemas.microsoft.com/office/drawing/2014/main" id="{5F50CDBD-51CE-B36A-F501-6A8F66C4FE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rcRect/>
          <a:stretch>
            <a:fillRect/>
          </a:stretch>
        </p:blipFill>
        <p:spPr>
          <a:xfrm>
            <a:off x="3291117" y="2192228"/>
            <a:ext cx="2561773" cy="75904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1681801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lide simple">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EC50EEC6-37F1-C943-62B8-5D6168E084DE}"/>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0C49366D-F570-D142-AE0E-876CB1B4B42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3">
            <a:extLst>
              <a:ext uri="{FF2B5EF4-FFF2-40B4-BE49-F238E27FC236}">
                <a16:creationId xmlns:a16="http://schemas.microsoft.com/office/drawing/2014/main" id="{E39CF00C-0F54-98D3-5D2E-648657934C2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12990556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One column">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2F7CD54F-0316-6E5A-412D-65D547AACEFC}"/>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BA8ADD78-BC66-CB60-63A5-797E8E9708E7}"/>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0A4016FF-0BA1-E2F2-5742-C4F21E1CB854}"/>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CB1669C-F10F-4BE9-AA60-D3413118BD8A}" type="slidenum">
              <a:t>‹#›</a:t>
            </a:fld>
            <a:endParaRPr lang="en-US"/>
          </a:p>
        </p:txBody>
      </p:sp>
    </p:spTree>
    <p:extLst>
      <p:ext uri="{BB962C8B-B14F-4D97-AF65-F5344CB8AC3E}">
        <p14:creationId xmlns:p14="http://schemas.microsoft.com/office/powerpoint/2010/main" val="36278932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One column two line headlin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B3189DBD-53C5-B0B0-CDFA-38095C03C32E}"/>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CA2DD74E-D80B-CC52-911F-C0589589509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841515ED-63A5-B239-98D9-395A3CBD5BE9}"/>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3505153-17B0-4A12-95B1-0D4018CFF412}" type="slidenum">
              <a:t>‹#›</a:t>
            </a:fld>
            <a:endParaRPr lang="en-US"/>
          </a:p>
        </p:txBody>
      </p:sp>
    </p:spTree>
    <p:extLst>
      <p:ext uri="{BB962C8B-B14F-4D97-AF65-F5344CB8AC3E}">
        <p14:creationId xmlns:p14="http://schemas.microsoft.com/office/powerpoint/2010/main" val="652844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lide Offer comm">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AA2D83FA-F255-ACB3-0A13-EDDAA19DC1D5}"/>
              </a:ext>
            </a:extLst>
          </p:cNvPr>
          <p:cNvSpPr txBox="1">
            <a:spLocks noGrp="1"/>
          </p:cNvSpPr>
          <p:nvPr>
            <p:ph type="body" idx="4294967295"/>
          </p:nvPr>
        </p:nvSpPr>
        <p:spPr>
          <a:xfrm>
            <a:off x="457200" y="4108902"/>
            <a:ext cx="4114800"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FFDDA5FC-DDAB-2769-7001-92C8262DA1D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Picture Placeholder 11">
            <a:extLst>
              <a:ext uri="{FF2B5EF4-FFF2-40B4-BE49-F238E27FC236}">
                <a16:creationId xmlns:a16="http://schemas.microsoft.com/office/drawing/2014/main" id="{2A9CBBE3-1313-D802-B744-AB7EF3F77CA7}"/>
              </a:ext>
              <a:ext uri="{C183D7F6-B498-43B3-948B-1728B52AA6E4}">
                <adec:decorative xmlns:adec="http://schemas.microsoft.com/office/drawing/2017/decorative" val="1"/>
              </a:ext>
            </a:extLst>
          </p:cNvPr>
          <p:cNvSpPr txBox="1">
            <a:spLocks noGrp="1"/>
          </p:cNvSpPr>
          <p:nvPr>
            <p:ph type="pic" idx="4294967295"/>
          </p:nvPr>
        </p:nvSpPr>
        <p:spPr>
          <a:xfrm>
            <a:off x="4873880" y="1728216"/>
            <a:ext cx="3438015" cy="1416625"/>
          </a:xfrm>
        </p:spPr>
        <p:txBody>
          <a:bodyPr/>
          <a:lstStyle>
            <a:lvl1pPr>
              <a:defRPr/>
            </a:lvl1pPr>
          </a:lstStyle>
          <a:p>
            <a:pPr lvl="0"/>
            <a:r>
              <a:rPr lang="en-US"/>
              <a:t>Click icon to add picture</a:t>
            </a:r>
          </a:p>
        </p:txBody>
      </p:sp>
      <p:sp>
        <p:nvSpPr>
          <p:cNvPr id="5" name="Graphic 2">
            <a:extLst>
              <a:ext uri="{FF2B5EF4-FFF2-40B4-BE49-F238E27FC236}">
                <a16:creationId xmlns:a16="http://schemas.microsoft.com/office/drawing/2014/main" id="{7886E824-8CF6-AF86-9015-13B6FB471BB8}"/>
              </a:ext>
              <a:ext uri="{C183D7F6-B498-43B3-948B-1728B52AA6E4}">
                <adec:decorative xmlns:adec="http://schemas.microsoft.com/office/drawing/2017/decorative" val="1"/>
              </a:ext>
            </a:extLst>
          </p:cNvPr>
          <p:cNvSpPr/>
          <p:nvPr/>
        </p:nvSpPr>
        <p:spPr>
          <a:xfrm>
            <a:off x="5026575" y="870216"/>
            <a:ext cx="3132624" cy="3132624"/>
          </a:xfrm>
          <a:custGeom>
            <a:avLst/>
            <a:gdLst>
              <a:gd name="f0" fmla="val 10800000"/>
              <a:gd name="f1" fmla="val 5400000"/>
              <a:gd name="f2" fmla="val 180"/>
              <a:gd name="f3" fmla="val w"/>
              <a:gd name="f4" fmla="val h"/>
              <a:gd name="f5" fmla="val 0"/>
              <a:gd name="f6" fmla="val 3132626"/>
              <a:gd name="f7" fmla="val 254154"/>
              <a:gd name="f8" fmla="val 2878473"/>
              <a:gd name="f9" fmla="val 726348"/>
              <a:gd name="f10" fmla="val 3350667"/>
              <a:gd name="f11" fmla="val 1696598"/>
              <a:gd name="f12" fmla="val 3145994"/>
              <a:gd name="f13" fmla="val 2421296"/>
              <a:gd name="f14" fmla="val 2406279"/>
              <a:gd name="f15" fmla="+- 0 0 218040"/>
              <a:gd name="f16" fmla="val 1436029"/>
              <a:gd name="f17" fmla="+- 0 0 13367"/>
              <a:gd name="f18" fmla="val 711331"/>
              <a:gd name="f19" fmla="+- 0 0 -90"/>
              <a:gd name="f20" fmla="*/ f3 1 3132626"/>
              <a:gd name="f21" fmla="*/ f4 1 3132626"/>
              <a:gd name="f22" fmla="+- f6 0 f5"/>
              <a:gd name="f23" fmla="*/ f19 f0 1"/>
              <a:gd name="f24" fmla="*/ f22 1 3132626"/>
              <a:gd name="f25" fmla="*/ 254154 f22 1"/>
              <a:gd name="f26" fmla="*/ 2878473 f22 1"/>
              <a:gd name="f27" fmla="*/ 2421296 f22 1"/>
              <a:gd name="f28" fmla="*/ 711331 f22 1"/>
              <a:gd name="f29" fmla="*/ f23 1 f2"/>
              <a:gd name="f30" fmla="*/ f25 1 3132626"/>
              <a:gd name="f31" fmla="*/ f26 1 3132626"/>
              <a:gd name="f32" fmla="*/ f27 1 3132626"/>
              <a:gd name="f33" fmla="*/ f28 1 3132626"/>
              <a:gd name="f34" fmla="*/ f5 1 f24"/>
              <a:gd name="f35" fmla="*/ f6 1 f24"/>
              <a:gd name="f36" fmla="+- f29 0 f1"/>
              <a:gd name="f37" fmla="*/ f30 1 f24"/>
              <a:gd name="f38" fmla="*/ f31 1 f24"/>
              <a:gd name="f39" fmla="*/ f32 1 f24"/>
              <a:gd name="f40" fmla="*/ f33 1 f24"/>
              <a:gd name="f41" fmla="*/ f34 f20 1"/>
              <a:gd name="f42" fmla="*/ f35 f20 1"/>
              <a:gd name="f43" fmla="*/ f35 f21 1"/>
              <a:gd name="f44" fmla="*/ f34 f21 1"/>
              <a:gd name="f45" fmla="*/ f37 f20 1"/>
              <a:gd name="f46" fmla="*/ f38 f21 1"/>
              <a:gd name="f47" fmla="*/ f39 f20 1"/>
              <a:gd name="f48" fmla="*/ f39 f21 1"/>
              <a:gd name="f49" fmla="*/ f38 f20 1"/>
              <a:gd name="f50" fmla="*/ f37 f21 1"/>
              <a:gd name="f51" fmla="*/ f40 f20 1"/>
              <a:gd name="f52" fmla="*/ f40 f21 1"/>
            </a:gdLst>
            <a:ahLst/>
            <a:cxnLst>
              <a:cxn ang="3cd4">
                <a:pos x="hc" y="t"/>
              </a:cxn>
              <a:cxn ang="0">
                <a:pos x="r" y="vc"/>
              </a:cxn>
              <a:cxn ang="cd4">
                <a:pos x="hc" y="b"/>
              </a:cxn>
              <a:cxn ang="cd2">
                <a:pos x="l" y="vc"/>
              </a:cxn>
              <a:cxn ang="f36">
                <a:pos x="f45" y="f46"/>
              </a:cxn>
              <a:cxn ang="f36">
                <a:pos x="f47" y="f48"/>
              </a:cxn>
              <a:cxn ang="f36">
                <a:pos x="f49" y="f50"/>
              </a:cxn>
              <a:cxn ang="f36">
                <a:pos x="f51" y="f52"/>
              </a:cxn>
              <a:cxn ang="f36">
                <a:pos x="f45" y="f46"/>
              </a:cxn>
            </a:cxnLst>
            <a:rect l="f41" t="f44" r="f42" b="f43"/>
            <a:pathLst>
              <a:path w="3132626" h="3132626">
                <a:moveTo>
                  <a:pt x="f7" y="f8"/>
                </a:moveTo>
                <a:cubicBezTo>
                  <a:pt x="f9" y="f10"/>
                  <a:pt x="f11" y="f12"/>
                  <a:pt x="f13" y="f13"/>
                </a:cubicBezTo>
                <a:cubicBezTo>
                  <a:pt x="f12" y="f11"/>
                  <a:pt x="f10" y="f9"/>
                  <a:pt x="f8" y="f7"/>
                </a:cubicBezTo>
                <a:cubicBezTo>
                  <a:pt x="f14" y="f15"/>
                  <a:pt x="f16" y="f17"/>
                  <a:pt x="f18" y="f18"/>
                </a:cubicBezTo>
                <a:cubicBezTo>
                  <a:pt x="f17" y="f16"/>
                  <a:pt x="f15" y="f14"/>
                  <a:pt x="f7" y="f8"/>
                </a:cubicBezTo>
              </a:path>
            </a:pathLst>
          </a:custGeom>
          <a:noFill/>
          <a:ln w="12060" cap="flat">
            <a:solidFill>
              <a:srgbClr val="5EFF59"/>
            </a:solidFill>
            <a:prstDash val="solid"/>
            <a:miter/>
          </a:ln>
          <a:effectLst>
            <a:outerShdw dist="22997" dir="5400000" algn="tl">
              <a:srgbClr val="000000">
                <a:alpha val="35000"/>
              </a:srgbClr>
            </a:outerShdw>
          </a:effectLst>
        </p:spPr>
        <p:txBody>
          <a:bodyPr vert="horz" wrap="square" lIns="91440" tIns="45720" rIns="91440" bIns="45720"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sp>
        <p:nvSpPr>
          <p:cNvPr id="6" name="Footer Placeholder 1">
            <a:extLst>
              <a:ext uri="{FF2B5EF4-FFF2-40B4-BE49-F238E27FC236}">
                <a16:creationId xmlns:a16="http://schemas.microsoft.com/office/drawing/2014/main" id="{BEE77AD5-E943-28BF-FEDE-16B1A7404F93}"/>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764574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2" name="Subtitle placeholder">
            <a:extLst>
              <a:ext uri="{FF2B5EF4-FFF2-40B4-BE49-F238E27FC236}">
                <a16:creationId xmlns:a16="http://schemas.microsoft.com/office/drawing/2014/main" id="{21BE4469-AA53-7A9F-FE18-175868597517}"/>
              </a:ext>
            </a:extLst>
          </p:cNvPr>
          <p:cNvSpPr txBox="1">
            <a:spLocks noGrp="1"/>
          </p:cNvSpPr>
          <p:nvPr>
            <p:ph type="subTitle" idx="4294967295"/>
          </p:nvPr>
        </p:nvSpPr>
        <p:spPr>
          <a:xfrm>
            <a:off x="457200" y="3460482"/>
            <a:ext cx="8291514" cy="215441"/>
          </a:xfrm>
        </p:spPr>
        <p:txBody>
          <a:bodyPr/>
          <a:lstStyle>
            <a:lvl1pPr>
              <a:defRPr sz="1600"/>
            </a:lvl1pPr>
          </a:lstStyle>
          <a:p>
            <a:pPr lvl="0"/>
            <a:r>
              <a:rPr lang="en-US"/>
              <a:t>Click to edit optional subtitle</a:t>
            </a:r>
          </a:p>
        </p:txBody>
      </p:sp>
      <p:sp>
        <p:nvSpPr>
          <p:cNvPr id="3" name="Presenter and date">
            <a:extLst>
              <a:ext uri="{FF2B5EF4-FFF2-40B4-BE49-F238E27FC236}">
                <a16:creationId xmlns:a16="http://schemas.microsoft.com/office/drawing/2014/main" id="{ABEA4BB5-22CF-3C34-1649-04691F1DCFB5}"/>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4" name="Picture 8">
            <a:extLst>
              <a:ext uri="{FF2B5EF4-FFF2-40B4-BE49-F238E27FC236}">
                <a16:creationId xmlns:a16="http://schemas.microsoft.com/office/drawing/2014/main" id="{282431B9-E88B-A27F-B068-411C7AABD4F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5" name="Footer Placeholder 2">
            <a:extLst>
              <a:ext uri="{FF2B5EF4-FFF2-40B4-BE49-F238E27FC236}">
                <a16:creationId xmlns:a16="http://schemas.microsoft.com/office/drawing/2014/main" id="{B5748918-BD41-A3B0-0DAF-25C6E412DBBA}"/>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20714211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One column with sketches">
    <p:spTree>
      <p:nvGrpSpPr>
        <p:cNvPr id="1" name=""/>
        <p:cNvGrpSpPr/>
        <p:nvPr/>
      </p:nvGrpSpPr>
      <p:grpSpPr>
        <a:xfrm>
          <a:off x="0" y="0"/>
          <a:ext cx="0" cy="0"/>
          <a:chOff x="0" y="0"/>
          <a:chExt cx="0" cy="0"/>
        </a:xfrm>
      </p:grpSpPr>
      <p:sp>
        <p:nvSpPr>
          <p:cNvPr id="2" name="Slide Number Placeholder 9">
            <a:extLst>
              <a:ext uri="{FF2B5EF4-FFF2-40B4-BE49-F238E27FC236}">
                <a16:creationId xmlns:a16="http://schemas.microsoft.com/office/drawing/2014/main" id="{20BEFC8A-53B3-3752-B3FB-46A58DD82EE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BA3EA13-707B-4E6D-8B15-2989E8BBFFFF}" type="slidenum">
              <a:t>‹#›</a:t>
            </a:fld>
            <a:endParaRPr lang="en-US"/>
          </a:p>
        </p:txBody>
      </p:sp>
      <p:sp>
        <p:nvSpPr>
          <p:cNvPr id="3" name="Title 3">
            <a:extLst>
              <a:ext uri="{FF2B5EF4-FFF2-40B4-BE49-F238E27FC236}">
                <a16:creationId xmlns:a16="http://schemas.microsoft.com/office/drawing/2014/main" id="{00F6FF73-0A14-5DAB-56F4-8DEDB5266AA1}"/>
              </a:ext>
            </a:extLst>
          </p:cNvPr>
          <p:cNvSpPr txBox="1">
            <a:spLocks noGrp="1"/>
          </p:cNvSpPr>
          <p:nvPr>
            <p:ph type="title"/>
          </p:nvPr>
        </p:nvSpPr>
        <p:spPr/>
        <p:txBody>
          <a:bodyPr/>
          <a:lstStyle>
            <a:lvl1pPr>
              <a:defRPr/>
            </a:lvl1pPr>
          </a:lstStyle>
          <a:p>
            <a:pPr lvl="0"/>
            <a:r>
              <a:rPr lang="en-US"/>
              <a:t>Click to edit master title style</a:t>
            </a:r>
          </a:p>
        </p:txBody>
      </p:sp>
      <p:sp>
        <p:nvSpPr>
          <p:cNvPr id="4" name="Subhead placeholder">
            <a:extLst>
              <a:ext uri="{FF2B5EF4-FFF2-40B4-BE49-F238E27FC236}">
                <a16:creationId xmlns:a16="http://schemas.microsoft.com/office/drawing/2014/main" id="{0BBCCB96-66EE-466E-3239-A126485E8807}"/>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0060F1E5-725B-09DC-ADDB-610C04D7639C}"/>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5106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slide with title">
    <p:spTree>
      <p:nvGrpSpPr>
        <p:cNvPr id="1" name=""/>
        <p:cNvGrpSpPr/>
        <p:nvPr/>
      </p:nvGrpSpPr>
      <p:grpSpPr>
        <a:xfrm>
          <a:off x="0" y="0"/>
          <a:ext cx="0" cy="0"/>
          <a:chOff x="0" y="0"/>
          <a:chExt cx="0" cy="0"/>
        </a:xfrm>
      </p:grpSpPr>
      <p:sp>
        <p:nvSpPr>
          <p:cNvPr id="2" name="Slide Number Placeholder 9">
            <a:extLst>
              <a:ext uri="{FF2B5EF4-FFF2-40B4-BE49-F238E27FC236}">
                <a16:creationId xmlns:a16="http://schemas.microsoft.com/office/drawing/2014/main" id="{F2333820-F917-5794-557C-F363154B020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1AF2B26-44CB-4F57-ABB5-A1DAFC5A457E}" type="slidenum">
              <a:t>‹#›</a:t>
            </a:fld>
            <a:endParaRPr lang="en-US"/>
          </a:p>
        </p:txBody>
      </p:sp>
    </p:spTree>
    <p:extLst>
      <p:ext uri="{BB962C8B-B14F-4D97-AF65-F5344CB8AC3E}">
        <p14:creationId xmlns:p14="http://schemas.microsoft.com/office/powerpoint/2010/main" val="33173968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4246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One column 2/3 of slide">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5C10EAAC-6C8F-B5F0-9CA5-92393E98D667}"/>
              </a:ext>
            </a:extLst>
          </p:cNvPr>
          <p:cNvSpPr txBox="1">
            <a:spLocks noGrp="1"/>
          </p:cNvSpPr>
          <p:nvPr>
            <p:ph idx="4294967295"/>
          </p:nvPr>
        </p:nvSpPr>
        <p:spPr>
          <a:xfrm>
            <a:off x="457200" y="1508394"/>
            <a:ext cx="5449622" cy="266714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EB504DEA-88C4-DFB6-22F3-5538F7924131}"/>
              </a:ext>
            </a:extLst>
          </p:cNvPr>
          <p:cNvSpPr txBox="1">
            <a:spLocks noGrp="1"/>
          </p:cNvSpPr>
          <p:nvPr>
            <p:ph type="body" idx="4294967295"/>
          </p:nvPr>
        </p:nvSpPr>
        <p:spPr>
          <a:xfrm>
            <a:off x="457200" y="4341808"/>
            <a:ext cx="5437186" cy="153984"/>
          </a:xfrm>
        </p:spPr>
        <p:txBody>
          <a:bodyPr/>
          <a:lstStyle>
            <a:lvl1pPr>
              <a:lnSpc>
                <a:spcPts val="1300"/>
              </a:lnSpc>
              <a:defRPr sz="1100"/>
            </a:lvl1pPr>
          </a:lstStyle>
          <a:p>
            <a:pPr lvl="0"/>
            <a:r>
              <a:rPr lang="en-US"/>
              <a:t>Click to edit Master text styles</a:t>
            </a:r>
          </a:p>
        </p:txBody>
      </p:sp>
      <p:sp>
        <p:nvSpPr>
          <p:cNvPr id="4" name="Footer Placeholder 7">
            <a:extLst>
              <a:ext uri="{FF2B5EF4-FFF2-40B4-BE49-F238E27FC236}">
                <a16:creationId xmlns:a16="http://schemas.microsoft.com/office/drawing/2014/main" id="{9A6D58D0-A9E9-1AF7-0242-5A4803BDB682}"/>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8">
            <a:extLst>
              <a:ext uri="{FF2B5EF4-FFF2-40B4-BE49-F238E27FC236}">
                <a16:creationId xmlns:a16="http://schemas.microsoft.com/office/drawing/2014/main" id="{C990671D-7DD8-42AD-31A1-45F200C714D3}"/>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DD6680D-F0C5-436E-8F4B-757734654728}" type="slidenum">
              <a:t>‹#›</a:t>
            </a:fld>
            <a:endParaRPr lang="en-US"/>
          </a:p>
        </p:txBody>
      </p:sp>
    </p:spTree>
    <p:extLst>
      <p:ext uri="{BB962C8B-B14F-4D97-AF65-F5344CB8AC3E}">
        <p14:creationId xmlns:p14="http://schemas.microsoft.com/office/powerpoint/2010/main" val="8132366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One column with callou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299F085A-FCAE-61F6-DB2F-62270E1C67D4}"/>
              </a:ext>
            </a:extLst>
          </p:cNvPr>
          <p:cNvSpPr txBox="1">
            <a:spLocks noGrp="1"/>
          </p:cNvSpPr>
          <p:nvPr>
            <p:ph idx="4294967295"/>
          </p:nvPr>
        </p:nvSpPr>
        <p:spPr>
          <a:xfrm>
            <a:off x="457200" y="1508394"/>
            <a:ext cx="544962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56E2830D-D574-75E0-E524-D31015D0CD41}"/>
              </a:ext>
            </a:extLst>
          </p:cNvPr>
          <p:cNvSpPr txBox="1">
            <a:spLocks noGrp="1"/>
          </p:cNvSpPr>
          <p:nvPr>
            <p:ph idx="4294967295"/>
          </p:nvPr>
        </p:nvSpPr>
        <p:spPr>
          <a:xfrm>
            <a:off x="6202887" y="1508394"/>
            <a:ext cx="248391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728E9ACC-D873-2602-E9FC-335522C8F1C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9">
            <a:extLst>
              <a:ext uri="{FF2B5EF4-FFF2-40B4-BE49-F238E27FC236}">
                <a16:creationId xmlns:a16="http://schemas.microsoft.com/office/drawing/2014/main" id="{6D742C2A-3185-0742-239E-5CD70984D88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F5A32257-05B8-44D8-B73A-A1B26753042F}" type="slidenum">
              <a:t>‹#›</a:t>
            </a:fld>
            <a:endParaRPr lang="en-US"/>
          </a:p>
        </p:txBody>
      </p:sp>
    </p:spTree>
    <p:extLst>
      <p:ext uri="{BB962C8B-B14F-4D97-AF65-F5344CB8AC3E}">
        <p14:creationId xmlns:p14="http://schemas.microsoft.com/office/powerpoint/2010/main" val="407629617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78B77764-A1F6-80C5-D0BD-901E76A62907}"/>
              </a:ext>
            </a:extLst>
          </p:cNvPr>
          <p:cNvSpPr txBox="1">
            <a:spLocks noGrp="1"/>
          </p:cNvSpPr>
          <p:nvPr>
            <p:ph idx="4294967295"/>
          </p:nvPr>
        </p:nvSpPr>
        <p:spPr>
          <a:xfrm>
            <a:off x="454100" y="1713421"/>
            <a:ext cx="401390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D98E9A90-58BD-A643-AC6E-2F2C1981DE7E}"/>
              </a:ext>
            </a:extLst>
          </p:cNvPr>
          <p:cNvSpPr txBox="1">
            <a:spLocks noGrp="1"/>
          </p:cNvSpPr>
          <p:nvPr>
            <p:ph type="body" idx="4294967295"/>
          </p:nvPr>
        </p:nvSpPr>
        <p:spPr>
          <a:xfrm>
            <a:off x="4672894" y="1352553"/>
            <a:ext cx="4013895" cy="158748"/>
          </a:xfrm>
        </p:spPr>
        <p:txBody>
          <a:bodyPr/>
          <a:lstStyle>
            <a:lvl1pPr>
              <a:lnSpc>
                <a:spcPts val="1600"/>
              </a:lnSpc>
              <a:defRPr/>
            </a:lvl1pPr>
          </a:lstStyle>
          <a:p>
            <a:pPr lvl="0"/>
            <a:r>
              <a:rPr lang="en-US"/>
              <a:t>Click to edit master text styles</a:t>
            </a:r>
          </a:p>
        </p:txBody>
      </p:sp>
      <p:sp>
        <p:nvSpPr>
          <p:cNvPr id="4" name="Text placeholder">
            <a:extLst>
              <a:ext uri="{FF2B5EF4-FFF2-40B4-BE49-F238E27FC236}">
                <a16:creationId xmlns:a16="http://schemas.microsoft.com/office/drawing/2014/main" id="{3E187791-90DD-10CD-8D5D-96E3CB6D2FDE}"/>
              </a:ext>
            </a:extLst>
          </p:cNvPr>
          <p:cNvSpPr txBox="1">
            <a:spLocks noGrp="1"/>
          </p:cNvSpPr>
          <p:nvPr>
            <p:ph idx="4294967295"/>
          </p:nvPr>
        </p:nvSpPr>
        <p:spPr>
          <a:xfrm>
            <a:off x="4672894" y="1713421"/>
            <a:ext cx="401389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8">
            <a:extLst>
              <a:ext uri="{FF2B5EF4-FFF2-40B4-BE49-F238E27FC236}">
                <a16:creationId xmlns:a16="http://schemas.microsoft.com/office/drawing/2014/main" id="{4957C289-6BC7-0FC7-AFF4-3CC297F7EAD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0">
            <a:extLst>
              <a:ext uri="{FF2B5EF4-FFF2-40B4-BE49-F238E27FC236}">
                <a16:creationId xmlns:a16="http://schemas.microsoft.com/office/drawing/2014/main" id="{16BB3921-8543-C957-63AB-40E12F6F124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8CFF9130-30AD-43AC-85A4-AAC74C965DB9}" type="slidenum">
              <a:t>‹#›</a:t>
            </a:fld>
            <a:endParaRPr lang="en-US"/>
          </a:p>
        </p:txBody>
      </p:sp>
    </p:spTree>
    <p:extLst>
      <p:ext uri="{BB962C8B-B14F-4D97-AF65-F5344CB8AC3E}">
        <p14:creationId xmlns:p14="http://schemas.microsoft.com/office/powerpoint/2010/main" val="33212022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wo columns with subtitle and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5735DB42-C922-A0BC-5E08-B7E02273BEE6}"/>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DA528306-91D2-3291-149A-26396F061426}"/>
              </a:ext>
            </a:extLst>
          </p:cNvPr>
          <p:cNvSpPr txBox="1">
            <a:spLocks noGrp="1"/>
          </p:cNvSpPr>
          <p:nvPr>
            <p:ph idx="4294967295"/>
          </p:nvPr>
        </p:nvSpPr>
        <p:spPr>
          <a:xfrm>
            <a:off x="454100"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aption placeholder">
            <a:extLst>
              <a:ext uri="{FF2B5EF4-FFF2-40B4-BE49-F238E27FC236}">
                <a16:creationId xmlns:a16="http://schemas.microsoft.com/office/drawing/2014/main" id="{F41086D5-CE43-12B7-A0DE-727FD62696C5}"/>
              </a:ext>
            </a:extLst>
          </p:cNvPr>
          <p:cNvSpPr txBox="1">
            <a:spLocks noGrp="1"/>
          </p:cNvSpPr>
          <p:nvPr>
            <p:ph type="body" idx="4294967295"/>
          </p:nvPr>
        </p:nvSpPr>
        <p:spPr>
          <a:xfrm>
            <a:off x="454100" y="4341808"/>
            <a:ext cx="4013905" cy="158748"/>
          </a:xfrm>
        </p:spPr>
        <p:txBody>
          <a:bodyPr/>
          <a:lstStyle>
            <a:lvl1pPr>
              <a:lnSpc>
                <a:spcPts val="1300"/>
              </a:lnSpc>
              <a:defRPr sz="1100"/>
            </a:lvl1pPr>
          </a:lstStyle>
          <a:p>
            <a:pPr lvl="0"/>
            <a:r>
              <a:rPr lang="en-US"/>
              <a:t>Click to edit master text styles</a:t>
            </a:r>
          </a:p>
        </p:txBody>
      </p:sp>
      <p:sp>
        <p:nvSpPr>
          <p:cNvPr id="5" name="Text placeholder">
            <a:extLst>
              <a:ext uri="{FF2B5EF4-FFF2-40B4-BE49-F238E27FC236}">
                <a16:creationId xmlns:a16="http://schemas.microsoft.com/office/drawing/2014/main" id="{4A436793-64C8-C33A-9711-CCC4F90CFF91}"/>
              </a:ext>
            </a:extLst>
          </p:cNvPr>
          <p:cNvSpPr txBox="1">
            <a:spLocks noGrp="1"/>
          </p:cNvSpPr>
          <p:nvPr>
            <p:ph idx="4294967295"/>
          </p:nvPr>
        </p:nvSpPr>
        <p:spPr>
          <a:xfrm>
            <a:off x="4672894"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aption placeholder">
            <a:extLst>
              <a:ext uri="{FF2B5EF4-FFF2-40B4-BE49-F238E27FC236}">
                <a16:creationId xmlns:a16="http://schemas.microsoft.com/office/drawing/2014/main" id="{2B7B4033-FAA6-A901-4983-3950314593DD}"/>
              </a:ext>
            </a:extLst>
          </p:cNvPr>
          <p:cNvSpPr txBox="1">
            <a:spLocks noGrp="1"/>
          </p:cNvSpPr>
          <p:nvPr>
            <p:ph type="body" idx="4294967295"/>
          </p:nvPr>
        </p:nvSpPr>
        <p:spPr>
          <a:xfrm>
            <a:off x="4672894" y="4341808"/>
            <a:ext cx="4013905" cy="158748"/>
          </a:xfrm>
        </p:spPr>
        <p:txBody>
          <a:bodyPr/>
          <a:lstStyle>
            <a:lvl1pPr>
              <a:lnSpc>
                <a:spcPts val="1300"/>
              </a:lnSpc>
              <a:defRPr sz="1100"/>
            </a:lvl1pPr>
          </a:lstStyle>
          <a:p>
            <a:pPr lvl="0"/>
            <a:r>
              <a:rPr lang="en-US"/>
              <a:t>Click to edit master text styles</a:t>
            </a:r>
          </a:p>
        </p:txBody>
      </p:sp>
      <p:sp>
        <p:nvSpPr>
          <p:cNvPr id="7" name="Footer Placeholder 10">
            <a:extLst>
              <a:ext uri="{FF2B5EF4-FFF2-40B4-BE49-F238E27FC236}">
                <a16:creationId xmlns:a16="http://schemas.microsoft.com/office/drawing/2014/main" id="{332AB8E5-09AF-E5FB-89EE-42924834DF7A}"/>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8" name="Slide Number Placeholder 13">
            <a:extLst>
              <a:ext uri="{FF2B5EF4-FFF2-40B4-BE49-F238E27FC236}">
                <a16:creationId xmlns:a16="http://schemas.microsoft.com/office/drawing/2014/main" id="{5E626B11-97B6-7934-63D0-820A75EC1C7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527B972F-656D-4876-ACEC-BB7AC73902BE}" type="slidenum">
              <a:t>‹#›</a:t>
            </a:fld>
            <a:endParaRPr lang="en-US"/>
          </a:p>
        </p:txBody>
      </p:sp>
    </p:spTree>
    <p:extLst>
      <p:ext uri="{BB962C8B-B14F-4D97-AF65-F5344CB8AC3E}">
        <p14:creationId xmlns:p14="http://schemas.microsoft.com/office/powerpoint/2010/main" val="40289478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C87C1A21-0C56-2F18-3435-C335612E94FA}"/>
              </a:ext>
            </a:extLst>
          </p:cNvPr>
          <p:cNvSpPr txBox="1">
            <a:spLocks noGrp="1"/>
          </p:cNvSpPr>
          <p:nvPr>
            <p:ph idx="4294967295"/>
          </p:nvPr>
        </p:nvSpPr>
        <p:spPr>
          <a:xfrm>
            <a:off x="457200"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D0CE55E3-E8C9-F6FD-731B-4446B35018CE}"/>
              </a:ext>
            </a:extLst>
          </p:cNvPr>
          <p:cNvSpPr txBox="1">
            <a:spLocks noGrp="1"/>
          </p:cNvSpPr>
          <p:nvPr>
            <p:ph idx="4294967295"/>
          </p:nvPr>
        </p:nvSpPr>
        <p:spPr>
          <a:xfrm>
            <a:off x="3299082"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a:extLst>
              <a:ext uri="{FF2B5EF4-FFF2-40B4-BE49-F238E27FC236}">
                <a16:creationId xmlns:a16="http://schemas.microsoft.com/office/drawing/2014/main" id="{588B6E53-04D7-4BEC-F033-DAFFEE3F002D}"/>
              </a:ext>
            </a:extLst>
          </p:cNvPr>
          <p:cNvSpPr txBox="1">
            <a:spLocks noGrp="1"/>
          </p:cNvSpPr>
          <p:nvPr>
            <p:ph idx="4294967295"/>
          </p:nvPr>
        </p:nvSpPr>
        <p:spPr>
          <a:xfrm>
            <a:off x="6140973"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6">
            <a:extLst>
              <a:ext uri="{FF2B5EF4-FFF2-40B4-BE49-F238E27FC236}">
                <a16:creationId xmlns:a16="http://schemas.microsoft.com/office/drawing/2014/main" id="{AE5310EB-DD79-AD7B-7908-CBFD46932383}"/>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7">
            <a:extLst>
              <a:ext uri="{FF2B5EF4-FFF2-40B4-BE49-F238E27FC236}">
                <a16:creationId xmlns:a16="http://schemas.microsoft.com/office/drawing/2014/main" id="{22DB8A1A-6171-4DB7-62C8-4FF9231F8D4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83490B4-ECBD-4387-B644-3E6495F5AA9F}" type="slidenum">
              <a:t>‹#›</a:t>
            </a:fld>
            <a:endParaRPr lang="en-US"/>
          </a:p>
        </p:txBody>
      </p:sp>
    </p:spTree>
    <p:extLst>
      <p:ext uri="{BB962C8B-B14F-4D97-AF65-F5344CB8AC3E}">
        <p14:creationId xmlns:p14="http://schemas.microsoft.com/office/powerpoint/2010/main" val="10646891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One column with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7C393362-A3AE-A1A2-9F93-EF374C09CFEC}"/>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CF9F3660-49E8-A756-2E30-85F3EAF6CF74}"/>
              </a:ext>
            </a:extLst>
          </p:cNvPr>
          <p:cNvSpPr txBox="1">
            <a:spLocks noGrp="1"/>
          </p:cNvSpPr>
          <p:nvPr>
            <p:ph idx="4294967295"/>
          </p:nvPr>
        </p:nvSpPr>
        <p:spPr>
          <a:xfrm>
            <a:off x="4726652" y="1508394"/>
            <a:ext cx="3960138" cy="2815958"/>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4" name="Footer Placeholder 9">
            <a:extLst>
              <a:ext uri="{FF2B5EF4-FFF2-40B4-BE49-F238E27FC236}">
                <a16:creationId xmlns:a16="http://schemas.microsoft.com/office/drawing/2014/main" id="{0A49CB01-2C3E-ABEC-8590-F638E139279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42878944-9B78-1421-DD34-4E69BF02DF39}"/>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179BD64-3C15-4C0A-BE89-0B9F72E2083D}" type="slidenum">
              <a:t>‹#›</a:t>
            </a:fld>
            <a:endParaRPr lang="en-US"/>
          </a:p>
        </p:txBody>
      </p:sp>
    </p:spTree>
    <p:extLst>
      <p:ext uri="{BB962C8B-B14F-4D97-AF65-F5344CB8AC3E}">
        <p14:creationId xmlns:p14="http://schemas.microsoft.com/office/powerpoint/2010/main" val="325046332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One column with object and sketches">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E7CF087E-E3A2-64AC-64E9-9D5FE56C1F35}"/>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Text placeholder">
            <a:extLst>
              <a:ext uri="{FF2B5EF4-FFF2-40B4-BE49-F238E27FC236}">
                <a16:creationId xmlns:a16="http://schemas.microsoft.com/office/drawing/2014/main" id="{5B067134-7206-ED74-ED7B-76CA0E38D922}"/>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descr="Image placeholder">
            <a:extLst>
              <a:ext uri="{FF2B5EF4-FFF2-40B4-BE49-F238E27FC236}">
                <a16:creationId xmlns:a16="http://schemas.microsoft.com/office/drawing/2014/main" id="{346EDCC1-3DB9-F9E6-B184-66CE5DE2B100}"/>
              </a:ext>
            </a:extLst>
          </p:cNvPr>
          <p:cNvSpPr txBox="1">
            <a:spLocks noGrp="1"/>
          </p:cNvSpPr>
          <p:nvPr>
            <p:ph idx="4294967295"/>
          </p:nvPr>
        </p:nvSpPr>
        <p:spPr>
          <a:xfrm>
            <a:off x="4726652" y="1508394"/>
            <a:ext cx="3960138" cy="2815958"/>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5" name="Footer Placeholder 9">
            <a:extLst>
              <a:ext uri="{FF2B5EF4-FFF2-40B4-BE49-F238E27FC236}">
                <a16:creationId xmlns:a16="http://schemas.microsoft.com/office/drawing/2014/main" id="{9D17EE7B-AC0C-DAD0-2D93-2E8B742773D6}"/>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6" name="Slide Number Placeholder 11">
            <a:extLst>
              <a:ext uri="{FF2B5EF4-FFF2-40B4-BE49-F238E27FC236}">
                <a16:creationId xmlns:a16="http://schemas.microsoft.com/office/drawing/2014/main" id="{BAB32E5A-7698-B9BB-5973-F70F814DAB72}"/>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FDC230B1-9A05-4918-8D89-64C41BF11934}" type="slidenum">
              <a:t>‹#›</a:t>
            </a:fld>
            <a:endParaRPr lang="en-US"/>
          </a:p>
        </p:txBody>
      </p:sp>
    </p:spTree>
    <p:extLst>
      <p:ext uri="{BB962C8B-B14F-4D97-AF65-F5344CB8AC3E}">
        <p14:creationId xmlns:p14="http://schemas.microsoft.com/office/powerpoint/2010/main" val="154722506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One column with half page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9DE69F92-F9CA-1A3A-6DB0-87D7EEAB31A9}"/>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FC82757E-A812-F1A4-5291-97703AE1865C}"/>
              </a:ext>
            </a:extLst>
          </p:cNvPr>
          <p:cNvSpPr txBox="1">
            <a:spLocks noGrp="1"/>
          </p:cNvSpPr>
          <p:nvPr>
            <p:ph idx="4294967295"/>
          </p:nvPr>
        </p:nvSpPr>
        <p:spPr>
          <a:xfrm>
            <a:off x="4572000" y="0"/>
            <a:ext cx="4572000" cy="5143499"/>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4" name="Footer Placeholder 7">
            <a:extLst>
              <a:ext uri="{FF2B5EF4-FFF2-40B4-BE49-F238E27FC236}">
                <a16:creationId xmlns:a16="http://schemas.microsoft.com/office/drawing/2014/main" id="{D0B1566F-4D62-C6BB-1211-EF3B1A4275C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B6458805-F0B6-2E3F-2CB3-41ECB8D6B88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E668DE6-9CD5-4737-856F-A9F78313137F}" type="slidenum">
              <a:t>‹#›</a:t>
            </a:fld>
            <a:endParaRPr lang="en-US"/>
          </a:p>
        </p:txBody>
      </p:sp>
    </p:spTree>
    <p:extLst>
      <p:ext uri="{BB962C8B-B14F-4D97-AF65-F5344CB8AC3E}">
        <p14:creationId xmlns:p14="http://schemas.microsoft.com/office/powerpoint/2010/main" val="35694619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One column with 1/3 objec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162CB44-082A-D5BD-4B29-A82B123BFE3F}"/>
              </a:ext>
            </a:extLst>
          </p:cNvPr>
          <p:cNvSpPr txBox="1">
            <a:spLocks noGrp="1"/>
          </p:cNvSpPr>
          <p:nvPr>
            <p:ph idx="4294967295"/>
          </p:nvPr>
        </p:nvSpPr>
        <p:spPr>
          <a:xfrm>
            <a:off x="457200" y="1508394"/>
            <a:ext cx="542544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B90CE048-ECC9-7AFC-12C1-15EAD2E5F9D2}"/>
              </a:ext>
            </a:extLst>
          </p:cNvPr>
          <p:cNvSpPr txBox="1">
            <a:spLocks noGrp="1"/>
          </p:cNvSpPr>
          <p:nvPr>
            <p:ph idx="4294967295"/>
          </p:nvPr>
        </p:nvSpPr>
        <p:spPr>
          <a:xfrm>
            <a:off x="6098398" y="0"/>
            <a:ext cx="3045601" cy="5143499"/>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4" name="Footer Placeholder 3">
            <a:extLst>
              <a:ext uri="{FF2B5EF4-FFF2-40B4-BE49-F238E27FC236}">
                <a16:creationId xmlns:a16="http://schemas.microsoft.com/office/drawing/2014/main" id="{42F4BDEB-2ECB-EFEC-90C1-28A26A7DA3A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4">
            <a:extLst>
              <a:ext uri="{FF2B5EF4-FFF2-40B4-BE49-F238E27FC236}">
                <a16:creationId xmlns:a16="http://schemas.microsoft.com/office/drawing/2014/main" id="{0459DE34-7D44-2FC6-F493-394177B0BE9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00371DA1-6076-4529-A2E0-66CADB098FA3}" type="slidenum">
              <a:t>‹#›</a:t>
            </a:fld>
            <a:endParaRPr lang="en-US"/>
          </a:p>
        </p:txBody>
      </p:sp>
    </p:spTree>
    <p:extLst>
      <p:ext uri="{BB962C8B-B14F-4D97-AF65-F5344CB8AC3E}">
        <p14:creationId xmlns:p14="http://schemas.microsoft.com/office/powerpoint/2010/main" val="176020255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214BDE86-6156-A31F-A8C9-0513E523013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6">
            <a:extLst>
              <a:ext uri="{FF2B5EF4-FFF2-40B4-BE49-F238E27FC236}">
                <a16:creationId xmlns:a16="http://schemas.microsoft.com/office/drawing/2014/main" id="{753891D3-C0A0-26F6-2C24-ACF2182292DD}"/>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5CD8A0F-F831-4A1E-8E36-575D556CB4D6}" type="slidenum">
              <a:t>‹#›</a:t>
            </a:fld>
            <a:endParaRPr lang="en-US"/>
          </a:p>
        </p:txBody>
      </p:sp>
    </p:spTree>
    <p:extLst>
      <p:ext uri="{BB962C8B-B14F-4D97-AF65-F5344CB8AC3E}">
        <p14:creationId xmlns:p14="http://schemas.microsoft.com/office/powerpoint/2010/main" val="11982362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Agenda slide with sketches">
    <p:spTree>
      <p:nvGrpSpPr>
        <p:cNvPr id="1" name=""/>
        <p:cNvGrpSpPr/>
        <p:nvPr/>
      </p:nvGrpSpPr>
      <p:grpSpPr>
        <a:xfrm>
          <a:off x="0" y="0"/>
          <a:ext cx="0" cy="0"/>
          <a:chOff x="0" y="0"/>
          <a:chExt cx="0" cy="0"/>
        </a:xfrm>
      </p:grpSpPr>
      <p:sp>
        <p:nvSpPr>
          <p:cNvPr id="2" name="Agenda placeholder">
            <a:extLst>
              <a:ext uri="{FF2B5EF4-FFF2-40B4-BE49-F238E27FC236}">
                <a16:creationId xmlns:a16="http://schemas.microsoft.com/office/drawing/2014/main" id="{8DA21DA9-9469-6017-3B6A-A318910CC286}"/>
              </a:ext>
            </a:extLst>
          </p:cNvPr>
          <p:cNvSpPr txBox="1">
            <a:spLocks noGrp="1"/>
          </p:cNvSpPr>
          <p:nvPr>
            <p:ph idx="4294967295"/>
          </p:nvPr>
        </p:nvSpPr>
        <p:spPr>
          <a:xfrm>
            <a:off x="457200" y="1504946"/>
            <a:ext cx="8229600" cy="2819396"/>
          </a:xfrm>
        </p:spPr>
        <p:txBody>
          <a:bodyPr/>
          <a:lstStyle>
            <a:lvl1pPr marL="342900" indent="-342900">
              <a:buClr>
                <a:srgbClr val="5EFF59"/>
              </a:buClr>
              <a:buSzPct val="100000"/>
              <a:buFont typeface="Poppins"/>
              <a:buAutoNum type="arabicPeriod"/>
              <a:defRPr/>
            </a:lvl1pPr>
            <a:lvl2pPr marL="342900" lvl="0" indent="-342900" defTabSz="457181">
              <a:buFont typeface="Poppins"/>
              <a:buAutoNum type="arabicPeriod"/>
              <a:defRPr/>
            </a:lvl2pPr>
          </a:lstStyle>
          <a:p>
            <a:pPr lvl="0"/>
            <a:r>
              <a:rPr lang="en-US"/>
              <a:t>Click to edit master text styles</a:t>
            </a:r>
          </a:p>
          <a:p>
            <a:pPr lvl="0"/>
            <a:endParaRPr lang="en-US"/>
          </a:p>
        </p:txBody>
      </p:sp>
      <p:sp>
        <p:nvSpPr>
          <p:cNvPr id="3" name="Footer Placeholder 6">
            <a:extLst>
              <a:ext uri="{FF2B5EF4-FFF2-40B4-BE49-F238E27FC236}">
                <a16:creationId xmlns:a16="http://schemas.microsoft.com/office/drawing/2014/main" id="{413A8A30-F449-2BE5-A3F1-815480483C1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7">
            <a:extLst>
              <a:ext uri="{FF2B5EF4-FFF2-40B4-BE49-F238E27FC236}">
                <a16:creationId xmlns:a16="http://schemas.microsoft.com/office/drawing/2014/main" id="{DBD1CD59-13D7-B586-FF4F-B21BB9849D5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E535112C-2A33-4F08-8ECE-EF8C060A9194}" type="slidenum">
              <a:t>‹#›</a:t>
            </a:fld>
            <a:endParaRPr lang="en-US"/>
          </a:p>
        </p:txBody>
      </p:sp>
    </p:spTree>
    <p:extLst>
      <p:ext uri="{BB962C8B-B14F-4D97-AF65-F5344CB8AC3E}">
        <p14:creationId xmlns:p14="http://schemas.microsoft.com/office/powerpoint/2010/main" val="23491342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break with subhead">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E467C8A5-F166-B78F-F972-EE7CEE87159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D1FCD3C9-4BA7-4B54-2E55-5C4E9999C9D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BFF7ACF-275A-44F6-B36E-C079C3A79E0C}" type="slidenum">
              <a:t>‹#›</a:t>
            </a:fld>
            <a:endParaRPr lang="en-US"/>
          </a:p>
        </p:txBody>
      </p:sp>
    </p:spTree>
    <p:extLst>
      <p:ext uri="{BB962C8B-B14F-4D97-AF65-F5344CB8AC3E}">
        <p14:creationId xmlns:p14="http://schemas.microsoft.com/office/powerpoint/2010/main" val="301884640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break for longer copy">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3D86B60A-2C23-AF8F-A1BF-009CF10D510E}"/>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C4110B0-9DA1-427B-8FC5-122B262E1347}" type="slidenum">
              <a:t>‹#›</a:t>
            </a:fld>
            <a:endParaRPr lang="en-US"/>
          </a:p>
        </p:txBody>
      </p:sp>
    </p:spTree>
    <p:extLst>
      <p:ext uri="{BB962C8B-B14F-4D97-AF65-F5344CB8AC3E}">
        <p14:creationId xmlns:p14="http://schemas.microsoft.com/office/powerpoint/2010/main" val="265520750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break for longer copy with image">
    <p:spTree>
      <p:nvGrpSpPr>
        <p:cNvPr id="1" name=""/>
        <p:cNvGrpSpPr/>
        <p:nvPr/>
      </p:nvGrpSpPr>
      <p:grpSpPr>
        <a:xfrm>
          <a:off x="0" y="0"/>
          <a:ext cx="0" cy="0"/>
          <a:chOff x="0" y="0"/>
          <a:chExt cx="0" cy="0"/>
        </a:xfrm>
      </p:grpSpPr>
      <p:sp>
        <p:nvSpPr>
          <p:cNvPr id="2" name="Footer Placeholder 7">
            <a:extLst>
              <a:ext uri="{FF2B5EF4-FFF2-40B4-BE49-F238E27FC236}">
                <a16:creationId xmlns:a16="http://schemas.microsoft.com/office/drawing/2014/main" id="{CD532D79-275F-9F3E-A54D-D3B07C5E5CE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8">
            <a:extLst>
              <a:ext uri="{FF2B5EF4-FFF2-40B4-BE49-F238E27FC236}">
                <a16:creationId xmlns:a16="http://schemas.microsoft.com/office/drawing/2014/main" id="{2991CE70-BB75-C37E-A1BB-43454D365B47}"/>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5EE15611-97CF-4ACF-825D-112F5C129D90}" type="slidenum">
              <a:t>‹#›</a:t>
            </a:fld>
            <a:endParaRPr lang="en-US"/>
          </a:p>
        </p:txBody>
      </p:sp>
    </p:spTree>
    <p:extLst>
      <p:ext uri="{BB962C8B-B14F-4D97-AF65-F5344CB8AC3E}">
        <p14:creationId xmlns:p14="http://schemas.microsoft.com/office/powerpoint/2010/main" val="412654414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break for longer copy with sketches">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9C2EC623-204E-2716-BBAA-5C4EC5B440D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5">
            <a:extLst>
              <a:ext uri="{FF2B5EF4-FFF2-40B4-BE49-F238E27FC236}">
                <a16:creationId xmlns:a16="http://schemas.microsoft.com/office/drawing/2014/main" id="{021D0F11-0098-5F69-380E-89357818775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0CCE066-9B0D-4EA2-9797-59EF099A4F60}" type="slidenum">
              <a:t>‹#›</a:t>
            </a:fld>
            <a:endParaRPr lang="en-US"/>
          </a:p>
        </p:txBody>
      </p:sp>
    </p:spTree>
    <p:extLst>
      <p:ext uri="{BB962C8B-B14F-4D97-AF65-F5344CB8AC3E}">
        <p14:creationId xmlns:p14="http://schemas.microsoft.com/office/powerpoint/2010/main" val="181225222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Advancing Energy Tech slide">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E741E7E2-3221-8B92-FA5B-98EC35AB36C1}"/>
              </a:ext>
            </a:extLst>
          </p:cNvPr>
          <p:cNvSpPr txBox="1"/>
          <p:nvPr/>
        </p:nvSpPr>
        <p:spPr>
          <a:xfrm>
            <a:off x="1630110" y="2233742"/>
            <a:ext cx="5883779" cy="615555"/>
          </a:xfrm>
          <a:prstGeom prst="rect">
            <a:avLst/>
          </a:prstGeom>
          <a:noFill/>
          <a:ln cap="flat">
            <a:noFill/>
          </a:ln>
          <a:effectLst>
            <a:outerShdw dist="22997" dir="5400000" algn="tl">
              <a:srgbClr val="000000">
                <a:alpha val="35000"/>
              </a:srgbClr>
            </a:outerShdw>
          </a:effectLst>
        </p:spPr>
        <p:txBody>
          <a:bodyPr vert="horz" wrap="square" lIns="91440" tIns="45720" rIns="91440" bIns="45720" anchor="t" anchorCtr="1" compatLnSpc="1">
            <a:sp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a:solidFill>
                  <a:srgbClr val="E7FFD9"/>
                </a:solidFill>
                <a:uFillTx/>
                <a:latin typeface="Poppins"/>
                <a:cs typeface="Arial"/>
              </a:rPr>
              <a:t>Advancing Energy Tech</a:t>
            </a:r>
          </a:p>
        </p:txBody>
      </p:sp>
      <p:sp>
        <p:nvSpPr>
          <p:cNvPr id="3" name="Footer Placeholder 3">
            <a:extLst>
              <a:ext uri="{FF2B5EF4-FFF2-40B4-BE49-F238E27FC236}">
                <a16:creationId xmlns:a16="http://schemas.microsoft.com/office/drawing/2014/main" id="{86AC7DE9-C256-17A3-6447-3B0158173E07}"/>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6">
            <a:extLst>
              <a:ext uri="{FF2B5EF4-FFF2-40B4-BE49-F238E27FC236}">
                <a16:creationId xmlns:a16="http://schemas.microsoft.com/office/drawing/2014/main" id="{C9727468-4129-A508-BE63-AD8F222CAF3C}"/>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121CC94-EE39-4C72-9B47-2950C1F4E493}" type="slidenum">
              <a:t>‹#›</a:t>
            </a:fld>
            <a:endParaRPr lang="en-US"/>
          </a:p>
        </p:txBody>
      </p:sp>
    </p:spTree>
    <p:extLst>
      <p:ext uri="{BB962C8B-B14F-4D97-AF65-F5344CB8AC3E}">
        <p14:creationId xmlns:p14="http://schemas.microsoft.com/office/powerpoint/2010/main" val="19294267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2" name="facebook icon" descr="Facebook icon">
            <a:hlinkClick r:id="rId2"/>
            <a:extLst>
              <a:ext uri="{FF2B5EF4-FFF2-40B4-BE49-F238E27FC236}">
                <a16:creationId xmlns:a16="http://schemas.microsoft.com/office/drawing/2014/main" id="{2DF79650-C639-B970-1C23-B4118D1FE1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3172" y="4217276"/>
            <a:ext cx="201433" cy="201442"/>
          </a:xfrm>
          <a:prstGeom prst="rect">
            <a:avLst/>
          </a:prstGeom>
          <a:noFill/>
          <a:ln cap="flat">
            <a:noFill/>
          </a:ln>
          <a:effectLst>
            <a:outerShdw dist="22997" dir="5400000" algn="tl">
              <a:srgbClr val="000000">
                <a:alpha val="35000"/>
              </a:srgbClr>
            </a:outerShdw>
          </a:effectLst>
        </p:spPr>
      </p:pic>
      <p:pic>
        <p:nvPicPr>
          <p:cNvPr id="3" name="Linkedin icon" descr="LinkedIn icon">
            <a:hlinkClick r:id="rId4"/>
            <a:extLst>
              <a:ext uri="{FF2B5EF4-FFF2-40B4-BE49-F238E27FC236}">
                <a16:creationId xmlns:a16="http://schemas.microsoft.com/office/drawing/2014/main" id="{0DEAC760-1A71-3C0A-D9BB-86EA033F17AE}"/>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7290127" y="4232775"/>
            <a:ext cx="201433" cy="170444"/>
          </a:xfrm>
          <a:prstGeom prst="rect">
            <a:avLst/>
          </a:prstGeom>
          <a:noFill/>
          <a:ln cap="flat">
            <a:noFill/>
          </a:ln>
          <a:effectLst>
            <a:outerShdw dist="22997" dir="5400000" algn="tl">
              <a:srgbClr val="000000">
                <a:alpha val="35000"/>
              </a:srgbClr>
            </a:outerShdw>
          </a:effectLst>
        </p:spPr>
      </p:pic>
      <p:pic>
        <p:nvPicPr>
          <p:cNvPr id="4" name="YouTube icon" descr="YouTube icon">
            <a:hlinkClick r:id="rId6"/>
            <a:extLst>
              <a:ext uri="{FF2B5EF4-FFF2-40B4-BE49-F238E27FC236}">
                <a16:creationId xmlns:a16="http://schemas.microsoft.com/office/drawing/2014/main" id="{778C32F8-DEC0-64A4-9481-2C6C7F3982E8}"/>
              </a:ext>
            </a:extLst>
          </p:cNvPr>
          <p:cNvPicPr>
            <a:picLocks noChangeAspect="1"/>
          </p:cNvPicPr>
          <p:nvPr/>
        </p:nvPicPr>
        <p:blipFill>
          <a:blip>
            <a:extLst>
              <a:ext uri="{96DAC541-7B7A-43D3-8B79-37D633B846F1}">
                <asvg:svgBlip xmlns:asvg="http://schemas.microsoft.com/office/drawing/2016/SVG/main" r:embed="rId7"/>
              </a:ext>
            </a:extLst>
          </a:blip>
          <a:srcRect/>
          <a:stretch>
            <a:fillRect/>
          </a:stretch>
        </p:blipFill>
        <p:spPr>
          <a:xfrm>
            <a:off x="7597091" y="4242029"/>
            <a:ext cx="221577" cy="151945"/>
          </a:xfrm>
          <a:prstGeom prst="rect">
            <a:avLst/>
          </a:prstGeom>
          <a:noFill/>
          <a:ln cap="flat">
            <a:noFill/>
          </a:ln>
          <a:effectLst>
            <a:outerShdw dist="22997" dir="5400000" algn="tl">
              <a:srgbClr val="000000">
                <a:alpha val="35000"/>
              </a:srgbClr>
            </a:outerShdw>
          </a:effectLst>
        </p:spPr>
      </p:pic>
      <p:pic>
        <p:nvPicPr>
          <p:cNvPr id="5" name="X icon" descr="Twitter/X icon">
            <a:hlinkClick r:id="rId8"/>
            <a:extLst>
              <a:ext uri="{FF2B5EF4-FFF2-40B4-BE49-F238E27FC236}">
                <a16:creationId xmlns:a16="http://schemas.microsoft.com/office/drawing/2014/main" id="{BDE67CA0-A472-F971-06AC-44E6C1EE7192}"/>
              </a:ext>
            </a:extLst>
          </p:cNvPr>
          <p:cNvPicPr>
            <a:picLocks noChangeAspect="1"/>
          </p:cNvPicPr>
          <p:nvPr/>
        </p:nvPicPr>
        <p:blipFill>
          <a:blip>
            <a:extLst>
              <a:ext uri="{96DAC541-7B7A-43D3-8B79-37D633B846F1}">
                <asvg:svgBlip xmlns:asvg="http://schemas.microsoft.com/office/drawing/2016/SVG/main" r:embed="rId9"/>
              </a:ext>
            </a:extLst>
          </a:blip>
          <a:srcRect/>
          <a:stretch>
            <a:fillRect/>
          </a:stretch>
        </p:blipFill>
        <p:spPr>
          <a:xfrm>
            <a:off x="7926202" y="4226073"/>
            <a:ext cx="179853" cy="183849"/>
          </a:xfrm>
          <a:prstGeom prst="rect">
            <a:avLst/>
          </a:prstGeom>
          <a:noFill/>
          <a:ln cap="flat">
            <a:noFill/>
          </a:ln>
          <a:effectLst>
            <a:outerShdw dist="22997" dir="5400000" algn="tl">
              <a:srgbClr val="000000">
                <a:alpha val="35000"/>
              </a:srgbClr>
            </a:outerShdw>
          </a:effectLst>
        </p:spPr>
      </p:pic>
      <p:pic>
        <p:nvPicPr>
          <p:cNvPr id="6" name="Instagram icon" descr="Instagram icon">
            <a:hlinkClick r:id="rId10"/>
            <a:extLst>
              <a:ext uri="{FF2B5EF4-FFF2-40B4-BE49-F238E27FC236}">
                <a16:creationId xmlns:a16="http://schemas.microsoft.com/office/drawing/2014/main" id="{EDD95BF9-BCBF-FDAF-D800-C72434AFCE99}"/>
              </a:ext>
            </a:extLst>
          </p:cNvPr>
          <p:cNvPicPr>
            <a:picLocks noChangeAspect="1"/>
          </p:cNvPicPr>
          <p:nvPr/>
        </p:nvPicPr>
        <p:blipFill>
          <a:blip>
            <a:extLst>
              <a:ext uri="{96DAC541-7B7A-43D3-8B79-37D633B846F1}">
                <asvg:svgBlip xmlns:asvg="http://schemas.microsoft.com/office/drawing/2016/SVG/main" r:embed="rId11"/>
              </a:ext>
            </a:extLst>
          </a:blip>
          <a:srcRect/>
          <a:stretch>
            <a:fillRect/>
          </a:stretch>
        </p:blipFill>
        <p:spPr>
          <a:xfrm>
            <a:off x="8213579" y="4226073"/>
            <a:ext cx="183849" cy="183849"/>
          </a:xfrm>
          <a:prstGeom prst="rect">
            <a:avLst/>
          </a:prstGeom>
          <a:noFill/>
          <a:ln cap="flat">
            <a:noFill/>
          </a:ln>
          <a:effectLst>
            <a:outerShdw dist="22997" dir="5400000" algn="tl">
              <a:srgbClr val="000000">
                <a:alpha val="35000"/>
              </a:srgbClr>
            </a:outerShdw>
          </a:effectLst>
        </p:spPr>
      </p:pic>
      <p:pic>
        <p:nvPicPr>
          <p:cNvPr id="7" name="SE blog icon" descr="SE Blog icon&#10;">
            <a:hlinkClick r:id="rId12"/>
            <a:extLst>
              <a:ext uri="{FF2B5EF4-FFF2-40B4-BE49-F238E27FC236}">
                <a16:creationId xmlns:a16="http://schemas.microsoft.com/office/drawing/2014/main" id="{26036A56-424D-2802-E312-7560042F8589}"/>
              </a:ext>
            </a:extLst>
          </p:cNvPr>
          <p:cNvPicPr>
            <a:picLocks noChangeAspect="1"/>
          </p:cNvPicPr>
          <p:nvPr/>
        </p:nvPicPr>
        <p:blipFill>
          <a:blip>
            <a:extLst>
              <a:ext uri="{96DAC541-7B7A-43D3-8B79-37D633B846F1}">
                <asvg:svgBlip xmlns:asvg="http://schemas.microsoft.com/office/drawing/2016/SVG/main" r:embed="rId13"/>
              </a:ext>
            </a:extLst>
          </a:blip>
          <a:srcRect/>
          <a:stretch>
            <a:fillRect/>
          </a:stretch>
        </p:blipFill>
        <p:spPr>
          <a:xfrm>
            <a:off x="8502950" y="4226073"/>
            <a:ext cx="183849" cy="183849"/>
          </a:xfrm>
          <a:prstGeom prst="rect">
            <a:avLst/>
          </a:prstGeom>
          <a:noFill/>
          <a:ln cap="flat">
            <a:noFill/>
          </a:ln>
          <a:effectLst>
            <a:outerShdw dist="22997" dir="5400000" algn="tl">
              <a:srgbClr val="000000">
                <a:alpha val="35000"/>
              </a:srgbClr>
            </a:outerShdw>
          </a:effectLst>
        </p:spPr>
      </p:pic>
      <p:sp>
        <p:nvSpPr>
          <p:cNvPr id="8" name="Rectangle 1">
            <a:extLst>
              <a:ext uri="{FF2B5EF4-FFF2-40B4-BE49-F238E27FC236}">
                <a16:creationId xmlns:a16="http://schemas.microsoft.com/office/drawing/2014/main" id="{688DC94A-07BF-855C-EC89-0DD6ACED0F00}"/>
              </a:ext>
              <a:ext uri="{C183D7F6-B498-43B3-948B-1728B52AA6E4}">
                <adec:decorative xmlns:adec="http://schemas.microsoft.com/office/drawing/2017/decorative" val="1"/>
              </a:ext>
            </a:extLst>
          </p:cNvPr>
          <p:cNvSpPr/>
          <p:nvPr/>
        </p:nvSpPr>
        <p:spPr>
          <a:xfrm>
            <a:off x="7491569" y="4533439"/>
            <a:ext cx="1652430" cy="610060"/>
          </a:xfrm>
          <a:prstGeom prst="rect">
            <a:avLst/>
          </a:prstGeom>
          <a:solidFill>
            <a:srgbClr val="0A2F24"/>
          </a:solidFill>
          <a:ln cap="flat">
            <a:noFill/>
            <a:prstDash val="solid"/>
          </a:ln>
          <a:effectLst>
            <a:outerShdw dist="22997" dir="5400000" algn="tl">
              <a:srgbClr val="000000">
                <a:alpha val="35000"/>
              </a:srgbClr>
            </a:outerShdw>
          </a:effectLst>
        </p:spPr>
        <p:txBody>
          <a:bodyPr vert="horz" wrap="square" lIns="91440" tIns="45720" rIns="91440" bIns="45720" anchor="ctr" anchorCtr="1" compatLnSpc="1">
            <a:noAutofit/>
          </a:bodyPr>
          <a:lstStyle/>
          <a:p>
            <a:pPr marL="0" marR="0" lvl="0" indent="0" algn="ctr"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pic>
        <p:nvPicPr>
          <p:cNvPr id="9" name="Graphic 5">
            <a:extLst>
              <a:ext uri="{FF2B5EF4-FFF2-40B4-BE49-F238E27FC236}">
                <a16:creationId xmlns:a16="http://schemas.microsoft.com/office/drawing/2014/main" id="{C11E8F74-D4BD-299A-AEF3-EC90A3F46BB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rcRect/>
          <a:stretch>
            <a:fillRect/>
          </a:stretch>
        </p:blipFill>
        <p:spPr>
          <a:xfrm>
            <a:off x="3291117" y="2192228"/>
            <a:ext cx="2561773" cy="75904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1991723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slide simple">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245F4371-1578-7374-4BEA-A5EA2B148B15}"/>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35709E3E-8ED4-0975-5174-1170DE93682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3">
            <a:extLst>
              <a:ext uri="{FF2B5EF4-FFF2-40B4-BE49-F238E27FC236}">
                <a16:creationId xmlns:a16="http://schemas.microsoft.com/office/drawing/2014/main" id="{F30EE157-AE8E-B3A8-4236-8A96E747F876}"/>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27100577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One column">
    <p:spTree>
      <p:nvGrpSpPr>
        <p:cNvPr id="1" name=""/>
        <p:cNvGrpSpPr/>
        <p:nvPr/>
      </p:nvGrpSpPr>
      <p:grpSpPr>
        <a:xfrm>
          <a:off x="0" y="0"/>
          <a:ext cx="0" cy="0"/>
          <a:chOff x="0" y="0"/>
          <a:chExt cx="0" cy="0"/>
        </a:xfrm>
      </p:grpSpPr>
      <p:sp>
        <p:nvSpPr>
          <p:cNvPr id="2" name="Subhead placeholder">
            <a:extLst>
              <a:ext uri="{FF2B5EF4-FFF2-40B4-BE49-F238E27FC236}">
                <a16:creationId xmlns:a16="http://schemas.microsoft.com/office/drawing/2014/main" id="{B9C420BB-ABCF-58EF-F926-74C67CCE07FD}"/>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3" name="Content Placeholder 4">
            <a:extLst>
              <a:ext uri="{FF2B5EF4-FFF2-40B4-BE49-F238E27FC236}">
                <a16:creationId xmlns:a16="http://schemas.microsoft.com/office/drawing/2014/main" id="{CF613C91-C033-9548-CC36-54F53B350D27}"/>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302389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One column two line headline">
    <p:spTree>
      <p:nvGrpSpPr>
        <p:cNvPr id="1" name=""/>
        <p:cNvGrpSpPr/>
        <p:nvPr/>
      </p:nvGrpSpPr>
      <p:grpSpPr>
        <a:xfrm>
          <a:off x="0" y="0"/>
          <a:ext cx="0" cy="0"/>
          <a:chOff x="0" y="0"/>
          <a:chExt cx="0" cy="0"/>
        </a:xfrm>
      </p:grpSpPr>
      <p:sp>
        <p:nvSpPr>
          <p:cNvPr id="2" name="Footer Placeholder 8">
            <a:extLst>
              <a:ext uri="{FF2B5EF4-FFF2-40B4-BE49-F238E27FC236}">
                <a16:creationId xmlns:a16="http://schemas.microsoft.com/office/drawing/2014/main" id="{E2FD89EB-3235-D410-A147-D63AD450117A}"/>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9">
            <a:extLst>
              <a:ext uri="{FF2B5EF4-FFF2-40B4-BE49-F238E27FC236}">
                <a16:creationId xmlns:a16="http://schemas.microsoft.com/office/drawing/2014/main" id="{C34A2F59-442D-135F-8BD4-7D73902D13D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C3576665-7633-4885-9FB2-62330C188616}" type="slidenum">
              <a:t>‹#›</a:t>
            </a:fld>
            <a:endParaRPr lang="en-US"/>
          </a:p>
        </p:txBody>
      </p:sp>
    </p:spTree>
    <p:extLst>
      <p:ext uri="{BB962C8B-B14F-4D97-AF65-F5344CB8AC3E}">
        <p14:creationId xmlns:p14="http://schemas.microsoft.com/office/powerpoint/2010/main" val="1245874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slide Offer comm">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DAF1C42F-56FC-F22E-B887-66670A0C9F6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3" name="Picture Placeholder 11">
            <a:extLst>
              <a:ext uri="{FF2B5EF4-FFF2-40B4-BE49-F238E27FC236}">
                <a16:creationId xmlns:a16="http://schemas.microsoft.com/office/drawing/2014/main" id="{D2B59251-A9B1-BD35-BDC6-F1DA1F8273D9}"/>
              </a:ext>
              <a:ext uri="{C183D7F6-B498-43B3-948B-1728B52AA6E4}">
                <adec:decorative xmlns:adec="http://schemas.microsoft.com/office/drawing/2017/decorative" val="1"/>
              </a:ext>
            </a:extLst>
          </p:cNvPr>
          <p:cNvSpPr txBox="1">
            <a:spLocks noGrp="1"/>
          </p:cNvSpPr>
          <p:nvPr>
            <p:ph type="pic" idx="4294967295"/>
          </p:nvPr>
        </p:nvSpPr>
        <p:spPr>
          <a:xfrm>
            <a:off x="4873880" y="1728216"/>
            <a:ext cx="3438015" cy="1416625"/>
          </a:xfrm>
        </p:spPr>
        <p:txBody>
          <a:bodyPr/>
          <a:lstStyle>
            <a:lvl1pPr>
              <a:defRPr/>
            </a:lvl1pPr>
          </a:lstStyle>
          <a:p>
            <a:pPr lvl="0"/>
            <a:r>
              <a:rPr lang="en-US"/>
              <a:t>Click icon to add picture</a:t>
            </a:r>
          </a:p>
        </p:txBody>
      </p:sp>
      <p:sp>
        <p:nvSpPr>
          <p:cNvPr id="4" name="Graphic 2">
            <a:extLst>
              <a:ext uri="{FF2B5EF4-FFF2-40B4-BE49-F238E27FC236}">
                <a16:creationId xmlns:a16="http://schemas.microsoft.com/office/drawing/2014/main" id="{492930FE-EE92-0DDA-CFE8-1937ED502EF3}"/>
              </a:ext>
              <a:ext uri="{C183D7F6-B498-43B3-948B-1728B52AA6E4}">
                <adec:decorative xmlns:adec="http://schemas.microsoft.com/office/drawing/2017/decorative" val="1"/>
              </a:ext>
            </a:extLst>
          </p:cNvPr>
          <p:cNvSpPr/>
          <p:nvPr/>
        </p:nvSpPr>
        <p:spPr>
          <a:xfrm>
            <a:off x="5026575" y="870216"/>
            <a:ext cx="3132624" cy="3132624"/>
          </a:xfrm>
          <a:custGeom>
            <a:avLst/>
            <a:gdLst>
              <a:gd name="f0" fmla="val 10800000"/>
              <a:gd name="f1" fmla="val 5400000"/>
              <a:gd name="f2" fmla="val 180"/>
              <a:gd name="f3" fmla="val w"/>
              <a:gd name="f4" fmla="val h"/>
              <a:gd name="f5" fmla="val 0"/>
              <a:gd name="f6" fmla="val 3132626"/>
              <a:gd name="f7" fmla="val 254154"/>
              <a:gd name="f8" fmla="val 2878473"/>
              <a:gd name="f9" fmla="val 726348"/>
              <a:gd name="f10" fmla="val 3350667"/>
              <a:gd name="f11" fmla="val 1696598"/>
              <a:gd name="f12" fmla="val 3145994"/>
              <a:gd name="f13" fmla="val 2421296"/>
              <a:gd name="f14" fmla="val 2406279"/>
              <a:gd name="f15" fmla="+- 0 0 218040"/>
              <a:gd name="f16" fmla="val 1436029"/>
              <a:gd name="f17" fmla="+- 0 0 13367"/>
              <a:gd name="f18" fmla="val 711331"/>
              <a:gd name="f19" fmla="+- 0 0 -90"/>
              <a:gd name="f20" fmla="*/ f3 1 3132626"/>
              <a:gd name="f21" fmla="*/ f4 1 3132626"/>
              <a:gd name="f22" fmla="+- f6 0 f5"/>
              <a:gd name="f23" fmla="*/ f19 f0 1"/>
              <a:gd name="f24" fmla="*/ f22 1 3132626"/>
              <a:gd name="f25" fmla="*/ 254154 f22 1"/>
              <a:gd name="f26" fmla="*/ 2878473 f22 1"/>
              <a:gd name="f27" fmla="*/ 2421296 f22 1"/>
              <a:gd name="f28" fmla="*/ 711331 f22 1"/>
              <a:gd name="f29" fmla="*/ f23 1 f2"/>
              <a:gd name="f30" fmla="*/ f25 1 3132626"/>
              <a:gd name="f31" fmla="*/ f26 1 3132626"/>
              <a:gd name="f32" fmla="*/ f27 1 3132626"/>
              <a:gd name="f33" fmla="*/ f28 1 3132626"/>
              <a:gd name="f34" fmla="*/ f5 1 f24"/>
              <a:gd name="f35" fmla="*/ f6 1 f24"/>
              <a:gd name="f36" fmla="+- f29 0 f1"/>
              <a:gd name="f37" fmla="*/ f30 1 f24"/>
              <a:gd name="f38" fmla="*/ f31 1 f24"/>
              <a:gd name="f39" fmla="*/ f32 1 f24"/>
              <a:gd name="f40" fmla="*/ f33 1 f24"/>
              <a:gd name="f41" fmla="*/ f34 f20 1"/>
              <a:gd name="f42" fmla="*/ f35 f20 1"/>
              <a:gd name="f43" fmla="*/ f35 f21 1"/>
              <a:gd name="f44" fmla="*/ f34 f21 1"/>
              <a:gd name="f45" fmla="*/ f37 f20 1"/>
              <a:gd name="f46" fmla="*/ f38 f21 1"/>
              <a:gd name="f47" fmla="*/ f39 f20 1"/>
              <a:gd name="f48" fmla="*/ f39 f21 1"/>
              <a:gd name="f49" fmla="*/ f38 f20 1"/>
              <a:gd name="f50" fmla="*/ f37 f21 1"/>
              <a:gd name="f51" fmla="*/ f40 f20 1"/>
              <a:gd name="f52" fmla="*/ f40 f21 1"/>
            </a:gdLst>
            <a:ahLst/>
            <a:cxnLst>
              <a:cxn ang="3cd4">
                <a:pos x="hc" y="t"/>
              </a:cxn>
              <a:cxn ang="0">
                <a:pos x="r" y="vc"/>
              </a:cxn>
              <a:cxn ang="cd4">
                <a:pos x="hc" y="b"/>
              </a:cxn>
              <a:cxn ang="cd2">
                <a:pos x="l" y="vc"/>
              </a:cxn>
              <a:cxn ang="f36">
                <a:pos x="f45" y="f46"/>
              </a:cxn>
              <a:cxn ang="f36">
                <a:pos x="f47" y="f48"/>
              </a:cxn>
              <a:cxn ang="f36">
                <a:pos x="f49" y="f50"/>
              </a:cxn>
              <a:cxn ang="f36">
                <a:pos x="f51" y="f52"/>
              </a:cxn>
              <a:cxn ang="f36">
                <a:pos x="f45" y="f46"/>
              </a:cxn>
            </a:cxnLst>
            <a:rect l="f41" t="f44" r="f42" b="f43"/>
            <a:pathLst>
              <a:path w="3132626" h="3132626">
                <a:moveTo>
                  <a:pt x="f7" y="f8"/>
                </a:moveTo>
                <a:cubicBezTo>
                  <a:pt x="f9" y="f10"/>
                  <a:pt x="f11" y="f12"/>
                  <a:pt x="f13" y="f13"/>
                </a:cubicBezTo>
                <a:cubicBezTo>
                  <a:pt x="f12" y="f11"/>
                  <a:pt x="f10" y="f9"/>
                  <a:pt x="f8" y="f7"/>
                </a:cubicBezTo>
                <a:cubicBezTo>
                  <a:pt x="f14" y="f15"/>
                  <a:pt x="f16" y="f17"/>
                  <a:pt x="f18" y="f18"/>
                </a:cubicBezTo>
                <a:cubicBezTo>
                  <a:pt x="f17" y="f16"/>
                  <a:pt x="f15" y="f14"/>
                  <a:pt x="f7" y="f8"/>
                </a:cubicBezTo>
              </a:path>
            </a:pathLst>
          </a:custGeom>
          <a:noFill/>
          <a:ln w="12060" cap="flat">
            <a:solidFill>
              <a:srgbClr val="5EFF59"/>
            </a:solidFill>
            <a:prstDash val="solid"/>
            <a:miter/>
          </a:ln>
          <a:effectLst>
            <a:outerShdw dist="22997" dir="5400000" algn="tl">
              <a:srgbClr val="000000">
                <a:alpha val="35000"/>
              </a:srgbClr>
            </a:outerShdw>
          </a:effectLst>
        </p:spPr>
        <p:txBody>
          <a:bodyPr vert="horz" wrap="square" lIns="91440" tIns="45720" rIns="91440" bIns="45720" anchor="t"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Poppins"/>
            </a:endParaRPr>
          </a:p>
        </p:txBody>
      </p:sp>
      <p:sp>
        <p:nvSpPr>
          <p:cNvPr id="5" name="Footer Placeholder 1">
            <a:extLst>
              <a:ext uri="{FF2B5EF4-FFF2-40B4-BE49-F238E27FC236}">
                <a16:creationId xmlns:a16="http://schemas.microsoft.com/office/drawing/2014/main" id="{89C1D39E-B488-964B-FBF4-A2BDAD355E3D}"/>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246012382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2" name="Presenter and date">
            <a:extLst>
              <a:ext uri="{FF2B5EF4-FFF2-40B4-BE49-F238E27FC236}">
                <a16:creationId xmlns:a16="http://schemas.microsoft.com/office/drawing/2014/main" id="{11CCCE1C-BEEE-E895-E954-054DB3AEC30D}"/>
              </a:ext>
            </a:extLst>
          </p:cNvPr>
          <p:cNvSpPr txBox="1">
            <a:spLocks noGrp="1"/>
          </p:cNvSpPr>
          <p:nvPr>
            <p:ph type="body" idx="4294967295"/>
          </p:nvPr>
        </p:nvSpPr>
        <p:spPr>
          <a:xfrm>
            <a:off x="457200" y="4108902"/>
            <a:ext cx="8291514" cy="215441"/>
          </a:xfrm>
        </p:spPr>
        <p:txBody>
          <a:bodyPr/>
          <a:lstStyle>
            <a:lvl1pPr>
              <a:lnSpc>
                <a:spcPts val="1300"/>
              </a:lnSpc>
              <a:spcBef>
                <a:spcPts val="0"/>
              </a:spcBef>
              <a:spcAft>
                <a:spcPts val="0"/>
              </a:spcAft>
              <a:defRPr lang="en-AU" sz="1100"/>
            </a:lvl1pPr>
            <a:lvl2pPr marL="0" lvl="0" indent="0" defTabSz="457181">
              <a:lnSpc>
                <a:spcPts val="1300"/>
              </a:lnSpc>
              <a:spcBef>
                <a:spcPts val="0"/>
              </a:spcBef>
              <a:spcAft>
                <a:spcPts val="0"/>
              </a:spcAft>
              <a:buNone/>
              <a:defRPr lang="en-AU" sz="1100"/>
            </a:lvl2pPr>
          </a:lstStyle>
          <a:p>
            <a:pPr lvl="0"/>
            <a:r>
              <a:rPr lang="en-AU"/>
              <a:t>Presented by: </a:t>
            </a:r>
          </a:p>
          <a:p>
            <a:pPr lvl="0"/>
            <a:endParaRPr lang="en-AU"/>
          </a:p>
        </p:txBody>
      </p:sp>
      <p:pic>
        <p:nvPicPr>
          <p:cNvPr id="3" name="Picture 8">
            <a:extLst>
              <a:ext uri="{FF2B5EF4-FFF2-40B4-BE49-F238E27FC236}">
                <a16:creationId xmlns:a16="http://schemas.microsoft.com/office/drawing/2014/main" id="{E3DBF543-2B3F-110C-D011-C6AC9D07065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4" name="Footer Placeholder 2">
            <a:extLst>
              <a:ext uri="{FF2B5EF4-FFF2-40B4-BE49-F238E27FC236}">
                <a16:creationId xmlns:a16="http://schemas.microsoft.com/office/drawing/2014/main" id="{054E8710-243E-9F06-5BD2-64F700677EF0}"/>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Tree>
    <p:extLst>
      <p:ext uri="{BB962C8B-B14F-4D97-AF65-F5344CB8AC3E}">
        <p14:creationId xmlns:p14="http://schemas.microsoft.com/office/powerpoint/2010/main" val="246438894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One column with sketches">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856F29A9-B36B-F5D8-BA02-76E5E09B67C7}"/>
              </a:ext>
            </a:extLst>
          </p:cNvPr>
          <p:cNvSpPr txBox="1">
            <a:spLocks noGrp="1"/>
          </p:cNvSpPr>
          <p:nvPr>
            <p:ph type="title"/>
          </p:nvPr>
        </p:nvSpPr>
        <p:spPr/>
        <p:txBody>
          <a:bodyPr/>
          <a:lstStyle>
            <a:lvl1pPr>
              <a:defRPr/>
            </a:lvl1pPr>
          </a:lstStyle>
          <a:p>
            <a:pPr lvl="0"/>
            <a:r>
              <a:rPr lang="en-US"/>
              <a:t>Click to edit master title style</a:t>
            </a:r>
          </a:p>
        </p:txBody>
      </p:sp>
      <p:sp>
        <p:nvSpPr>
          <p:cNvPr id="3" name="Subhead placeholder">
            <a:extLst>
              <a:ext uri="{FF2B5EF4-FFF2-40B4-BE49-F238E27FC236}">
                <a16:creationId xmlns:a16="http://schemas.microsoft.com/office/drawing/2014/main" id="{3A875830-3547-E6A7-1036-111C4AA9D27F}"/>
              </a:ext>
            </a:extLst>
          </p:cNvPr>
          <p:cNvSpPr txBox="1">
            <a:spLocks noGrp="1"/>
          </p:cNvSpPr>
          <p:nvPr>
            <p:ph type="body" idx="4294967295"/>
          </p:nvPr>
        </p:nvSpPr>
        <p:spPr>
          <a:xfrm>
            <a:off x="457200" y="851105"/>
            <a:ext cx="8229600" cy="210942"/>
          </a:xfrm>
        </p:spPr>
        <p:txBody>
          <a:bodyPr/>
          <a:lstStyle>
            <a:lvl1pPr>
              <a:defRPr lang="en-GB"/>
            </a:lvl1pPr>
          </a:lstStyle>
          <a:p>
            <a:pPr lvl="0"/>
            <a:r>
              <a:rPr lang="en-GB"/>
              <a:t>Click to edit subhead</a:t>
            </a:r>
            <a:endParaRPr lang="en-PL"/>
          </a:p>
        </p:txBody>
      </p:sp>
      <p:sp>
        <p:nvSpPr>
          <p:cNvPr id="4" name="Content Placeholder 4">
            <a:extLst>
              <a:ext uri="{FF2B5EF4-FFF2-40B4-BE49-F238E27FC236}">
                <a16:creationId xmlns:a16="http://schemas.microsoft.com/office/drawing/2014/main" id="{A833BDDA-A3D9-C09C-DA24-DBE10D082222}"/>
              </a:ext>
            </a:extLst>
          </p:cNvPr>
          <p:cNvSpPr txBox="1">
            <a:spLocks noGrp="1"/>
          </p:cNvSpPr>
          <p:nvPr>
            <p:ph idx="4294967295"/>
          </p:nvPr>
        </p:nvSpPr>
        <p:spPr>
          <a:xfrm>
            <a:off x="457200" y="1508394"/>
            <a:ext cx="8229600"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356478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Blank slide with 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80576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AE3D3050-C7E4-0F98-6958-14A34A2D3F5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20880704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One column 2/3 of slide">
    <p:spTree>
      <p:nvGrpSpPr>
        <p:cNvPr id="1" name=""/>
        <p:cNvGrpSpPr/>
        <p:nvPr/>
      </p:nvGrpSpPr>
      <p:grpSpPr>
        <a:xfrm>
          <a:off x="0" y="0"/>
          <a:ext cx="0" cy="0"/>
          <a:chOff x="0" y="0"/>
          <a:chExt cx="0" cy="0"/>
        </a:xfrm>
      </p:grpSpPr>
      <p:sp>
        <p:nvSpPr>
          <p:cNvPr id="2" name="Caption placeholder">
            <a:extLst>
              <a:ext uri="{FF2B5EF4-FFF2-40B4-BE49-F238E27FC236}">
                <a16:creationId xmlns:a16="http://schemas.microsoft.com/office/drawing/2014/main" id="{E6450F1F-720A-14F3-2F87-BC2EADAA976D}"/>
              </a:ext>
            </a:extLst>
          </p:cNvPr>
          <p:cNvSpPr txBox="1">
            <a:spLocks noGrp="1"/>
          </p:cNvSpPr>
          <p:nvPr>
            <p:ph type="body" idx="4294967295"/>
          </p:nvPr>
        </p:nvSpPr>
        <p:spPr>
          <a:xfrm>
            <a:off x="457200" y="4341808"/>
            <a:ext cx="5437186" cy="153984"/>
          </a:xfrm>
        </p:spPr>
        <p:txBody>
          <a:bodyPr/>
          <a:lstStyle>
            <a:lvl1pPr>
              <a:lnSpc>
                <a:spcPts val="1300"/>
              </a:lnSpc>
              <a:defRPr sz="1100"/>
            </a:lvl1pPr>
          </a:lstStyle>
          <a:p>
            <a:pPr lvl="0"/>
            <a:r>
              <a:rPr lang="en-US"/>
              <a:t>Click to edit Master text styles</a:t>
            </a:r>
          </a:p>
        </p:txBody>
      </p:sp>
      <p:sp>
        <p:nvSpPr>
          <p:cNvPr id="3" name="Footer Placeholder 7">
            <a:extLst>
              <a:ext uri="{FF2B5EF4-FFF2-40B4-BE49-F238E27FC236}">
                <a16:creationId xmlns:a16="http://schemas.microsoft.com/office/drawing/2014/main" id="{F7212FAA-5B2D-1915-67F2-3E5DECBF6902}"/>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8">
            <a:extLst>
              <a:ext uri="{FF2B5EF4-FFF2-40B4-BE49-F238E27FC236}">
                <a16:creationId xmlns:a16="http://schemas.microsoft.com/office/drawing/2014/main" id="{F5350C85-55EF-E92A-3C9D-D00CA0271736}"/>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4A9981B1-A7DF-4074-A4EB-8DFABB9BDA34}" type="slidenum">
              <a:t>‹#›</a:t>
            </a:fld>
            <a:endParaRPr lang="en-US"/>
          </a:p>
        </p:txBody>
      </p:sp>
    </p:spTree>
    <p:extLst>
      <p:ext uri="{BB962C8B-B14F-4D97-AF65-F5344CB8AC3E}">
        <p14:creationId xmlns:p14="http://schemas.microsoft.com/office/powerpoint/2010/main" val="1515175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One column with callout">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AA3B11D-7E5D-9ECE-EBB5-4BA8ECE59B5B}"/>
              </a:ext>
            </a:extLst>
          </p:cNvPr>
          <p:cNvSpPr txBox="1">
            <a:spLocks noGrp="1"/>
          </p:cNvSpPr>
          <p:nvPr>
            <p:ph idx="4294967295"/>
          </p:nvPr>
        </p:nvSpPr>
        <p:spPr>
          <a:xfrm>
            <a:off x="6202887" y="1508394"/>
            <a:ext cx="2483912"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8">
            <a:extLst>
              <a:ext uri="{FF2B5EF4-FFF2-40B4-BE49-F238E27FC236}">
                <a16:creationId xmlns:a16="http://schemas.microsoft.com/office/drawing/2014/main" id="{8BB7A0B1-5A0E-61BF-777D-20FB29A9614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9">
            <a:extLst>
              <a:ext uri="{FF2B5EF4-FFF2-40B4-BE49-F238E27FC236}">
                <a16:creationId xmlns:a16="http://schemas.microsoft.com/office/drawing/2014/main" id="{981DEF81-D0F1-C0DB-31D9-AFA4048EA00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B7AD46E-3D03-42B4-A24A-3FF59F8EF15C}" type="slidenum">
              <a:t>‹#›</a:t>
            </a:fld>
            <a:endParaRPr lang="en-US"/>
          </a:p>
        </p:txBody>
      </p:sp>
    </p:spTree>
    <p:extLst>
      <p:ext uri="{BB962C8B-B14F-4D97-AF65-F5344CB8AC3E}">
        <p14:creationId xmlns:p14="http://schemas.microsoft.com/office/powerpoint/2010/main" val="98364924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Caption placeholder">
            <a:extLst>
              <a:ext uri="{FF2B5EF4-FFF2-40B4-BE49-F238E27FC236}">
                <a16:creationId xmlns:a16="http://schemas.microsoft.com/office/drawing/2014/main" id="{8C76C16C-E64D-0F5F-58D9-7C5921346AA2}"/>
              </a:ext>
            </a:extLst>
          </p:cNvPr>
          <p:cNvSpPr txBox="1">
            <a:spLocks noGrp="1"/>
          </p:cNvSpPr>
          <p:nvPr>
            <p:ph type="body" idx="4294967295"/>
          </p:nvPr>
        </p:nvSpPr>
        <p:spPr>
          <a:xfrm>
            <a:off x="4672894" y="1352553"/>
            <a:ext cx="4013895" cy="158748"/>
          </a:xfrm>
        </p:spPr>
        <p:txBody>
          <a:bodyPr/>
          <a:lstStyle>
            <a:lvl1pPr>
              <a:lnSpc>
                <a:spcPts val="1600"/>
              </a:lnSpc>
              <a:defRPr/>
            </a:lvl1pPr>
          </a:lstStyle>
          <a:p>
            <a:pPr lvl="0"/>
            <a:r>
              <a:rPr lang="en-US"/>
              <a:t>Click to edit master text styles</a:t>
            </a:r>
          </a:p>
        </p:txBody>
      </p:sp>
      <p:sp>
        <p:nvSpPr>
          <p:cNvPr id="3" name="Text placeholder">
            <a:extLst>
              <a:ext uri="{FF2B5EF4-FFF2-40B4-BE49-F238E27FC236}">
                <a16:creationId xmlns:a16="http://schemas.microsoft.com/office/drawing/2014/main" id="{107BE48B-D0FF-4AE3-BA00-1D23C7FEDC32}"/>
              </a:ext>
            </a:extLst>
          </p:cNvPr>
          <p:cNvSpPr txBox="1">
            <a:spLocks noGrp="1"/>
          </p:cNvSpPr>
          <p:nvPr>
            <p:ph idx="4294967295"/>
          </p:nvPr>
        </p:nvSpPr>
        <p:spPr>
          <a:xfrm>
            <a:off x="4672894" y="1713421"/>
            <a:ext cx="4013895" cy="261092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721EC222-DB10-F5E2-6CD1-3A567ED1356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0">
            <a:extLst>
              <a:ext uri="{FF2B5EF4-FFF2-40B4-BE49-F238E27FC236}">
                <a16:creationId xmlns:a16="http://schemas.microsoft.com/office/drawing/2014/main" id="{20514F7F-B9A4-AE94-DCF8-86D31A9E324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BD2E343E-1DD1-41C8-8A3A-DCBD8685353C}" type="slidenum">
              <a:t>‹#›</a:t>
            </a:fld>
            <a:endParaRPr lang="en-US"/>
          </a:p>
        </p:txBody>
      </p:sp>
    </p:spTree>
    <p:extLst>
      <p:ext uri="{BB962C8B-B14F-4D97-AF65-F5344CB8AC3E}">
        <p14:creationId xmlns:p14="http://schemas.microsoft.com/office/powerpoint/2010/main" val="163926725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wo columns with subtitle and sketche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06765D55-D2CE-EA38-B977-AC2C7ED6F37D}"/>
              </a:ext>
            </a:extLst>
          </p:cNvPr>
          <p:cNvSpPr txBox="1">
            <a:spLocks noGrp="1"/>
          </p:cNvSpPr>
          <p:nvPr>
            <p:ph idx="4294967295"/>
          </p:nvPr>
        </p:nvSpPr>
        <p:spPr>
          <a:xfrm>
            <a:off x="454100"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aption placeholder">
            <a:extLst>
              <a:ext uri="{FF2B5EF4-FFF2-40B4-BE49-F238E27FC236}">
                <a16:creationId xmlns:a16="http://schemas.microsoft.com/office/drawing/2014/main" id="{D3BC7F1B-AEF1-A8DA-BCB2-267CDD0E38A1}"/>
              </a:ext>
            </a:extLst>
          </p:cNvPr>
          <p:cNvSpPr txBox="1">
            <a:spLocks noGrp="1"/>
          </p:cNvSpPr>
          <p:nvPr>
            <p:ph type="body" idx="4294967295"/>
          </p:nvPr>
        </p:nvSpPr>
        <p:spPr>
          <a:xfrm>
            <a:off x="454100" y="4341808"/>
            <a:ext cx="4013905" cy="158748"/>
          </a:xfrm>
        </p:spPr>
        <p:txBody>
          <a:bodyPr/>
          <a:lstStyle>
            <a:lvl1pPr>
              <a:lnSpc>
                <a:spcPts val="1300"/>
              </a:lnSpc>
              <a:defRPr sz="1100"/>
            </a:lvl1pPr>
          </a:lstStyle>
          <a:p>
            <a:pPr lvl="0"/>
            <a:r>
              <a:rPr lang="en-US"/>
              <a:t>Click to edit master text styles</a:t>
            </a:r>
          </a:p>
        </p:txBody>
      </p:sp>
      <p:sp>
        <p:nvSpPr>
          <p:cNvPr id="4" name="Text placeholder">
            <a:extLst>
              <a:ext uri="{FF2B5EF4-FFF2-40B4-BE49-F238E27FC236}">
                <a16:creationId xmlns:a16="http://schemas.microsoft.com/office/drawing/2014/main" id="{1FAD87A3-CFBD-DEA9-29BF-AA82984D69A4}"/>
              </a:ext>
            </a:extLst>
          </p:cNvPr>
          <p:cNvSpPr txBox="1">
            <a:spLocks noGrp="1"/>
          </p:cNvSpPr>
          <p:nvPr>
            <p:ph idx="4294967295"/>
          </p:nvPr>
        </p:nvSpPr>
        <p:spPr>
          <a:xfrm>
            <a:off x="4672894" y="1508394"/>
            <a:ext cx="4013905" cy="264768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aption placeholder">
            <a:extLst>
              <a:ext uri="{FF2B5EF4-FFF2-40B4-BE49-F238E27FC236}">
                <a16:creationId xmlns:a16="http://schemas.microsoft.com/office/drawing/2014/main" id="{DBBE1CD4-C3C5-9E39-261F-14E8F54C35A0}"/>
              </a:ext>
            </a:extLst>
          </p:cNvPr>
          <p:cNvSpPr txBox="1">
            <a:spLocks noGrp="1"/>
          </p:cNvSpPr>
          <p:nvPr>
            <p:ph type="body" idx="4294967295"/>
          </p:nvPr>
        </p:nvSpPr>
        <p:spPr>
          <a:xfrm>
            <a:off x="4672894" y="4341808"/>
            <a:ext cx="4013905" cy="158748"/>
          </a:xfrm>
        </p:spPr>
        <p:txBody>
          <a:bodyPr/>
          <a:lstStyle>
            <a:lvl1pPr>
              <a:lnSpc>
                <a:spcPts val="1300"/>
              </a:lnSpc>
              <a:defRPr sz="1100"/>
            </a:lvl1pPr>
          </a:lstStyle>
          <a:p>
            <a:pPr lvl="0"/>
            <a:r>
              <a:rPr lang="en-US"/>
              <a:t>Click to edit master text styles</a:t>
            </a:r>
          </a:p>
        </p:txBody>
      </p:sp>
      <p:sp>
        <p:nvSpPr>
          <p:cNvPr id="6" name="Footer Placeholder 10">
            <a:extLst>
              <a:ext uri="{FF2B5EF4-FFF2-40B4-BE49-F238E27FC236}">
                <a16:creationId xmlns:a16="http://schemas.microsoft.com/office/drawing/2014/main" id="{C9B7B51D-AE44-6D10-73AC-7F71E181B41C}"/>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7" name="Slide Number Placeholder 13">
            <a:extLst>
              <a:ext uri="{FF2B5EF4-FFF2-40B4-BE49-F238E27FC236}">
                <a16:creationId xmlns:a16="http://schemas.microsoft.com/office/drawing/2014/main" id="{3C5A4E11-B9B5-9E9F-995E-F3450E4A03D5}"/>
              </a:ext>
            </a:extLst>
          </p:cNvPr>
          <p:cNvSpPr txBox="1">
            <a:spLocks noGrp="1"/>
          </p:cNvSpPr>
          <p:nvPr>
            <p:ph type="sldNum" sz="quarter" idx="8"/>
          </p:nvPr>
        </p:nvSpPr>
        <p:spPr/>
        <p:txBody>
          <a:bodyPr/>
          <a:lstStyle>
            <a:lvl1pPr>
              <a:defRPr/>
            </a:lvl1pPr>
          </a:lstStyle>
          <a:p>
            <a:pPr lvl="0"/>
            <a:r>
              <a:rPr lang="en-US"/>
              <a:t>| Page </a:t>
            </a:r>
            <a:fld id="{84310153-7805-4C30-B911-861228EA155C}" type="slidenum">
              <a:t>‹#›</a:t>
            </a:fld>
            <a:endParaRPr lang="en-US"/>
          </a:p>
        </p:txBody>
      </p:sp>
    </p:spTree>
    <p:extLst>
      <p:ext uri="{BB962C8B-B14F-4D97-AF65-F5344CB8AC3E}">
        <p14:creationId xmlns:p14="http://schemas.microsoft.com/office/powerpoint/2010/main" val="154567503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FB189AB6-162A-2EE6-8912-6736A7193811}"/>
              </a:ext>
            </a:extLst>
          </p:cNvPr>
          <p:cNvSpPr txBox="1">
            <a:spLocks noGrp="1"/>
          </p:cNvSpPr>
          <p:nvPr>
            <p:ph idx="4294967295"/>
          </p:nvPr>
        </p:nvSpPr>
        <p:spPr>
          <a:xfrm>
            <a:off x="3299082"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a:extLst>
              <a:ext uri="{FF2B5EF4-FFF2-40B4-BE49-F238E27FC236}">
                <a16:creationId xmlns:a16="http://schemas.microsoft.com/office/drawing/2014/main" id="{3FB913AF-4639-CAEB-CB57-485D31CCB240}"/>
              </a:ext>
            </a:extLst>
          </p:cNvPr>
          <p:cNvSpPr txBox="1">
            <a:spLocks noGrp="1"/>
          </p:cNvSpPr>
          <p:nvPr>
            <p:ph idx="4294967295"/>
          </p:nvPr>
        </p:nvSpPr>
        <p:spPr>
          <a:xfrm>
            <a:off x="6140973" y="1508394"/>
            <a:ext cx="2545826"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6">
            <a:extLst>
              <a:ext uri="{FF2B5EF4-FFF2-40B4-BE49-F238E27FC236}">
                <a16:creationId xmlns:a16="http://schemas.microsoft.com/office/drawing/2014/main" id="{37CFB8C5-AAB7-8F3F-39EE-45492BF33EA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7">
            <a:extLst>
              <a:ext uri="{FF2B5EF4-FFF2-40B4-BE49-F238E27FC236}">
                <a16:creationId xmlns:a16="http://schemas.microsoft.com/office/drawing/2014/main" id="{936F52FB-E1E1-B812-F322-87567FBAE8B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386DE39D-C36F-4A75-87FA-A232E240ED11}" type="slidenum">
              <a:t>‹#›</a:t>
            </a:fld>
            <a:endParaRPr lang="en-US"/>
          </a:p>
        </p:txBody>
      </p:sp>
    </p:spTree>
    <p:extLst>
      <p:ext uri="{BB962C8B-B14F-4D97-AF65-F5344CB8AC3E}">
        <p14:creationId xmlns:p14="http://schemas.microsoft.com/office/powerpoint/2010/main" val="359764349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One column with object">
    <p:spTree>
      <p:nvGrpSpPr>
        <p:cNvPr id="1" name=""/>
        <p:cNvGrpSpPr/>
        <p:nvPr/>
      </p:nvGrpSpPr>
      <p:grpSpPr>
        <a:xfrm>
          <a:off x="0" y="0"/>
          <a:ext cx="0" cy="0"/>
          <a:chOff x="0" y="0"/>
          <a:chExt cx="0" cy="0"/>
        </a:xfrm>
      </p:grpSpPr>
      <p:sp>
        <p:nvSpPr>
          <p:cNvPr id="2" name="Content placeholder" descr="Image placeholder">
            <a:extLst>
              <a:ext uri="{FF2B5EF4-FFF2-40B4-BE49-F238E27FC236}">
                <a16:creationId xmlns:a16="http://schemas.microsoft.com/office/drawing/2014/main" id="{BBDDB2D5-961D-4E68-005E-8646AAE1877C}"/>
              </a:ext>
            </a:extLst>
          </p:cNvPr>
          <p:cNvSpPr txBox="1">
            <a:spLocks noGrp="1"/>
          </p:cNvSpPr>
          <p:nvPr>
            <p:ph idx="4294967295"/>
          </p:nvPr>
        </p:nvSpPr>
        <p:spPr>
          <a:xfrm>
            <a:off x="4726652" y="1508394"/>
            <a:ext cx="3960138" cy="2815958"/>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3" name="Footer Placeholder 9">
            <a:extLst>
              <a:ext uri="{FF2B5EF4-FFF2-40B4-BE49-F238E27FC236}">
                <a16:creationId xmlns:a16="http://schemas.microsoft.com/office/drawing/2014/main" id="{FA542F84-ABB2-2042-4D2D-35189DC1C8D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10">
            <a:extLst>
              <a:ext uri="{FF2B5EF4-FFF2-40B4-BE49-F238E27FC236}">
                <a16:creationId xmlns:a16="http://schemas.microsoft.com/office/drawing/2014/main" id="{DDD2E115-1D8F-AED5-14FC-9DBB028A03B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DFF2EEE1-8A80-4D2D-AF7A-53B39CF64C47}" type="slidenum">
              <a:t>‹#›</a:t>
            </a:fld>
            <a:endParaRPr lang="en-US"/>
          </a:p>
        </p:txBody>
      </p:sp>
    </p:spTree>
    <p:extLst>
      <p:ext uri="{BB962C8B-B14F-4D97-AF65-F5344CB8AC3E}">
        <p14:creationId xmlns:p14="http://schemas.microsoft.com/office/powerpoint/2010/main" val="8530550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One column with object and sketche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21E98D3A-10F7-DEB8-5559-BDEA3C1B9A87}"/>
              </a:ext>
            </a:extLst>
          </p:cNvPr>
          <p:cNvSpPr txBox="1">
            <a:spLocks noGrp="1"/>
          </p:cNvSpPr>
          <p:nvPr>
            <p:ph idx="4294967295"/>
          </p:nvPr>
        </p:nvSpPr>
        <p:spPr>
          <a:xfrm>
            <a:off x="457200" y="1508394"/>
            <a:ext cx="3951991" cy="281595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descr="Image placeholder">
            <a:extLst>
              <a:ext uri="{FF2B5EF4-FFF2-40B4-BE49-F238E27FC236}">
                <a16:creationId xmlns:a16="http://schemas.microsoft.com/office/drawing/2014/main" id="{30625290-5BDB-070E-5136-3497A422ABA1}"/>
              </a:ext>
            </a:extLst>
          </p:cNvPr>
          <p:cNvSpPr txBox="1">
            <a:spLocks noGrp="1"/>
          </p:cNvSpPr>
          <p:nvPr>
            <p:ph idx="4294967295"/>
          </p:nvPr>
        </p:nvSpPr>
        <p:spPr>
          <a:xfrm>
            <a:off x="4726652" y="1508394"/>
            <a:ext cx="3960138" cy="2815958"/>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4" name="Footer Placeholder 9">
            <a:extLst>
              <a:ext uri="{FF2B5EF4-FFF2-40B4-BE49-F238E27FC236}">
                <a16:creationId xmlns:a16="http://schemas.microsoft.com/office/drawing/2014/main" id="{FFF45C71-5E1D-9F28-90EE-BE13840291C1}"/>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5" name="Slide Number Placeholder 11">
            <a:extLst>
              <a:ext uri="{FF2B5EF4-FFF2-40B4-BE49-F238E27FC236}">
                <a16:creationId xmlns:a16="http://schemas.microsoft.com/office/drawing/2014/main" id="{60205FB1-E1B7-5DBA-D4C1-6345476AB8E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8A93CEC3-36C2-4C93-8AEC-A886A3177DDD}" type="slidenum">
              <a:t>‹#›</a:t>
            </a:fld>
            <a:endParaRPr lang="en-US"/>
          </a:p>
        </p:txBody>
      </p:sp>
    </p:spTree>
    <p:extLst>
      <p:ext uri="{BB962C8B-B14F-4D97-AF65-F5344CB8AC3E}">
        <p14:creationId xmlns:p14="http://schemas.microsoft.com/office/powerpoint/2010/main" val="414998758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One column with half page object">
    <p:spTree>
      <p:nvGrpSpPr>
        <p:cNvPr id="1" name=""/>
        <p:cNvGrpSpPr/>
        <p:nvPr/>
      </p:nvGrpSpPr>
      <p:grpSpPr>
        <a:xfrm>
          <a:off x="0" y="0"/>
          <a:ext cx="0" cy="0"/>
          <a:chOff x="0" y="0"/>
          <a:chExt cx="0" cy="0"/>
        </a:xfrm>
      </p:grpSpPr>
      <p:sp>
        <p:nvSpPr>
          <p:cNvPr id="2" name="Content placeholder" descr="Image placeholder">
            <a:extLst>
              <a:ext uri="{FF2B5EF4-FFF2-40B4-BE49-F238E27FC236}">
                <a16:creationId xmlns:a16="http://schemas.microsoft.com/office/drawing/2014/main" id="{2E2E9277-C95E-8FD5-D699-F02DC01F5681}"/>
              </a:ext>
            </a:extLst>
          </p:cNvPr>
          <p:cNvSpPr txBox="1">
            <a:spLocks noGrp="1"/>
          </p:cNvSpPr>
          <p:nvPr>
            <p:ph idx="4294967295"/>
          </p:nvPr>
        </p:nvSpPr>
        <p:spPr>
          <a:xfrm>
            <a:off x="4572000" y="0"/>
            <a:ext cx="4572000" cy="5143499"/>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3" name="Footer Placeholder 7">
            <a:extLst>
              <a:ext uri="{FF2B5EF4-FFF2-40B4-BE49-F238E27FC236}">
                <a16:creationId xmlns:a16="http://schemas.microsoft.com/office/drawing/2014/main" id="{F5D513DB-FFFE-5B3D-E0F3-64EF4938A0E8}"/>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10">
            <a:extLst>
              <a:ext uri="{FF2B5EF4-FFF2-40B4-BE49-F238E27FC236}">
                <a16:creationId xmlns:a16="http://schemas.microsoft.com/office/drawing/2014/main" id="{F9B3FFCE-DB1F-821C-40C6-4571058CD870}"/>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8B5AB854-C73E-47A3-B583-AAC4283FEF5F}" type="slidenum">
              <a:t>‹#›</a:t>
            </a:fld>
            <a:endParaRPr lang="en-US"/>
          </a:p>
        </p:txBody>
      </p:sp>
    </p:spTree>
    <p:extLst>
      <p:ext uri="{BB962C8B-B14F-4D97-AF65-F5344CB8AC3E}">
        <p14:creationId xmlns:p14="http://schemas.microsoft.com/office/powerpoint/2010/main" val="164342943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One column with 1/3 object">
    <p:spTree>
      <p:nvGrpSpPr>
        <p:cNvPr id="1" name=""/>
        <p:cNvGrpSpPr/>
        <p:nvPr/>
      </p:nvGrpSpPr>
      <p:grpSpPr>
        <a:xfrm>
          <a:off x="0" y="0"/>
          <a:ext cx="0" cy="0"/>
          <a:chOff x="0" y="0"/>
          <a:chExt cx="0" cy="0"/>
        </a:xfrm>
      </p:grpSpPr>
      <p:sp>
        <p:nvSpPr>
          <p:cNvPr id="2" name="Content placeholder" descr="Image placeholder">
            <a:extLst>
              <a:ext uri="{FF2B5EF4-FFF2-40B4-BE49-F238E27FC236}">
                <a16:creationId xmlns:a16="http://schemas.microsoft.com/office/drawing/2014/main" id="{B9E7673E-70A0-8834-9BF7-15A351D92A07}"/>
              </a:ext>
            </a:extLst>
          </p:cNvPr>
          <p:cNvSpPr txBox="1">
            <a:spLocks noGrp="1"/>
          </p:cNvSpPr>
          <p:nvPr>
            <p:ph idx="4294967295"/>
          </p:nvPr>
        </p:nvSpPr>
        <p:spPr>
          <a:xfrm>
            <a:off x="6098398" y="0"/>
            <a:ext cx="3045601" cy="5143499"/>
          </a:xfrm>
          <a:solidFill>
            <a:srgbClr val="7F7F7F">
              <a:alpha val="20000"/>
            </a:srgbClr>
          </a:solidFill>
        </p:spPr>
        <p:txBody>
          <a:bodyPr lIns="251999" tIns="251999" rIns="251999" bIns="251999"/>
          <a:lstStyle>
            <a:lvl1pPr>
              <a:defRPr sz="1050">
                <a:solidFill>
                  <a:srgbClr val="FFFFFF"/>
                </a:solidFill>
              </a:defRPr>
            </a:lvl1pPr>
          </a:lstStyle>
          <a:p>
            <a:pPr lvl="0"/>
            <a:r>
              <a:rPr lang="en-US"/>
              <a:t>Click to edit master text styles</a:t>
            </a:r>
          </a:p>
        </p:txBody>
      </p:sp>
      <p:sp>
        <p:nvSpPr>
          <p:cNvPr id="3" name="Footer Placeholder 3">
            <a:extLst>
              <a:ext uri="{FF2B5EF4-FFF2-40B4-BE49-F238E27FC236}">
                <a16:creationId xmlns:a16="http://schemas.microsoft.com/office/drawing/2014/main" id="{C7247642-9F5B-6F29-7354-8A7C2015FF0E}"/>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4" name="Slide Number Placeholder 4">
            <a:extLst>
              <a:ext uri="{FF2B5EF4-FFF2-40B4-BE49-F238E27FC236}">
                <a16:creationId xmlns:a16="http://schemas.microsoft.com/office/drawing/2014/main" id="{34E7421C-99EB-3170-06F6-D1B5C65A577A}"/>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3DDCACE-1FA9-452F-8067-32D765F48945}" type="slidenum">
              <a:t>‹#›</a:t>
            </a:fld>
            <a:endParaRPr lang="en-US"/>
          </a:p>
        </p:txBody>
      </p:sp>
    </p:spTree>
    <p:extLst>
      <p:ext uri="{BB962C8B-B14F-4D97-AF65-F5344CB8AC3E}">
        <p14:creationId xmlns:p14="http://schemas.microsoft.com/office/powerpoint/2010/main" val="252263316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BB3E19F-F5E4-F521-ABB4-5C2F0201246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1E56B747-C051-4CAE-85C9-1FDFFB7C9F24}" type="slidenum">
              <a:t>‹#›</a:t>
            </a:fld>
            <a:endParaRPr lang="en-US"/>
          </a:p>
        </p:txBody>
      </p:sp>
    </p:spTree>
    <p:extLst>
      <p:ext uri="{BB962C8B-B14F-4D97-AF65-F5344CB8AC3E}">
        <p14:creationId xmlns:p14="http://schemas.microsoft.com/office/powerpoint/2010/main" val="37742895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Agenda slide with sketches">
    <p:spTree>
      <p:nvGrpSpPr>
        <p:cNvPr id="1" name=""/>
        <p:cNvGrpSpPr/>
        <p:nvPr/>
      </p:nvGrpSpPr>
      <p:grpSpPr>
        <a:xfrm>
          <a:off x="0" y="0"/>
          <a:ext cx="0" cy="0"/>
          <a:chOff x="0" y="0"/>
          <a:chExt cx="0" cy="0"/>
        </a:xfrm>
      </p:grpSpPr>
      <p:sp>
        <p:nvSpPr>
          <p:cNvPr id="2" name="Footer Placeholder 6">
            <a:extLst>
              <a:ext uri="{FF2B5EF4-FFF2-40B4-BE49-F238E27FC236}">
                <a16:creationId xmlns:a16="http://schemas.microsoft.com/office/drawing/2014/main" id="{B8544D79-CFB9-0326-27A9-536200131AD6}"/>
              </a:ext>
              <a:ext uri="{C183D7F6-B498-43B3-948B-1728B52AA6E4}">
                <adec:decorative xmlns:adec="http://schemas.microsoft.com/office/drawing/2017/decorative" val="1"/>
              </a:ext>
            </a:extLst>
          </p:cNvPr>
          <p:cNvSpPr txBox="1">
            <a:spLocks noGrp="1"/>
          </p:cNvSpPr>
          <p:nvPr>
            <p:ph type="ftr" sz="quarter" idx="9"/>
          </p:nvPr>
        </p:nvSpPr>
        <p:spPr/>
        <p:txBody>
          <a:bodyPr/>
          <a:lstStyle>
            <a:lvl1pPr>
              <a:defRPr/>
            </a:lvl1pPr>
          </a:lstStyle>
          <a:p>
            <a:pPr lvl="0"/>
            <a:r>
              <a:rPr lang="en-US"/>
              <a:t>©2026 Schneider Electric. All Rights Reserved.</a:t>
            </a:r>
          </a:p>
        </p:txBody>
      </p:sp>
      <p:sp>
        <p:nvSpPr>
          <p:cNvPr id="3" name="Slide Number Placeholder 7">
            <a:extLst>
              <a:ext uri="{FF2B5EF4-FFF2-40B4-BE49-F238E27FC236}">
                <a16:creationId xmlns:a16="http://schemas.microsoft.com/office/drawing/2014/main" id="{5E657B61-95AE-2E37-4E29-4F1473F988E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2891C3A-288E-40F6-8B1F-E45D6C1E5804}" type="slidenum">
              <a:t>‹#›</a:t>
            </a:fld>
            <a:endParaRPr lang="en-US"/>
          </a:p>
        </p:txBody>
      </p:sp>
    </p:spTree>
    <p:extLst>
      <p:ext uri="{BB962C8B-B14F-4D97-AF65-F5344CB8AC3E}">
        <p14:creationId xmlns:p14="http://schemas.microsoft.com/office/powerpoint/2010/main" val="141408086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Section break with subhead">
    <p:spTree>
      <p:nvGrpSpPr>
        <p:cNvPr id="1" name=""/>
        <p:cNvGrpSpPr/>
        <p:nvPr/>
      </p:nvGrpSpPr>
      <p:grpSpPr>
        <a:xfrm>
          <a:off x="0" y="0"/>
          <a:ext cx="0" cy="0"/>
          <a:chOff x="0" y="0"/>
          <a:chExt cx="0" cy="0"/>
        </a:xfrm>
      </p:grpSpPr>
      <p:sp>
        <p:nvSpPr>
          <p:cNvPr id="2" name="Slide Number Placeholder 8">
            <a:extLst>
              <a:ext uri="{FF2B5EF4-FFF2-40B4-BE49-F238E27FC236}">
                <a16:creationId xmlns:a16="http://schemas.microsoft.com/office/drawing/2014/main" id="{B6996380-6B7F-BCAB-0D36-122367006588}"/>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4ABD6355-275F-4ABA-9732-CC7220225909}" type="slidenum">
              <a:t>‹#›</a:t>
            </a:fld>
            <a:endParaRPr lang="en-US"/>
          </a:p>
        </p:txBody>
      </p:sp>
    </p:spTree>
    <p:extLst>
      <p:ext uri="{BB962C8B-B14F-4D97-AF65-F5344CB8AC3E}">
        <p14:creationId xmlns:p14="http://schemas.microsoft.com/office/powerpoint/2010/main" val="148816105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Section break for longer copy">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073939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ection break for longer copy with image">
    <p:spTree>
      <p:nvGrpSpPr>
        <p:cNvPr id="1" name=""/>
        <p:cNvGrpSpPr/>
        <p:nvPr/>
      </p:nvGrpSpPr>
      <p:grpSpPr>
        <a:xfrm>
          <a:off x="0" y="0"/>
          <a:ext cx="0" cy="0"/>
          <a:chOff x="0" y="0"/>
          <a:chExt cx="0" cy="0"/>
        </a:xfrm>
      </p:grpSpPr>
      <p:sp>
        <p:nvSpPr>
          <p:cNvPr id="2" name="Slide Number Placeholder 8">
            <a:extLst>
              <a:ext uri="{FF2B5EF4-FFF2-40B4-BE49-F238E27FC236}">
                <a16:creationId xmlns:a16="http://schemas.microsoft.com/office/drawing/2014/main" id="{242CDCAD-0D0F-BB34-18F9-CB1C3B672A6F}"/>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2523285F-7C36-4DDE-8168-A0337784E8EC}" type="slidenum">
              <a:t>‹#›</a:t>
            </a:fld>
            <a:endParaRPr lang="en-US"/>
          </a:p>
        </p:txBody>
      </p:sp>
    </p:spTree>
    <p:extLst>
      <p:ext uri="{BB962C8B-B14F-4D97-AF65-F5344CB8AC3E}">
        <p14:creationId xmlns:p14="http://schemas.microsoft.com/office/powerpoint/2010/main" val="416702873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Section break for longer copy with sketches">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467D854-95E3-BE77-6650-E8CD3210601B}"/>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663C8A7D-A305-455E-B101-6CCC5F598067}" type="slidenum">
              <a:t>‹#›</a:t>
            </a:fld>
            <a:endParaRPr lang="en-US"/>
          </a:p>
        </p:txBody>
      </p:sp>
    </p:spTree>
    <p:extLst>
      <p:ext uri="{BB962C8B-B14F-4D97-AF65-F5344CB8AC3E}">
        <p14:creationId xmlns:p14="http://schemas.microsoft.com/office/powerpoint/2010/main" val="428441119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Advancing Energy Tech slide">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DCA8DAB8-7386-4A40-3E2E-6C1E097D8621}"/>
              </a:ext>
              <a:ext uri="{C183D7F6-B498-43B3-948B-1728B52AA6E4}">
                <adec:decorative xmlns:adec="http://schemas.microsoft.com/office/drawing/2017/decorative" val="1"/>
              </a:ext>
            </a:extLst>
          </p:cNvPr>
          <p:cNvSpPr txBox="1">
            <a:spLocks noGrp="1"/>
          </p:cNvSpPr>
          <p:nvPr>
            <p:ph type="sldNum" sz="quarter" idx="8"/>
          </p:nvPr>
        </p:nvSpPr>
        <p:spPr/>
        <p:txBody>
          <a:bodyPr/>
          <a:lstStyle>
            <a:lvl1pPr>
              <a:defRPr/>
            </a:lvl1pPr>
          </a:lstStyle>
          <a:p>
            <a:pPr lvl="0"/>
            <a:r>
              <a:rPr lang="en-US"/>
              <a:t>| Page </a:t>
            </a:r>
            <a:fld id="{9A7AF7E7-F987-469D-934C-68BA8471963A}" type="slidenum">
              <a:t>‹#›</a:t>
            </a:fld>
            <a:endParaRPr lang="en-US"/>
          </a:p>
        </p:txBody>
      </p:sp>
    </p:spTree>
    <p:extLst>
      <p:ext uri="{BB962C8B-B14F-4D97-AF65-F5344CB8AC3E}">
        <p14:creationId xmlns:p14="http://schemas.microsoft.com/office/powerpoint/2010/main" val="10979550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2" name="facebook icon" descr="Facebook icon">
            <a:hlinkClick r:id="rId2"/>
            <a:extLst>
              <a:ext uri="{FF2B5EF4-FFF2-40B4-BE49-F238E27FC236}">
                <a16:creationId xmlns:a16="http://schemas.microsoft.com/office/drawing/2014/main" id="{EF061C2E-DFD8-97A7-E477-CB9100A4AC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3172" y="4217276"/>
            <a:ext cx="201433" cy="201442"/>
          </a:xfrm>
          <a:prstGeom prst="rect">
            <a:avLst/>
          </a:prstGeom>
          <a:noFill/>
          <a:ln cap="flat">
            <a:noFill/>
          </a:ln>
          <a:effectLst>
            <a:outerShdw dist="22997" dir="5400000" algn="tl">
              <a:srgbClr val="000000">
                <a:alpha val="35000"/>
              </a:srgbClr>
            </a:outerShdw>
          </a:effectLst>
        </p:spPr>
      </p:pic>
      <p:pic>
        <p:nvPicPr>
          <p:cNvPr id="3" name="Linkedin icon" descr="LinkedIn icon">
            <a:hlinkClick r:id="rId4"/>
            <a:extLst>
              <a:ext uri="{FF2B5EF4-FFF2-40B4-BE49-F238E27FC236}">
                <a16:creationId xmlns:a16="http://schemas.microsoft.com/office/drawing/2014/main" id="{6ABBA560-EFC6-7650-58E2-CB5D8ECFCB70}"/>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7290127" y="4232775"/>
            <a:ext cx="201433" cy="170444"/>
          </a:xfrm>
          <a:prstGeom prst="rect">
            <a:avLst/>
          </a:prstGeom>
          <a:noFill/>
          <a:ln cap="flat">
            <a:noFill/>
          </a:ln>
          <a:effectLst>
            <a:outerShdw dist="22997" dir="5400000" algn="tl">
              <a:srgbClr val="000000">
                <a:alpha val="35000"/>
              </a:srgbClr>
            </a:outerShdw>
          </a:effectLst>
        </p:spPr>
      </p:pic>
      <p:pic>
        <p:nvPicPr>
          <p:cNvPr id="4" name="YouTube icon" descr="YouTube icon">
            <a:hlinkClick r:id="rId6"/>
            <a:extLst>
              <a:ext uri="{FF2B5EF4-FFF2-40B4-BE49-F238E27FC236}">
                <a16:creationId xmlns:a16="http://schemas.microsoft.com/office/drawing/2014/main" id="{C8C3A2BE-C222-49BD-F8A9-2DE7CA67E18D}"/>
              </a:ext>
            </a:extLst>
          </p:cNvPr>
          <p:cNvPicPr>
            <a:picLocks noChangeAspect="1"/>
          </p:cNvPicPr>
          <p:nvPr/>
        </p:nvPicPr>
        <p:blipFill>
          <a:blip>
            <a:extLst>
              <a:ext uri="{96DAC541-7B7A-43D3-8B79-37D633B846F1}">
                <asvg:svgBlip xmlns:asvg="http://schemas.microsoft.com/office/drawing/2016/SVG/main" r:embed="rId7"/>
              </a:ext>
            </a:extLst>
          </a:blip>
          <a:srcRect/>
          <a:stretch>
            <a:fillRect/>
          </a:stretch>
        </p:blipFill>
        <p:spPr>
          <a:xfrm>
            <a:off x="7597091" y="4242029"/>
            <a:ext cx="221577" cy="151945"/>
          </a:xfrm>
          <a:prstGeom prst="rect">
            <a:avLst/>
          </a:prstGeom>
          <a:noFill/>
          <a:ln cap="flat">
            <a:noFill/>
          </a:ln>
          <a:effectLst>
            <a:outerShdw dist="22997" dir="5400000" algn="tl">
              <a:srgbClr val="000000">
                <a:alpha val="35000"/>
              </a:srgbClr>
            </a:outerShdw>
          </a:effectLst>
        </p:spPr>
      </p:pic>
      <p:pic>
        <p:nvPicPr>
          <p:cNvPr id="5" name="X icon" descr="Twitter/X icon">
            <a:hlinkClick r:id="rId8"/>
            <a:extLst>
              <a:ext uri="{FF2B5EF4-FFF2-40B4-BE49-F238E27FC236}">
                <a16:creationId xmlns:a16="http://schemas.microsoft.com/office/drawing/2014/main" id="{7B8D44DC-EEAD-B090-4497-6EE4FF7817E9}"/>
              </a:ext>
            </a:extLst>
          </p:cNvPr>
          <p:cNvPicPr>
            <a:picLocks noChangeAspect="1"/>
          </p:cNvPicPr>
          <p:nvPr/>
        </p:nvPicPr>
        <p:blipFill>
          <a:blip>
            <a:extLst>
              <a:ext uri="{96DAC541-7B7A-43D3-8B79-37D633B846F1}">
                <asvg:svgBlip xmlns:asvg="http://schemas.microsoft.com/office/drawing/2016/SVG/main" r:embed="rId9"/>
              </a:ext>
            </a:extLst>
          </a:blip>
          <a:srcRect/>
          <a:stretch>
            <a:fillRect/>
          </a:stretch>
        </p:blipFill>
        <p:spPr>
          <a:xfrm>
            <a:off x="7926202" y="4226073"/>
            <a:ext cx="179853" cy="183849"/>
          </a:xfrm>
          <a:prstGeom prst="rect">
            <a:avLst/>
          </a:prstGeom>
          <a:noFill/>
          <a:ln cap="flat">
            <a:noFill/>
          </a:ln>
          <a:effectLst>
            <a:outerShdw dist="22997" dir="5400000" algn="tl">
              <a:srgbClr val="000000">
                <a:alpha val="35000"/>
              </a:srgbClr>
            </a:outerShdw>
          </a:effectLst>
        </p:spPr>
      </p:pic>
      <p:pic>
        <p:nvPicPr>
          <p:cNvPr id="6" name="Instagram icon" descr="Instagram icon">
            <a:hlinkClick r:id="rId10"/>
            <a:extLst>
              <a:ext uri="{FF2B5EF4-FFF2-40B4-BE49-F238E27FC236}">
                <a16:creationId xmlns:a16="http://schemas.microsoft.com/office/drawing/2014/main" id="{698EF11E-F4E7-097F-4836-F9E4D55A5506}"/>
              </a:ext>
            </a:extLst>
          </p:cNvPr>
          <p:cNvPicPr>
            <a:picLocks noChangeAspect="1"/>
          </p:cNvPicPr>
          <p:nvPr/>
        </p:nvPicPr>
        <p:blipFill>
          <a:blip>
            <a:extLst>
              <a:ext uri="{96DAC541-7B7A-43D3-8B79-37D633B846F1}">
                <asvg:svgBlip xmlns:asvg="http://schemas.microsoft.com/office/drawing/2016/SVG/main" r:embed="rId11"/>
              </a:ext>
            </a:extLst>
          </a:blip>
          <a:srcRect/>
          <a:stretch>
            <a:fillRect/>
          </a:stretch>
        </p:blipFill>
        <p:spPr>
          <a:xfrm>
            <a:off x="8213579" y="4226073"/>
            <a:ext cx="183849" cy="183849"/>
          </a:xfrm>
          <a:prstGeom prst="rect">
            <a:avLst/>
          </a:prstGeom>
          <a:noFill/>
          <a:ln cap="flat">
            <a:noFill/>
          </a:ln>
          <a:effectLst>
            <a:outerShdw dist="22997" dir="5400000" algn="tl">
              <a:srgbClr val="000000">
                <a:alpha val="35000"/>
              </a:srgbClr>
            </a:outerShdw>
          </a:effectLst>
        </p:spPr>
      </p:pic>
      <p:pic>
        <p:nvPicPr>
          <p:cNvPr id="7" name="SE blog icon" descr="SE Blog icon&#10;">
            <a:hlinkClick r:id="rId12"/>
            <a:extLst>
              <a:ext uri="{FF2B5EF4-FFF2-40B4-BE49-F238E27FC236}">
                <a16:creationId xmlns:a16="http://schemas.microsoft.com/office/drawing/2014/main" id="{4DE45B4D-10FF-6C83-E052-2B11917E22C9}"/>
              </a:ext>
            </a:extLst>
          </p:cNvPr>
          <p:cNvPicPr>
            <a:picLocks noChangeAspect="1"/>
          </p:cNvPicPr>
          <p:nvPr/>
        </p:nvPicPr>
        <p:blipFill>
          <a:blip>
            <a:extLst>
              <a:ext uri="{96DAC541-7B7A-43D3-8B79-37D633B846F1}">
                <asvg:svgBlip xmlns:asvg="http://schemas.microsoft.com/office/drawing/2016/SVG/main" r:embed="rId13"/>
              </a:ext>
            </a:extLst>
          </a:blip>
          <a:srcRect/>
          <a:stretch>
            <a:fillRect/>
          </a:stretch>
        </p:blipFill>
        <p:spPr>
          <a:xfrm>
            <a:off x="8502950" y="4226073"/>
            <a:ext cx="183849" cy="183849"/>
          </a:xfrm>
          <a:prstGeom prst="rect">
            <a:avLst/>
          </a:prstGeom>
          <a:noFill/>
          <a:ln cap="flat">
            <a:noFill/>
          </a:ln>
          <a:effectLst>
            <a:outerShdw dist="22997" dir="5400000" algn="tl">
              <a:srgbClr val="000000">
                <a:alpha val="35000"/>
              </a:srgbClr>
            </a:outerShdw>
          </a:effectLst>
        </p:spPr>
      </p:pic>
      <p:pic>
        <p:nvPicPr>
          <p:cNvPr id="8" name="Graphic 5">
            <a:extLst>
              <a:ext uri="{FF2B5EF4-FFF2-40B4-BE49-F238E27FC236}">
                <a16:creationId xmlns:a16="http://schemas.microsoft.com/office/drawing/2014/main" id="{80507867-0023-0642-DC2F-1AB705FFD1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rcRect/>
          <a:stretch>
            <a:fillRect/>
          </a:stretch>
        </p:blipFill>
        <p:spPr>
          <a:xfrm>
            <a:off x="3291117" y="2192228"/>
            <a:ext cx="2561773" cy="759043"/>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32613648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slideLayout" Target="../slideLayouts/slideLayout37.xml"/><Relationship Id="rId13" Type="http://schemas.openxmlformats.org/officeDocument/2006/relationships/slideLayout" Target="../slideLayouts/slideLayout38.xml"/><Relationship Id="rId14" Type="http://schemas.openxmlformats.org/officeDocument/2006/relationships/slideLayout" Target="../slideLayouts/slideLayout39.xml"/><Relationship Id="rId15" Type="http://schemas.openxmlformats.org/officeDocument/2006/relationships/slideLayout" Target="../slideLayouts/slideLayout40.xml"/><Relationship Id="rId16" Type="http://schemas.openxmlformats.org/officeDocument/2006/relationships/slideLayout" Target="../slideLayouts/slideLayout41.xml"/><Relationship Id="rId17" Type="http://schemas.openxmlformats.org/officeDocument/2006/relationships/slideLayout" Target="../slideLayouts/slideLayout42.xml"/><Relationship Id="rId18" Type="http://schemas.openxmlformats.org/officeDocument/2006/relationships/slideLayout" Target="../slideLayouts/slideLayout43.xml"/><Relationship Id="rId19" Type="http://schemas.openxmlformats.org/officeDocument/2006/relationships/slideLayout" Target="../slideLayouts/slideLayout44.xml"/><Relationship Id="rId20" Type="http://schemas.openxmlformats.org/officeDocument/2006/relationships/slideLayout" Target="../slideLayouts/slideLayout45.xml"/><Relationship Id="rId21" Type="http://schemas.openxmlformats.org/officeDocument/2006/relationships/slideLayout" Target="../slideLayouts/slideLayout46.xml"/><Relationship Id="rId22" Type="http://schemas.openxmlformats.org/officeDocument/2006/relationships/slideLayout" Target="../slideLayouts/slideLayout47.xml"/><Relationship Id="rId23" Type="http://schemas.openxmlformats.org/officeDocument/2006/relationships/slideLayout" Target="../slideLayouts/slideLayout48.xml"/><Relationship Id="rId24" Type="http://schemas.openxmlformats.org/officeDocument/2006/relationships/slideLayout" Target="../slideLayouts/slideLayout49.xml"/><Relationship Id="rId25" Type="http://schemas.openxmlformats.org/officeDocument/2006/relationships/slideLayout" Target="../slideLayouts/slideLayout50.xml"/><Relationship Id="rId26" Type="http://schemas.openxmlformats.org/officeDocument/2006/relationships/theme" Target="../theme/theme2.xml"/><Relationship Id="rId27" Type="http://schemas.openxmlformats.org/officeDocument/2006/relationships/image" Target="../media/image9.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9" Type="http://schemas.openxmlformats.org/officeDocument/2006/relationships/slideLayout" Target="../slideLayouts/slideLayout59.xml"/><Relationship Id="rId10" Type="http://schemas.openxmlformats.org/officeDocument/2006/relationships/slideLayout" Target="../slideLayouts/slideLayout60.xml"/><Relationship Id="rId11" Type="http://schemas.openxmlformats.org/officeDocument/2006/relationships/slideLayout" Target="../slideLayouts/slideLayout61.xml"/><Relationship Id="rId12" Type="http://schemas.openxmlformats.org/officeDocument/2006/relationships/slideLayout" Target="../slideLayouts/slideLayout62.xml"/><Relationship Id="rId13" Type="http://schemas.openxmlformats.org/officeDocument/2006/relationships/slideLayout" Target="../slideLayouts/slideLayout63.xml"/><Relationship Id="rId14" Type="http://schemas.openxmlformats.org/officeDocument/2006/relationships/slideLayout" Target="../slideLayouts/slideLayout64.xml"/><Relationship Id="rId15" Type="http://schemas.openxmlformats.org/officeDocument/2006/relationships/slideLayout" Target="../slideLayouts/slideLayout65.xml"/><Relationship Id="rId16" Type="http://schemas.openxmlformats.org/officeDocument/2006/relationships/slideLayout" Target="../slideLayouts/slideLayout66.xml"/><Relationship Id="rId17" Type="http://schemas.openxmlformats.org/officeDocument/2006/relationships/slideLayout" Target="../slideLayouts/slideLayout67.xml"/><Relationship Id="rId18" Type="http://schemas.openxmlformats.org/officeDocument/2006/relationships/slideLayout" Target="../slideLayouts/slideLayout68.xml"/><Relationship Id="rId19" Type="http://schemas.openxmlformats.org/officeDocument/2006/relationships/slideLayout" Target="../slideLayouts/slideLayout69.xml"/><Relationship Id="rId20" Type="http://schemas.openxmlformats.org/officeDocument/2006/relationships/slideLayout" Target="../slideLayouts/slideLayout70.xml"/><Relationship Id="rId21" Type="http://schemas.openxmlformats.org/officeDocument/2006/relationships/slideLayout" Target="../slideLayouts/slideLayout71.xml"/><Relationship Id="rId22" Type="http://schemas.openxmlformats.org/officeDocument/2006/relationships/slideLayout" Target="../slideLayouts/slideLayout72.xml"/><Relationship Id="rId23" Type="http://schemas.openxmlformats.org/officeDocument/2006/relationships/slideLayout" Target="../slideLayouts/slideLayout73.xml"/><Relationship Id="rId24" Type="http://schemas.openxmlformats.org/officeDocument/2006/relationships/slideLayout" Target="../slideLayouts/slideLayout74.xml"/><Relationship Id="rId25" Type="http://schemas.openxmlformats.org/officeDocument/2006/relationships/slideLayout" Target="../slideLayouts/slideLayout75.xml"/><Relationship Id="rId26" Type="http://schemas.openxmlformats.org/officeDocument/2006/relationships/theme" Target="../theme/theme3.xml"/><Relationship Id="rId27" Type="http://schemas.openxmlformats.org/officeDocument/2006/relationships/image" Target="../media/image10.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slideLayout" Target="../slideLayouts/slideLayout77.xml"/><Relationship Id="rId3" Type="http://schemas.openxmlformats.org/officeDocument/2006/relationships/slideLayout" Target="../slideLayouts/slideLayout78.xml"/><Relationship Id="rId4" Type="http://schemas.openxmlformats.org/officeDocument/2006/relationships/slideLayout" Target="../slideLayouts/slideLayout79.xml"/><Relationship Id="rId5" Type="http://schemas.openxmlformats.org/officeDocument/2006/relationships/slideLayout" Target="../slideLayouts/slideLayout80.xml"/><Relationship Id="rId6" Type="http://schemas.openxmlformats.org/officeDocument/2006/relationships/slideLayout" Target="../slideLayouts/slideLayout81.xml"/><Relationship Id="rId7" Type="http://schemas.openxmlformats.org/officeDocument/2006/relationships/slideLayout" Target="../slideLayouts/slideLayout82.xml"/><Relationship Id="rId8" Type="http://schemas.openxmlformats.org/officeDocument/2006/relationships/slideLayout" Target="../slideLayouts/slideLayout83.xml"/><Relationship Id="rId9" Type="http://schemas.openxmlformats.org/officeDocument/2006/relationships/slideLayout" Target="../slideLayouts/slideLayout84.xml"/><Relationship Id="rId10" Type="http://schemas.openxmlformats.org/officeDocument/2006/relationships/slideLayout" Target="../slideLayouts/slideLayout85.xml"/><Relationship Id="rId11" Type="http://schemas.openxmlformats.org/officeDocument/2006/relationships/slideLayout" Target="../slideLayouts/slideLayout86.xml"/><Relationship Id="rId12" Type="http://schemas.openxmlformats.org/officeDocument/2006/relationships/slideLayout" Target="../slideLayouts/slideLayout87.xml"/><Relationship Id="rId13" Type="http://schemas.openxmlformats.org/officeDocument/2006/relationships/slideLayout" Target="../slideLayouts/slideLayout88.xml"/><Relationship Id="rId14" Type="http://schemas.openxmlformats.org/officeDocument/2006/relationships/slideLayout" Target="../slideLayouts/slideLayout89.xml"/><Relationship Id="rId15" Type="http://schemas.openxmlformats.org/officeDocument/2006/relationships/slideLayout" Target="../slideLayouts/slideLayout90.xml"/><Relationship Id="rId16" Type="http://schemas.openxmlformats.org/officeDocument/2006/relationships/slideLayout" Target="../slideLayouts/slideLayout91.xml"/><Relationship Id="rId17" Type="http://schemas.openxmlformats.org/officeDocument/2006/relationships/slideLayout" Target="../slideLayouts/slideLayout92.xml"/><Relationship Id="rId18" Type="http://schemas.openxmlformats.org/officeDocument/2006/relationships/slideLayout" Target="../slideLayouts/slideLayout93.xml"/><Relationship Id="rId19" Type="http://schemas.openxmlformats.org/officeDocument/2006/relationships/slideLayout" Target="../slideLayouts/slideLayout94.xml"/><Relationship Id="rId20" Type="http://schemas.openxmlformats.org/officeDocument/2006/relationships/slideLayout" Target="../slideLayouts/slideLayout95.xml"/><Relationship Id="rId21" Type="http://schemas.openxmlformats.org/officeDocument/2006/relationships/slideLayout" Target="../slideLayouts/slideLayout96.xml"/><Relationship Id="rId22" Type="http://schemas.openxmlformats.org/officeDocument/2006/relationships/slideLayout" Target="../slideLayouts/slideLayout97.xml"/><Relationship Id="rId23" Type="http://schemas.openxmlformats.org/officeDocument/2006/relationships/slideLayout" Target="../slideLayouts/slideLayout98.xml"/><Relationship Id="rId24" Type="http://schemas.openxmlformats.org/officeDocument/2006/relationships/slideLayout" Target="../slideLayouts/slideLayout99.xml"/><Relationship Id="rId25" Type="http://schemas.openxmlformats.org/officeDocument/2006/relationships/slideLayout" Target="../slideLayouts/slideLayout100.xml"/><Relationship Id="rId26" Type="http://schemas.openxmlformats.org/officeDocument/2006/relationships/theme" Target="../theme/theme4.xml"/><Relationship Id="rId27" Type="http://schemas.openxmlformats.org/officeDocument/2006/relationships/image" Target="../media/image18.png"/><Relationship Id="rId28" Type="http://schemas.openxmlformats.org/officeDocument/2006/relationships/image" Target="../media/image10.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DE922F64-FDA2-E57E-6514-21A72AD25E82}"/>
              </a:ext>
            </a:extLst>
          </p:cNvPr>
          <p:cNvSpPr txBox="1">
            <a:spLocks noGrp="1"/>
          </p:cNvSpPr>
          <p:nvPr>
            <p:ph type="title"/>
          </p:nvPr>
        </p:nvSpPr>
        <p:spPr>
          <a:xfrm>
            <a:off x="457200" y="425872"/>
            <a:ext cx="8229600" cy="289233"/>
          </a:xfrm>
          <a:prstGeom prst="rect">
            <a:avLst/>
          </a:prstGeom>
          <a:noFill/>
          <a:ln>
            <a:noFill/>
          </a:ln>
        </p:spPr>
        <p:txBody>
          <a:bodyPr vert="horz" wrap="square" lIns="0" tIns="0" rIns="0" bIns="0" anchor="t" anchorCtr="0" compatLnSpc="1">
            <a:noAutofit/>
          </a:bodyPr>
          <a:lstStyle/>
          <a:p>
            <a:pPr lvl="0"/>
            <a:r>
              <a:rPr lang="fr-FR"/>
              <a:t>Modifiez le style du titre</a:t>
            </a:r>
            <a:endParaRPr lang="en-US"/>
          </a:p>
        </p:txBody>
      </p:sp>
      <p:sp>
        <p:nvSpPr>
          <p:cNvPr id="3" name="Text Placeholder 17">
            <a:extLst>
              <a:ext uri="{FF2B5EF4-FFF2-40B4-BE49-F238E27FC236}">
                <a16:creationId xmlns:a16="http://schemas.microsoft.com/office/drawing/2014/main" id="{0B664482-F9AA-8D79-3506-B598F5B6AE56}"/>
              </a:ext>
            </a:extLst>
          </p:cNvPr>
          <p:cNvSpPr txBox="1">
            <a:spLocks noGrp="1"/>
          </p:cNvSpPr>
          <p:nvPr>
            <p:ph type="body" idx="1"/>
          </p:nvPr>
        </p:nvSpPr>
        <p:spPr>
          <a:xfrm>
            <a:off x="457200" y="1508394"/>
            <a:ext cx="8229600" cy="2822606"/>
          </a:xfrm>
          <a:prstGeom prst="rect">
            <a:avLst/>
          </a:prstGeom>
          <a:noFill/>
          <a:ln>
            <a:noFill/>
          </a:ln>
        </p:spPr>
        <p:txBody>
          <a:bodyPr vert="horz" wrap="square" lIns="0" tIns="0" rIns="0" bIns="0" anchor="t" anchorCtr="0" compatLnSpc="1">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Footer Placeholder 12">
            <a:extLst>
              <a:ext uri="{FF2B5EF4-FFF2-40B4-BE49-F238E27FC236}">
                <a16:creationId xmlns:a16="http://schemas.microsoft.com/office/drawing/2014/main" id="{DA41F724-F8ED-F763-F1D7-2545851C5CB3}"/>
              </a:ext>
              <a:ext uri="{C183D7F6-B498-43B3-948B-1728B52AA6E4}">
                <adec:decorative xmlns:adec="http://schemas.microsoft.com/office/drawing/2017/decorative" val="1"/>
              </a:ext>
            </a:extLst>
          </p:cNvPr>
          <p:cNvSpPr txBox="1">
            <a:spLocks noGrp="1"/>
          </p:cNvSpPr>
          <p:nvPr>
            <p:ph type="ftr" sz="quarter" idx="3"/>
          </p:nvPr>
        </p:nvSpPr>
        <p:spPr>
          <a:xfrm>
            <a:off x="457200" y="4867442"/>
            <a:ext cx="1721513" cy="105256"/>
          </a:xfrm>
          <a:prstGeom prst="rect">
            <a:avLst/>
          </a:prstGeom>
          <a:noFill/>
          <a:ln>
            <a:noFill/>
          </a:ln>
        </p:spPr>
        <p:txBody>
          <a:bodyPr vert="horz" wrap="square" lIns="0" tIns="0" rIns="0" bIns="0" anchor="ctr" anchorCtr="0" compatLnSpc="1">
            <a:no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0A2F24"/>
                </a:solidFill>
                <a:uFillTx/>
                <a:latin typeface="Poppins"/>
              </a:defRPr>
            </a:lvl1pPr>
          </a:lstStyle>
          <a:p>
            <a:pPr lvl="0"/>
            <a:r>
              <a:rPr lang="en-US"/>
              <a:t>©2026 Schneider Electric. All Rights Reserved.</a:t>
            </a:r>
          </a:p>
        </p:txBody>
      </p:sp>
      <p:sp>
        <p:nvSpPr>
          <p:cNvPr id="5" name="Slide number placeholder">
            <a:extLst>
              <a:ext uri="{FF2B5EF4-FFF2-40B4-BE49-F238E27FC236}">
                <a16:creationId xmlns:a16="http://schemas.microsoft.com/office/drawing/2014/main" id="{FB73C315-6EE5-9DF9-867F-234E6B678479}"/>
              </a:ext>
              <a:ext uri="{C183D7F6-B498-43B3-948B-1728B52AA6E4}">
                <adec:decorative xmlns:adec="http://schemas.microsoft.com/office/drawing/2017/decorative" val="1"/>
              </a:ext>
            </a:extLst>
          </p:cNvPr>
          <p:cNvSpPr txBox="1">
            <a:spLocks noGrp="1"/>
          </p:cNvSpPr>
          <p:nvPr>
            <p:ph type="sldNum" sz="quarter" idx="4"/>
          </p:nvPr>
        </p:nvSpPr>
        <p:spPr>
          <a:xfrm>
            <a:off x="2183669" y="4873907"/>
            <a:ext cx="525688" cy="92336"/>
          </a:xfrm>
          <a:prstGeom prst="rect">
            <a:avLst/>
          </a:prstGeom>
          <a:noFill/>
          <a:ln>
            <a:noFill/>
          </a:ln>
        </p:spPr>
        <p:txBody>
          <a:bodyPr vert="horz" wrap="square" lIns="0" tIns="0" rIns="0" bIns="0" anchor="ctr" anchorCtr="0" compatLnSpc="1">
            <a:sp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0A2F24"/>
                </a:solidFill>
                <a:uFillTx/>
                <a:latin typeface="Poppins"/>
                <a:ea typeface="Zalando Sans Medium" pitchFamily="2"/>
                <a:cs typeface="Arial"/>
              </a:defRPr>
            </a:lvl1pPr>
          </a:lstStyle>
          <a:p>
            <a:pPr lvl="0"/>
            <a:r>
              <a:rPr lang="en-US"/>
              <a:t>| Page </a:t>
            </a:r>
            <a:fld id="{6540048C-8A0C-4EEF-A249-095AAFA81EA4}" type="slidenum">
              <a:t>‹#›</a:t>
            </a:fld>
            <a:endParaRPr lang="en-US"/>
          </a:p>
        </p:txBody>
      </p:sp>
      <p:pic>
        <p:nvPicPr>
          <p:cNvPr id="6" name="Picture 8">
            <a:extLst>
              <a:ext uri="{FF2B5EF4-FFF2-40B4-BE49-F238E27FC236}">
                <a16:creationId xmlns:a16="http://schemas.microsoft.com/office/drawing/2014/main" id="{FA14EA49-FCBB-39EB-BA24-91D1EACEED1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7"/>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7" name="ZoneTexte 3">
            <a:extLst>
              <a:ext uri="{FF2B5EF4-FFF2-40B4-BE49-F238E27FC236}">
                <a16:creationId xmlns:a16="http://schemas.microsoft.com/office/drawing/2014/main" id="{C351B4B2-1D5A-8FE1-B540-64427DBEBF49}"/>
              </a:ext>
            </a:extLst>
          </p:cNvPr>
          <p:cNvSpPr txBox="1"/>
          <p:nvPr/>
        </p:nvSpPr>
        <p:spPr>
          <a:xfrm>
            <a:off x="4441826" y="4988564"/>
            <a:ext cx="276221" cy="91440"/>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 b="0" i="0" u="none" strike="noStrike" kern="1200" cap="none" spc="0" baseline="0">
                <a:solidFill>
                  <a:srgbClr val="626469"/>
                </a:solidFill>
                <a:uFillTx/>
                <a:latin typeface="Aptos" pitchFamily="34"/>
              </a:rPr>
              <a:t>General</a:t>
            </a:r>
          </a:p>
        </p:txBody>
      </p:sp>
      <p:sp>
        <p:nvSpPr>
          <p:cNvPr id="10" name="ZoneTexte 9">
            <a:extLst>
              <a:ext uri="{FF2B5EF4-FFF2-40B4-BE49-F238E27FC236}">
                <a16:creationId xmlns:a16="http://schemas.microsoft.com/office/drawing/2014/main" id="{ED9AF7D6-1232-27AC-FBB8-445C7C58247C}"/>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marL="0" marR="0" lvl="0" indent="0" algn="l" defTabSz="457181" rtl="0" fontAlgn="auto" hangingPunct="1">
        <a:lnSpc>
          <a:spcPts val="2400"/>
        </a:lnSpc>
        <a:spcBef>
          <a:spcPts val="0"/>
        </a:spcBef>
        <a:spcAft>
          <a:spcPts val="0"/>
        </a:spcAft>
        <a:buNone/>
        <a:tabLst/>
        <a:defRPr lang="fr-FR" sz="2200" b="0" i="0" u="none" strike="noStrike" kern="1200" cap="none" spc="0" baseline="0">
          <a:solidFill>
            <a:srgbClr val="009530"/>
          </a:solidFill>
          <a:uFillTx/>
          <a:latin typeface="Poppins"/>
          <a:cs typeface="Arial"/>
        </a:defRPr>
      </a:lvl1pPr>
    </p:titleStyle>
    <p:bodyStyle>
      <a:lvl1pPr marL="0" marR="0" lvl="0" indent="0" algn="l" defTabSz="457181" rtl="0" fontAlgn="auto" hangingPunct="1">
        <a:lnSpc>
          <a:spcPts val="1900"/>
        </a:lnSpc>
        <a:spcBef>
          <a:spcPts val="500"/>
        </a:spcBef>
        <a:spcAft>
          <a:spcPts val="500"/>
        </a:spcAft>
        <a:buNone/>
        <a:tabLst/>
        <a:defRPr lang="fr-FR" sz="1400" b="0" i="0" u="none" strike="noStrike" kern="1200" cap="none" spc="0" baseline="0">
          <a:solidFill>
            <a:srgbClr val="0A2F24"/>
          </a:solidFill>
          <a:uFillTx/>
          <a:latin typeface="Poppins"/>
          <a:cs typeface="Arial"/>
        </a:defRPr>
      </a:lvl1pPr>
      <a:lvl2pPr marL="361937" marR="0" lvl="1" indent="-182559" algn="l" defTabSz="447662" rtl="0" fontAlgn="auto" hangingPunct="1">
        <a:lnSpc>
          <a:spcPts val="1900"/>
        </a:lnSpc>
        <a:spcBef>
          <a:spcPts val="500"/>
        </a:spcBef>
        <a:spcAft>
          <a:spcPts val="500"/>
        </a:spcAft>
        <a:buClr>
          <a:srgbClr val="009530"/>
        </a:buClr>
        <a:buSzPct val="100000"/>
        <a:buFont typeface="Arial" pitchFamily="34"/>
        <a:buChar char="•"/>
        <a:tabLst/>
        <a:defRPr lang="fr-FR" sz="1400" b="0" i="0" u="none" strike="noStrike" kern="1200" cap="none" spc="0" baseline="0">
          <a:solidFill>
            <a:srgbClr val="0A2F24"/>
          </a:solidFill>
          <a:uFillTx/>
          <a:latin typeface="Poppins"/>
          <a:cs typeface="Arial"/>
        </a:defRPr>
      </a:lvl2pPr>
      <a:lvl3pPr marL="538142" marR="0" lvl="2" indent="-179377" algn="l" defTabSz="457181" rtl="0" fontAlgn="auto" hangingPunct="1">
        <a:lnSpc>
          <a:spcPts val="1900"/>
        </a:lnSpc>
        <a:spcBef>
          <a:spcPts val="500"/>
        </a:spcBef>
        <a:spcAft>
          <a:spcPts val="500"/>
        </a:spcAft>
        <a:buClr>
          <a:srgbClr val="009530"/>
        </a:buClr>
        <a:buSzPct val="100000"/>
        <a:buFont typeface="Arial" pitchFamily="34"/>
        <a:buChar char="‒"/>
        <a:tabLst/>
        <a:defRPr lang="fr-FR" sz="1400" b="0" i="0" u="none" strike="noStrike" kern="1200" cap="none" spc="0" baseline="0">
          <a:solidFill>
            <a:srgbClr val="0A2F24"/>
          </a:solidFill>
          <a:uFillTx/>
          <a:latin typeface="Poppins"/>
          <a:cs typeface="Arial"/>
        </a:defRPr>
      </a:lvl3pPr>
      <a:lvl4pPr marL="719111" marR="0" lvl="3" indent="-179377" algn="l" defTabSz="457181" rtl="0" fontAlgn="auto" hangingPunct="1">
        <a:lnSpc>
          <a:spcPts val="1900"/>
        </a:lnSpc>
        <a:spcBef>
          <a:spcPts val="500"/>
        </a:spcBef>
        <a:spcAft>
          <a:spcPts val="500"/>
        </a:spcAft>
        <a:buClr>
          <a:srgbClr val="009530"/>
        </a:buClr>
        <a:buSzPct val="100000"/>
        <a:buFont typeface="Arial" pitchFamily="34"/>
        <a:buChar char="–"/>
        <a:tabLst/>
        <a:defRPr lang="fr-FR" sz="1400" b="0" i="0" u="none" strike="noStrike" kern="1200" cap="none" spc="0" baseline="0">
          <a:solidFill>
            <a:srgbClr val="0A2F24"/>
          </a:solidFill>
          <a:uFillTx/>
          <a:latin typeface="Poppins"/>
          <a:cs typeface="Arial"/>
        </a:defRPr>
      </a:lvl4pPr>
      <a:lvl5pPr marL="896907" marR="0" lvl="4" indent="-185732" algn="l" defTabSz="457181" rtl="0" fontAlgn="auto" hangingPunct="1">
        <a:lnSpc>
          <a:spcPts val="1900"/>
        </a:lnSpc>
        <a:spcBef>
          <a:spcPts val="500"/>
        </a:spcBef>
        <a:spcAft>
          <a:spcPts val="500"/>
        </a:spcAft>
        <a:buClr>
          <a:srgbClr val="009530"/>
        </a:buClr>
        <a:buSzPct val="100000"/>
        <a:buFont typeface="Arial" pitchFamily="34"/>
        <a:buChar char="–"/>
        <a:tabLst/>
        <a:defRPr lang="fr-FR" sz="1400" b="0" i="0" u="none" strike="noStrike" kern="1200" cap="none" spc="0" baseline="0">
          <a:solidFill>
            <a:srgbClr val="0A2F24"/>
          </a:solidFill>
          <a:uFillTx/>
          <a:latin typeface="Poppins"/>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7FFD9"/>
        </a:solidFill>
        <a:effectLst/>
      </p:bgPr>
    </p:bg>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8CDB5831-05BF-5E96-5155-BC7F3D2319AB}"/>
              </a:ext>
            </a:extLst>
          </p:cNvPr>
          <p:cNvSpPr txBox="1">
            <a:spLocks noGrp="1"/>
          </p:cNvSpPr>
          <p:nvPr>
            <p:ph type="title"/>
          </p:nvPr>
        </p:nvSpPr>
        <p:spPr>
          <a:xfrm>
            <a:off x="457200" y="425872"/>
            <a:ext cx="8229600" cy="289233"/>
          </a:xfrm>
          <a:prstGeom prst="rect">
            <a:avLst/>
          </a:prstGeom>
          <a:noFill/>
          <a:ln>
            <a:noFill/>
          </a:ln>
        </p:spPr>
        <p:txBody>
          <a:bodyPr vert="horz" wrap="square" lIns="0" tIns="0" rIns="0" bIns="0" anchor="t" anchorCtr="0" compatLnSpc="1">
            <a:noAutofit/>
          </a:bodyPr>
          <a:lstStyle/>
          <a:p>
            <a:pPr lvl="0"/>
            <a:r>
              <a:rPr lang="en-US"/>
              <a:t>Click to edit master title style</a:t>
            </a:r>
          </a:p>
        </p:txBody>
      </p:sp>
      <p:sp>
        <p:nvSpPr>
          <p:cNvPr id="3" name="Text Placeholder 17">
            <a:extLst>
              <a:ext uri="{FF2B5EF4-FFF2-40B4-BE49-F238E27FC236}">
                <a16:creationId xmlns:a16="http://schemas.microsoft.com/office/drawing/2014/main" id="{ACEA00CA-D8FA-B024-4470-29B2959C428F}"/>
              </a:ext>
            </a:extLst>
          </p:cNvPr>
          <p:cNvSpPr txBox="1">
            <a:spLocks noGrp="1"/>
          </p:cNvSpPr>
          <p:nvPr>
            <p:ph type="body" idx="1"/>
          </p:nvPr>
        </p:nvSpPr>
        <p:spPr>
          <a:xfrm>
            <a:off x="457200" y="1508394"/>
            <a:ext cx="8229600" cy="2822606"/>
          </a:xfrm>
          <a:prstGeom prst="rect">
            <a:avLst/>
          </a:prstGeom>
          <a:noFill/>
          <a:ln>
            <a:noFill/>
          </a:ln>
        </p:spPr>
        <p:txBody>
          <a:bodyPr vert="horz" wrap="square" lIns="0" tIns="0" rIns="0" bIns="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2">
            <a:extLst>
              <a:ext uri="{FF2B5EF4-FFF2-40B4-BE49-F238E27FC236}">
                <a16:creationId xmlns:a16="http://schemas.microsoft.com/office/drawing/2014/main" id="{941D0188-15D4-9BAF-769F-D349080AB35F}"/>
              </a:ext>
              <a:ext uri="{C183D7F6-B498-43B3-948B-1728B52AA6E4}">
                <adec:decorative xmlns:adec="http://schemas.microsoft.com/office/drawing/2017/decorative" val="1"/>
              </a:ext>
            </a:extLst>
          </p:cNvPr>
          <p:cNvSpPr txBox="1">
            <a:spLocks noGrp="1"/>
          </p:cNvSpPr>
          <p:nvPr>
            <p:ph type="ftr" sz="quarter" idx="3"/>
          </p:nvPr>
        </p:nvSpPr>
        <p:spPr>
          <a:xfrm>
            <a:off x="457200" y="4867442"/>
            <a:ext cx="1721513" cy="105256"/>
          </a:xfrm>
          <a:prstGeom prst="rect">
            <a:avLst/>
          </a:prstGeom>
          <a:noFill/>
          <a:ln>
            <a:noFill/>
          </a:ln>
        </p:spPr>
        <p:txBody>
          <a:bodyPr vert="horz" wrap="square" lIns="0" tIns="0" rIns="0" bIns="0" anchor="ctr" anchorCtr="0" compatLnSpc="1">
            <a:no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0A2F24"/>
                </a:solidFill>
                <a:uFillTx/>
                <a:latin typeface="Poppins"/>
              </a:defRPr>
            </a:lvl1pPr>
          </a:lstStyle>
          <a:p>
            <a:pPr lvl="0"/>
            <a:r>
              <a:rPr lang="en-US"/>
              <a:t>©2026 Schneider Electric. All Rights Reserved.</a:t>
            </a:r>
          </a:p>
        </p:txBody>
      </p:sp>
      <p:sp>
        <p:nvSpPr>
          <p:cNvPr id="5" name="Slide number placeholder">
            <a:extLst>
              <a:ext uri="{FF2B5EF4-FFF2-40B4-BE49-F238E27FC236}">
                <a16:creationId xmlns:a16="http://schemas.microsoft.com/office/drawing/2014/main" id="{41C7A51E-C75E-AF73-A95C-050BEB855530}"/>
              </a:ext>
              <a:ext uri="{C183D7F6-B498-43B3-948B-1728B52AA6E4}">
                <adec:decorative xmlns:adec="http://schemas.microsoft.com/office/drawing/2017/decorative" val="1"/>
              </a:ext>
            </a:extLst>
          </p:cNvPr>
          <p:cNvSpPr txBox="1">
            <a:spLocks noGrp="1"/>
          </p:cNvSpPr>
          <p:nvPr>
            <p:ph type="sldNum" sz="quarter" idx="4"/>
          </p:nvPr>
        </p:nvSpPr>
        <p:spPr>
          <a:xfrm>
            <a:off x="2183669" y="4873907"/>
            <a:ext cx="525688" cy="92336"/>
          </a:xfrm>
          <a:prstGeom prst="rect">
            <a:avLst/>
          </a:prstGeom>
          <a:noFill/>
          <a:ln>
            <a:noFill/>
          </a:ln>
        </p:spPr>
        <p:txBody>
          <a:bodyPr vert="horz" wrap="square" lIns="0" tIns="0" rIns="0" bIns="0" anchor="ctr" anchorCtr="0" compatLnSpc="1">
            <a:sp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0A2F24"/>
                </a:solidFill>
                <a:uFillTx/>
                <a:latin typeface="Poppins"/>
                <a:ea typeface="Zalando Sans Medium" pitchFamily="2"/>
                <a:cs typeface="Arial"/>
              </a:defRPr>
            </a:lvl1pPr>
          </a:lstStyle>
          <a:p>
            <a:pPr lvl="0"/>
            <a:r>
              <a:rPr lang="en-US"/>
              <a:t>| Page </a:t>
            </a:r>
            <a:fld id="{79351D5A-4464-4705-A9EE-92D18ED3293B}" type="slidenum">
              <a:t>‹#›</a:t>
            </a:fld>
            <a:endParaRPr lang="en-US"/>
          </a:p>
        </p:txBody>
      </p:sp>
      <p:pic>
        <p:nvPicPr>
          <p:cNvPr id="6" name="Picture 8">
            <a:extLst>
              <a:ext uri="{FF2B5EF4-FFF2-40B4-BE49-F238E27FC236}">
                <a16:creationId xmlns:a16="http://schemas.microsoft.com/office/drawing/2014/main" id="{9900C3C9-D74A-48FF-3EA7-57EBB6135F3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7"/>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7" name="ZoneTexte 3">
            <a:extLst>
              <a:ext uri="{FF2B5EF4-FFF2-40B4-BE49-F238E27FC236}">
                <a16:creationId xmlns:a16="http://schemas.microsoft.com/office/drawing/2014/main" id="{D049077F-3A4E-FBB8-C27D-20A5A3D156B7}"/>
              </a:ext>
            </a:extLst>
          </p:cNvPr>
          <p:cNvSpPr txBox="1"/>
          <p:nvPr/>
        </p:nvSpPr>
        <p:spPr>
          <a:xfrm>
            <a:off x="4441826" y="4988564"/>
            <a:ext cx="276221" cy="91440"/>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 b="0" i="0" u="none" strike="noStrike" kern="1200" cap="none" spc="0" baseline="0">
                <a:solidFill>
                  <a:srgbClr val="626469"/>
                </a:solidFill>
                <a:uFillTx/>
                <a:latin typeface="Aptos" pitchFamily="34"/>
              </a:rPr>
              <a:t>General</a:t>
            </a:r>
          </a:p>
        </p:txBody>
      </p:sp>
      <p:sp>
        <p:nvSpPr>
          <p:cNvPr id="10" name="ZoneTexte 9">
            <a:extLst>
              <a:ext uri="{FF2B5EF4-FFF2-40B4-BE49-F238E27FC236}">
                <a16:creationId xmlns:a16="http://schemas.microsoft.com/office/drawing/2014/main" id="{C2F4B876-9CE8-B07B-96D6-46DDF485CF31}"/>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Lst>
  <p:txStyles>
    <p:titleStyle>
      <a:lvl1pPr marL="0" marR="0" lvl="0" indent="0" algn="l" defTabSz="457181" rtl="0" fontAlgn="auto" hangingPunct="1">
        <a:lnSpc>
          <a:spcPts val="2400"/>
        </a:lnSpc>
        <a:spcBef>
          <a:spcPts val="0"/>
        </a:spcBef>
        <a:spcAft>
          <a:spcPts val="0"/>
        </a:spcAft>
        <a:buNone/>
        <a:tabLst/>
        <a:defRPr lang="en-US" sz="2200" b="0" i="0" u="none" strike="noStrike" kern="1200" cap="none" spc="0" baseline="0">
          <a:solidFill>
            <a:srgbClr val="0A2F24"/>
          </a:solidFill>
          <a:uFillTx/>
          <a:latin typeface="Poppins"/>
          <a:cs typeface="Arial"/>
        </a:defRPr>
      </a:lvl1pPr>
    </p:titleStyle>
    <p:bodyStyle>
      <a:lvl1pPr marL="0" marR="0" lvl="0" indent="0" algn="l" defTabSz="457181" rtl="0" fontAlgn="auto" hangingPunct="1">
        <a:lnSpc>
          <a:spcPts val="1900"/>
        </a:lnSpc>
        <a:spcBef>
          <a:spcPts val="500"/>
        </a:spcBef>
        <a:spcAft>
          <a:spcPts val="500"/>
        </a:spcAft>
        <a:buNone/>
        <a:tabLst/>
        <a:defRPr lang="en-US" sz="1400" b="0" i="0" u="none" strike="noStrike" kern="1200" cap="none" spc="0" baseline="0">
          <a:solidFill>
            <a:srgbClr val="0A2F24"/>
          </a:solidFill>
          <a:uFillTx/>
          <a:latin typeface="Poppins"/>
          <a:cs typeface="Arial"/>
        </a:defRPr>
      </a:lvl1pPr>
      <a:lvl2pPr marL="361937" marR="0" lvl="1" indent="-182559" algn="l" defTabSz="447662" rtl="0" fontAlgn="auto" hangingPunct="1">
        <a:lnSpc>
          <a:spcPts val="1900"/>
        </a:lnSpc>
        <a:spcBef>
          <a:spcPts val="500"/>
        </a:spcBef>
        <a:spcAft>
          <a:spcPts val="500"/>
        </a:spcAft>
        <a:buClr>
          <a:srgbClr val="0A2F24"/>
        </a:buClr>
        <a:buSzPct val="100000"/>
        <a:buFont typeface="Arial" pitchFamily="34"/>
        <a:buChar char="•"/>
        <a:tabLst/>
        <a:defRPr lang="en-US" sz="1400" b="0" i="0" u="none" strike="noStrike" kern="1200" cap="none" spc="0" baseline="0">
          <a:solidFill>
            <a:srgbClr val="0A2F24"/>
          </a:solidFill>
          <a:uFillTx/>
          <a:latin typeface="Poppins"/>
          <a:cs typeface="Arial"/>
        </a:defRPr>
      </a:lvl2pPr>
      <a:lvl3pPr marL="538142" marR="0" lvl="2" indent="-179377" algn="l" defTabSz="457181" rtl="0" fontAlgn="auto" hangingPunct="1">
        <a:lnSpc>
          <a:spcPts val="1900"/>
        </a:lnSpc>
        <a:spcBef>
          <a:spcPts val="500"/>
        </a:spcBef>
        <a:spcAft>
          <a:spcPts val="500"/>
        </a:spcAft>
        <a:buClr>
          <a:srgbClr val="0A2F24"/>
        </a:buClr>
        <a:buSzPct val="100000"/>
        <a:buFont typeface="Arial" pitchFamily="34"/>
        <a:buChar char="‒"/>
        <a:tabLst/>
        <a:defRPr lang="en-US" sz="1400" b="0" i="0" u="none" strike="noStrike" kern="1200" cap="none" spc="0" baseline="0">
          <a:solidFill>
            <a:srgbClr val="0A2F24"/>
          </a:solidFill>
          <a:uFillTx/>
          <a:latin typeface="Poppins"/>
          <a:cs typeface="Arial"/>
        </a:defRPr>
      </a:lvl3pPr>
      <a:lvl4pPr marL="719111" marR="0" lvl="3" indent="-179377" algn="l" defTabSz="457181" rtl="0" fontAlgn="auto" hangingPunct="1">
        <a:lnSpc>
          <a:spcPts val="1900"/>
        </a:lnSpc>
        <a:spcBef>
          <a:spcPts val="500"/>
        </a:spcBef>
        <a:spcAft>
          <a:spcPts val="500"/>
        </a:spcAft>
        <a:buClr>
          <a:srgbClr val="0A2F24"/>
        </a:buClr>
        <a:buSzPct val="100000"/>
        <a:buFont typeface="Arial" pitchFamily="34"/>
        <a:buChar char="–"/>
        <a:tabLst/>
        <a:defRPr lang="en-US" sz="1400" b="0" i="0" u="none" strike="noStrike" kern="1200" cap="none" spc="0" baseline="0">
          <a:solidFill>
            <a:srgbClr val="0A2F24"/>
          </a:solidFill>
          <a:uFillTx/>
          <a:latin typeface="Poppins"/>
          <a:cs typeface="Arial"/>
        </a:defRPr>
      </a:lvl4pPr>
      <a:lvl5pPr marL="896907" marR="0" lvl="4" indent="-185732" algn="l" defTabSz="457181" rtl="0" fontAlgn="auto" hangingPunct="1">
        <a:lnSpc>
          <a:spcPts val="1900"/>
        </a:lnSpc>
        <a:spcBef>
          <a:spcPts val="500"/>
        </a:spcBef>
        <a:spcAft>
          <a:spcPts val="500"/>
        </a:spcAft>
        <a:buClr>
          <a:srgbClr val="0A2F24"/>
        </a:buClr>
        <a:buSzPct val="100000"/>
        <a:buFont typeface="Arial" pitchFamily="34"/>
        <a:buChar char="–"/>
        <a:tabLst/>
        <a:defRPr lang="en-US" sz="1400" b="0" i="0" u="none" strike="noStrike" kern="1200" cap="none" spc="0" baseline="0">
          <a:solidFill>
            <a:srgbClr val="0A2F24"/>
          </a:solidFill>
          <a:uFillTx/>
          <a:latin typeface="Poppins"/>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A2F24"/>
        </a:solidFill>
        <a:effectLst/>
      </p:bgPr>
    </p:bg>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301BC5C7-FFF1-540F-BB67-D70EA125D8C5}"/>
              </a:ext>
            </a:extLst>
          </p:cNvPr>
          <p:cNvSpPr txBox="1">
            <a:spLocks noGrp="1"/>
          </p:cNvSpPr>
          <p:nvPr>
            <p:ph type="title"/>
          </p:nvPr>
        </p:nvSpPr>
        <p:spPr>
          <a:xfrm>
            <a:off x="457200" y="425872"/>
            <a:ext cx="8229600" cy="289233"/>
          </a:xfrm>
          <a:prstGeom prst="rect">
            <a:avLst/>
          </a:prstGeom>
          <a:noFill/>
          <a:ln>
            <a:noFill/>
          </a:ln>
        </p:spPr>
        <p:txBody>
          <a:bodyPr vert="horz" wrap="square" lIns="0" tIns="0" rIns="0" bIns="0" anchor="t" anchorCtr="0" compatLnSpc="1">
            <a:noAutofit/>
          </a:bodyPr>
          <a:lstStyle/>
          <a:p>
            <a:pPr lvl="0"/>
            <a:r>
              <a:rPr lang="en-US"/>
              <a:t>Click to edit master title style</a:t>
            </a:r>
          </a:p>
        </p:txBody>
      </p:sp>
      <p:sp>
        <p:nvSpPr>
          <p:cNvPr id="3" name="Text Placeholder 17">
            <a:extLst>
              <a:ext uri="{FF2B5EF4-FFF2-40B4-BE49-F238E27FC236}">
                <a16:creationId xmlns:a16="http://schemas.microsoft.com/office/drawing/2014/main" id="{A397F89D-522C-66D1-A4CE-5067CDF105F2}"/>
              </a:ext>
            </a:extLst>
          </p:cNvPr>
          <p:cNvSpPr txBox="1">
            <a:spLocks noGrp="1"/>
          </p:cNvSpPr>
          <p:nvPr>
            <p:ph type="body" idx="1"/>
          </p:nvPr>
        </p:nvSpPr>
        <p:spPr>
          <a:xfrm>
            <a:off x="457200" y="1508394"/>
            <a:ext cx="8229600" cy="2822606"/>
          </a:xfrm>
          <a:prstGeom prst="rect">
            <a:avLst/>
          </a:prstGeom>
          <a:noFill/>
          <a:ln>
            <a:noFill/>
          </a:ln>
        </p:spPr>
        <p:txBody>
          <a:bodyPr vert="horz" wrap="square" lIns="0" tIns="0" rIns="0" bIns="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2">
            <a:extLst>
              <a:ext uri="{FF2B5EF4-FFF2-40B4-BE49-F238E27FC236}">
                <a16:creationId xmlns:a16="http://schemas.microsoft.com/office/drawing/2014/main" id="{CEDC2797-5F74-75FB-0286-2CEB793805AA}"/>
              </a:ext>
              <a:ext uri="{C183D7F6-B498-43B3-948B-1728B52AA6E4}">
                <adec:decorative xmlns:adec="http://schemas.microsoft.com/office/drawing/2017/decorative" val="1"/>
              </a:ext>
            </a:extLst>
          </p:cNvPr>
          <p:cNvSpPr txBox="1">
            <a:spLocks noGrp="1"/>
          </p:cNvSpPr>
          <p:nvPr>
            <p:ph type="ftr" sz="quarter" idx="3"/>
          </p:nvPr>
        </p:nvSpPr>
        <p:spPr>
          <a:xfrm>
            <a:off x="457200" y="4867442"/>
            <a:ext cx="1721513" cy="105256"/>
          </a:xfrm>
          <a:prstGeom prst="rect">
            <a:avLst/>
          </a:prstGeom>
          <a:noFill/>
          <a:ln>
            <a:noFill/>
          </a:ln>
        </p:spPr>
        <p:txBody>
          <a:bodyPr vert="horz" wrap="square" lIns="0" tIns="0" rIns="0" bIns="0" anchor="ctr" anchorCtr="0" compatLnSpc="1">
            <a:no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E7FFD9"/>
                </a:solidFill>
                <a:uFillTx/>
                <a:latin typeface="Poppins"/>
              </a:defRPr>
            </a:lvl1pPr>
          </a:lstStyle>
          <a:p>
            <a:pPr lvl="0"/>
            <a:r>
              <a:rPr lang="en-US"/>
              <a:t>©2026 Schneider Electric. All Rights Reserved.</a:t>
            </a:r>
          </a:p>
        </p:txBody>
      </p:sp>
      <p:sp>
        <p:nvSpPr>
          <p:cNvPr id="5" name="Slide number placeholder">
            <a:extLst>
              <a:ext uri="{FF2B5EF4-FFF2-40B4-BE49-F238E27FC236}">
                <a16:creationId xmlns:a16="http://schemas.microsoft.com/office/drawing/2014/main" id="{A4E052F5-EA93-599D-9255-AA20176164FA}"/>
              </a:ext>
              <a:ext uri="{C183D7F6-B498-43B3-948B-1728B52AA6E4}">
                <adec:decorative xmlns:adec="http://schemas.microsoft.com/office/drawing/2017/decorative" val="1"/>
              </a:ext>
            </a:extLst>
          </p:cNvPr>
          <p:cNvSpPr txBox="1">
            <a:spLocks noGrp="1"/>
          </p:cNvSpPr>
          <p:nvPr>
            <p:ph type="sldNum" sz="quarter" idx="4"/>
          </p:nvPr>
        </p:nvSpPr>
        <p:spPr>
          <a:xfrm>
            <a:off x="2183669" y="4873907"/>
            <a:ext cx="525688" cy="92336"/>
          </a:xfrm>
          <a:prstGeom prst="rect">
            <a:avLst/>
          </a:prstGeom>
          <a:noFill/>
          <a:ln>
            <a:noFill/>
          </a:ln>
        </p:spPr>
        <p:txBody>
          <a:bodyPr vert="horz" wrap="square" lIns="0" tIns="0" rIns="0" bIns="0" anchor="ctr" anchorCtr="0" compatLnSpc="1">
            <a:sp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E7FFD9"/>
                </a:solidFill>
                <a:uFillTx/>
                <a:latin typeface="Poppins"/>
                <a:ea typeface="Zalando Sans Medium" pitchFamily="2"/>
                <a:cs typeface="Arial"/>
              </a:defRPr>
            </a:lvl1pPr>
          </a:lstStyle>
          <a:p>
            <a:pPr lvl="0"/>
            <a:r>
              <a:rPr lang="en-US"/>
              <a:t>| Page </a:t>
            </a:r>
            <a:fld id="{673D87F0-F65D-4D92-BA99-1BBD268ED5BF}" type="slidenum">
              <a:t>‹#›</a:t>
            </a:fld>
            <a:endParaRPr lang="en-US"/>
          </a:p>
        </p:txBody>
      </p:sp>
      <p:pic>
        <p:nvPicPr>
          <p:cNvPr id="6" name="Picture 8">
            <a:extLst>
              <a:ext uri="{FF2B5EF4-FFF2-40B4-BE49-F238E27FC236}">
                <a16:creationId xmlns:a16="http://schemas.microsoft.com/office/drawing/2014/main" id="{A97E03AE-D0F5-E178-CBB9-574938A1B2E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7"/>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7" name="ZoneTexte 3">
            <a:extLst>
              <a:ext uri="{FF2B5EF4-FFF2-40B4-BE49-F238E27FC236}">
                <a16:creationId xmlns:a16="http://schemas.microsoft.com/office/drawing/2014/main" id="{F2353A5E-17AA-C988-47E9-EF814AB0F74D}"/>
              </a:ext>
            </a:extLst>
          </p:cNvPr>
          <p:cNvSpPr txBox="1"/>
          <p:nvPr/>
        </p:nvSpPr>
        <p:spPr>
          <a:xfrm>
            <a:off x="4441826" y="4988564"/>
            <a:ext cx="276221" cy="91440"/>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 b="0" i="0" u="none" strike="noStrike" kern="1200" cap="none" spc="0" baseline="0">
                <a:solidFill>
                  <a:srgbClr val="626469"/>
                </a:solidFill>
                <a:uFillTx/>
                <a:latin typeface="Aptos" pitchFamily="34"/>
              </a:rPr>
              <a:t>General</a:t>
            </a:r>
          </a:p>
        </p:txBody>
      </p:sp>
      <p:sp>
        <p:nvSpPr>
          <p:cNvPr id="10" name="ZoneTexte 9">
            <a:extLst>
              <a:ext uri="{FF2B5EF4-FFF2-40B4-BE49-F238E27FC236}">
                <a16:creationId xmlns:a16="http://schemas.microsoft.com/office/drawing/2014/main" id="{554E2EF4-A447-028E-744A-AA852D5D61B3}"/>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Lst>
  <p:txStyles>
    <p:titleStyle>
      <a:lvl1pPr marL="0" marR="0" lvl="0" indent="0" algn="l" defTabSz="457181" rtl="0" fontAlgn="auto" hangingPunct="1">
        <a:lnSpc>
          <a:spcPts val="2400"/>
        </a:lnSpc>
        <a:spcBef>
          <a:spcPts val="0"/>
        </a:spcBef>
        <a:spcAft>
          <a:spcPts val="0"/>
        </a:spcAft>
        <a:buNone/>
        <a:tabLst/>
        <a:defRPr lang="en-US" sz="2200" b="0" i="0" u="none" strike="noStrike" kern="1200" cap="none" spc="0" baseline="0">
          <a:solidFill>
            <a:srgbClr val="5EFF59"/>
          </a:solidFill>
          <a:uFillTx/>
          <a:latin typeface="Poppins"/>
          <a:cs typeface="Arial"/>
        </a:defRPr>
      </a:lvl1pPr>
    </p:titleStyle>
    <p:bodyStyle>
      <a:lvl1pPr marL="0" marR="0" lvl="0" indent="0" algn="l" defTabSz="457181" rtl="0" fontAlgn="auto" hangingPunct="1">
        <a:lnSpc>
          <a:spcPts val="1900"/>
        </a:lnSpc>
        <a:spcBef>
          <a:spcPts val="500"/>
        </a:spcBef>
        <a:spcAft>
          <a:spcPts val="500"/>
        </a:spcAft>
        <a:buNone/>
        <a:tabLst/>
        <a:defRPr lang="en-US" sz="1400" b="0" i="0" u="none" strike="noStrike" kern="1200" cap="none" spc="0" baseline="0">
          <a:solidFill>
            <a:srgbClr val="E7FFD9"/>
          </a:solidFill>
          <a:uFillTx/>
          <a:latin typeface="Poppins"/>
          <a:cs typeface="Arial"/>
        </a:defRPr>
      </a:lvl1pPr>
      <a:lvl2pPr marL="361937" marR="0" lvl="1" indent="-182559" algn="l" defTabSz="447662"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2pPr>
      <a:lvl3pPr marL="538142" marR="0" lvl="2" indent="-179377"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3pPr>
      <a:lvl4pPr marL="719111" marR="0" lvl="3" indent="-179377"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4pPr>
      <a:lvl5pPr marL="896907" marR="0" lvl="4" indent="-185732"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A2F2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396B1D-9DB6-80BA-6A79-0FD4E0F561C6}"/>
              </a:ext>
              <a:ext uri="{C183D7F6-B498-43B3-948B-1728B52AA6E4}">
                <adec:decorative xmlns:adec="http://schemas.microsoft.com/office/drawing/2017/decorative" val="1"/>
              </a:ext>
            </a:extLst>
          </p:cNvPr>
          <p:cNvPicPr>
            <a:picLocks noChangeAspect="1"/>
          </p:cNvPicPr>
          <p:nvPr/>
        </p:nvPicPr>
        <p:blipFill>
          <a:blip r:embed="rId27"/>
          <a:srcRect/>
          <a:stretch>
            <a:fillRect/>
          </a:stretch>
        </p:blipFill>
        <p:spPr>
          <a:xfrm>
            <a:off x="0" y="0"/>
            <a:ext cx="9144000" cy="5143499"/>
          </a:xfrm>
          <a:prstGeom prst="rect">
            <a:avLst/>
          </a:prstGeom>
          <a:noFill/>
          <a:ln cap="flat">
            <a:noFill/>
          </a:ln>
          <a:effectLst>
            <a:outerShdw dist="22997" dir="5400000" algn="tl">
              <a:srgbClr val="000000">
                <a:alpha val="35000"/>
              </a:srgbClr>
            </a:outerShdw>
          </a:effectLst>
        </p:spPr>
      </p:pic>
      <p:sp>
        <p:nvSpPr>
          <p:cNvPr id="3" name="Title Placeholder 2">
            <a:extLst>
              <a:ext uri="{FF2B5EF4-FFF2-40B4-BE49-F238E27FC236}">
                <a16:creationId xmlns:a16="http://schemas.microsoft.com/office/drawing/2014/main" id="{9B90870C-AD3C-1DC0-1904-4978A9591D4D}"/>
              </a:ext>
            </a:extLst>
          </p:cNvPr>
          <p:cNvSpPr txBox="1">
            <a:spLocks noGrp="1"/>
          </p:cNvSpPr>
          <p:nvPr>
            <p:ph type="title"/>
          </p:nvPr>
        </p:nvSpPr>
        <p:spPr>
          <a:xfrm>
            <a:off x="457200" y="425872"/>
            <a:ext cx="8229600" cy="289233"/>
          </a:xfrm>
          <a:prstGeom prst="rect">
            <a:avLst/>
          </a:prstGeom>
          <a:noFill/>
          <a:ln>
            <a:noFill/>
          </a:ln>
        </p:spPr>
        <p:txBody>
          <a:bodyPr vert="horz" wrap="square" lIns="0" tIns="0" rIns="0" bIns="0" anchor="t" anchorCtr="0" compatLnSpc="1">
            <a:noAutofit/>
          </a:bodyPr>
          <a:lstStyle/>
          <a:p>
            <a:pPr lvl="0"/>
            <a:r>
              <a:rPr lang="en-US"/>
              <a:t>Click to edit master title style</a:t>
            </a:r>
          </a:p>
        </p:txBody>
      </p:sp>
      <p:sp>
        <p:nvSpPr>
          <p:cNvPr id="4" name="Text Placeholder 17">
            <a:extLst>
              <a:ext uri="{FF2B5EF4-FFF2-40B4-BE49-F238E27FC236}">
                <a16:creationId xmlns:a16="http://schemas.microsoft.com/office/drawing/2014/main" id="{6E93DB44-DA16-DC4A-70C7-457019F2105B}"/>
              </a:ext>
            </a:extLst>
          </p:cNvPr>
          <p:cNvSpPr txBox="1">
            <a:spLocks noGrp="1"/>
          </p:cNvSpPr>
          <p:nvPr>
            <p:ph type="body" idx="1"/>
          </p:nvPr>
        </p:nvSpPr>
        <p:spPr>
          <a:xfrm>
            <a:off x="457200" y="1508394"/>
            <a:ext cx="8229600" cy="2822606"/>
          </a:xfrm>
          <a:prstGeom prst="rect">
            <a:avLst/>
          </a:prstGeom>
          <a:noFill/>
          <a:ln>
            <a:noFill/>
          </a:ln>
        </p:spPr>
        <p:txBody>
          <a:bodyPr vert="horz" wrap="square" lIns="0" tIns="0" rIns="0" bIns="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2">
            <a:extLst>
              <a:ext uri="{FF2B5EF4-FFF2-40B4-BE49-F238E27FC236}">
                <a16:creationId xmlns:a16="http://schemas.microsoft.com/office/drawing/2014/main" id="{C919706D-68BE-DCA7-C70C-6D851102C7BB}"/>
              </a:ext>
              <a:ext uri="{C183D7F6-B498-43B3-948B-1728B52AA6E4}">
                <adec:decorative xmlns:adec="http://schemas.microsoft.com/office/drawing/2017/decorative" val="1"/>
              </a:ext>
            </a:extLst>
          </p:cNvPr>
          <p:cNvSpPr txBox="1">
            <a:spLocks noGrp="1"/>
          </p:cNvSpPr>
          <p:nvPr>
            <p:ph type="ftr" sz="quarter" idx="3"/>
          </p:nvPr>
        </p:nvSpPr>
        <p:spPr>
          <a:xfrm>
            <a:off x="457200" y="4867442"/>
            <a:ext cx="1721513" cy="105256"/>
          </a:xfrm>
          <a:prstGeom prst="rect">
            <a:avLst/>
          </a:prstGeom>
          <a:noFill/>
          <a:ln>
            <a:noFill/>
          </a:ln>
        </p:spPr>
        <p:txBody>
          <a:bodyPr vert="horz" wrap="square" lIns="0" tIns="0" rIns="0" bIns="0" anchor="ctr" anchorCtr="0" compatLnSpc="1">
            <a:no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E7FFD9"/>
                </a:solidFill>
                <a:uFillTx/>
                <a:latin typeface="Poppins"/>
              </a:defRPr>
            </a:lvl1pPr>
          </a:lstStyle>
          <a:p>
            <a:pPr lvl="0"/>
            <a:r>
              <a:rPr lang="en-US"/>
              <a:t>©2026 Schneider Electric. All Rights Reserved.</a:t>
            </a:r>
          </a:p>
        </p:txBody>
      </p:sp>
      <p:sp>
        <p:nvSpPr>
          <p:cNvPr id="6" name="Slide number placeholder">
            <a:extLst>
              <a:ext uri="{FF2B5EF4-FFF2-40B4-BE49-F238E27FC236}">
                <a16:creationId xmlns:a16="http://schemas.microsoft.com/office/drawing/2014/main" id="{97D847CE-E095-E86D-5D03-8A6BD7470748}"/>
              </a:ext>
              <a:ext uri="{C183D7F6-B498-43B3-948B-1728B52AA6E4}">
                <adec:decorative xmlns:adec="http://schemas.microsoft.com/office/drawing/2017/decorative" val="1"/>
              </a:ext>
            </a:extLst>
          </p:cNvPr>
          <p:cNvSpPr txBox="1">
            <a:spLocks noGrp="1"/>
          </p:cNvSpPr>
          <p:nvPr>
            <p:ph type="sldNum" sz="quarter" idx="4"/>
          </p:nvPr>
        </p:nvSpPr>
        <p:spPr>
          <a:xfrm>
            <a:off x="2183669" y="4873907"/>
            <a:ext cx="525688" cy="92336"/>
          </a:xfrm>
          <a:prstGeom prst="rect">
            <a:avLst/>
          </a:prstGeom>
          <a:noFill/>
          <a:ln>
            <a:noFill/>
          </a:ln>
        </p:spPr>
        <p:txBody>
          <a:bodyPr vert="horz" wrap="square" lIns="0" tIns="0" rIns="0" bIns="0" anchor="ctr" anchorCtr="0" compatLnSpc="1">
            <a:spAutoFit/>
          </a:bodyPr>
          <a:lstStyle>
            <a:lvl1pPr marL="0" marR="0" lvl="0" indent="0" algn="l" defTabSz="457181" rtl="0" fontAlgn="auto" hangingPunct="1">
              <a:lnSpc>
                <a:spcPct val="100000"/>
              </a:lnSpc>
              <a:spcBef>
                <a:spcPts val="0"/>
              </a:spcBef>
              <a:spcAft>
                <a:spcPts val="0"/>
              </a:spcAft>
              <a:buNone/>
              <a:tabLst/>
              <a:defRPr lang="en-US" sz="600" b="0" i="0" u="none" strike="noStrike" kern="1200" cap="none" spc="0" baseline="0">
                <a:solidFill>
                  <a:srgbClr val="E7FFD9"/>
                </a:solidFill>
                <a:uFillTx/>
                <a:latin typeface="Poppins"/>
                <a:ea typeface="Zalando Sans Medium" pitchFamily="2"/>
                <a:cs typeface="Arial"/>
              </a:defRPr>
            </a:lvl1pPr>
          </a:lstStyle>
          <a:p>
            <a:pPr lvl="0"/>
            <a:r>
              <a:rPr lang="en-US"/>
              <a:t>| Page </a:t>
            </a:r>
            <a:fld id="{D77B923C-0F26-4491-A41C-AF8934FE7E60}" type="slidenum">
              <a:t>‹#›</a:t>
            </a:fld>
            <a:endParaRPr lang="en-US"/>
          </a:p>
        </p:txBody>
      </p:sp>
      <p:pic>
        <p:nvPicPr>
          <p:cNvPr id="7" name="Picture 8">
            <a:extLst>
              <a:ext uri="{FF2B5EF4-FFF2-40B4-BE49-F238E27FC236}">
                <a16:creationId xmlns:a16="http://schemas.microsoft.com/office/drawing/2014/main" id="{1F70AD42-19F3-12EF-4E34-AB7033E9FC3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8"/>
              </a:ext>
            </a:extLst>
          </a:blip>
          <a:srcRect/>
          <a:stretch>
            <a:fillRect/>
          </a:stretch>
        </p:blipFill>
        <p:spPr>
          <a:xfrm>
            <a:off x="7710650" y="4687799"/>
            <a:ext cx="976149" cy="289233"/>
          </a:xfrm>
          <a:prstGeom prst="rect">
            <a:avLst/>
          </a:prstGeom>
          <a:noFill/>
          <a:ln cap="flat">
            <a:noFill/>
          </a:ln>
          <a:effectLst>
            <a:outerShdw dist="22997" dir="5400000" algn="tl">
              <a:srgbClr val="000000">
                <a:alpha val="35000"/>
              </a:srgbClr>
            </a:outerShdw>
          </a:effectLst>
        </p:spPr>
      </p:pic>
      <p:sp>
        <p:nvSpPr>
          <p:cNvPr id="8" name="ZoneTexte 4">
            <a:extLst>
              <a:ext uri="{FF2B5EF4-FFF2-40B4-BE49-F238E27FC236}">
                <a16:creationId xmlns:a16="http://schemas.microsoft.com/office/drawing/2014/main" id="{C7B483E4-EC1E-C359-8AB1-4A63667F0BCC}"/>
              </a:ext>
            </a:extLst>
          </p:cNvPr>
          <p:cNvSpPr txBox="1"/>
          <p:nvPr/>
        </p:nvSpPr>
        <p:spPr>
          <a:xfrm>
            <a:off x="4441826" y="4988564"/>
            <a:ext cx="276221" cy="91440"/>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600" b="0" i="0" u="none" strike="noStrike" kern="1200" cap="none" spc="0" baseline="0">
                <a:solidFill>
                  <a:srgbClr val="626469"/>
                </a:solidFill>
                <a:uFillTx/>
                <a:latin typeface="Aptos" pitchFamily="34"/>
              </a:rPr>
              <a:t>General</a:t>
            </a:r>
          </a:p>
        </p:txBody>
      </p:sp>
      <p:sp>
        <p:nvSpPr>
          <p:cNvPr id="11" name="ZoneTexte 10">
            <a:extLst>
              <a:ext uri="{FF2B5EF4-FFF2-40B4-BE49-F238E27FC236}">
                <a16:creationId xmlns:a16="http://schemas.microsoft.com/office/drawing/2014/main" id="{CDFA65CD-EC56-41DE-9EB9-DF1C5E0B2396}"/>
              </a:ext>
            </a:extLst>
          </p:cNvPr>
          <p:cNvSpPr txBox="1"/>
          <p:nvPr userDrawn="1">
            <p:extLst>
              <p:ext uri="{1162E1C5-73C7-4A58-AE30-91384D911F3F}">
                <p184:classification xmlns:p184="http://schemas.microsoft.com/office/powerpoint/2018/4/main" val="ftr"/>
              </p:ext>
            </p:extLst>
          </p:nvPr>
        </p:nvSpPr>
        <p:spPr>
          <a:xfrm>
            <a:off x="4468813" y="4988560"/>
            <a:ext cx="222250"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Lst>
  <p:txStyles>
    <p:titleStyle>
      <a:lvl1pPr marL="0" marR="0" lvl="0" indent="0" algn="l" defTabSz="457181" rtl="0" fontAlgn="auto" hangingPunct="1">
        <a:lnSpc>
          <a:spcPts val="2400"/>
        </a:lnSpc>
        <a:spcBef>
          <a:spcPts val="0"/>
        </a:spcBef>
        <a:spcAft>
          <a:spcPts val="0"/>
        </a:spcAft>
        <a:buNone/>
        <a:tabLst/>
        <a:defRPr lang="en-US" sz="2200" b="0" i="0" u="none" strike="noStrike" kern="1200" cap="none" spc="0" baseline="0">
          <a:solidFill>
            <a:srgbClr val="5EFF59"/>
          </a:solidFill>
          <a:uFillTx/>
          <a:latin typeface="Poppins"/>
          <a:cs typeface="Arial"/>
        </a:defRPr>
      </a:lvl1pPr>
    </p:titleStyle>
    <p:bodyStyle>
      <a:lvl1pPr marL="0" marR="0" lvl="0" indent="0" algn="l" defTabSz="457181" rtl="0" fontAlgn="auto" hangingPunct="1">
        <a:lnSpc>
          <a:spcPts val="1900"/>
        </a:lnSpc>
        <a:spcBef>
          <a:spcPts val="500"/>
        </a:spcBef>
        <a:spcAft>
          <a:spcPts val="500"/>
        </a:spcAft>
        <a:buNone/>
        <a:tabLst/>
        <a:defRPr lang="en-US" sz="1400" b="0" i="0" u="none" strike="noStrike" kern="1200" cap="none" spc="0" baseline="0">
          <a:solidFill>
            <a:srgbClr val="E7FFD9"/>
          </a:solidFill>
          <a:uFillTx/>
          <a:latin typeface="Poppins"/>
          <a:cs typeface="Arial"/>
        </a:defRPr>
      </a:lvl1pPr>
      <a:lvl2pPr marL="361937" marR="0" lvl="1" indent="-182559" algn="l" defTabSz="447662"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2pPr>
      <a:lvl3pPr marL="538142" marR="0" lvl="2" indent="-179377"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3pPr>
      <a:lvl4pPr marL="719111" marR="0" lvl="3" indent="-179377"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4pPr>
      <a:lvl5pPr marL="896907" marR="0" lvl="4" indent="-185732" algn="l" defTabSz="457181" rtl="0" fontAlgn="auto" hangingPunct="1">
        <a:lnSpc>
          <a:spcPts val="1900"/>
        </a:lnSpc>
        <a:spcBef>
          <a:spcPts val="500"/>
        </a:spcBef>
        <a:spcAft>
          <a:spcPts val="500"/>
        </a:spcAft>
        <a:buClr>
          <a:srgbClr val="5EFF59"/>
        </a:buClr>
        <a:buSzPct val="100000"/>
        <a:buFont typeface="Arial" pitchFamily="34"/>
        <a:buChar char="–"/>
        <a:tabLst/>
        <a:defRPr lang="en-US" sz="1400" b="0" i="0" u="none" strike="noStrike" kern="1200" cap="none" spc="0" baseline="0">
          <a:solidFill>
            <a:srgbClr val="E7FFD9"/>
          </a:solidFill>
          <a:uFillTx/>
          <a:latin typeface="Poppins"/>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3.svg"/><Relationship Id="rId4" Type="http://schemas.openxmlformats.org/officeDocument/2006/relationships/image" Target="../media/image24.svg"/><Relationship Id="rId5" Type="http://schemas.openxmlformats.org/officeDocument/2006/relationships/image" Target="../media/image25.svg"/><Relationship Id="rId6" Type="http://schemas.openxmlformats.org/officeDocument/2006/relationships/image" Target="../media/image2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116">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E2F18FB4-2702-E482-2BEC-F61D990C52D2}"/>
              </a:ext>
            </a:extLst>
          </p:cNvPr>
          <p:cNvSpPr txBox="1">
            <a:spLocks noGrp="1"/>
          </p:cNvSpPr>
          <p:nvPr>
            <p:ph type="title"/>
          </p:nvPr>
        </p:nvSpPr>
        <p:spPr>
          <a:xfrm>
            <a:off x="1317956" y="2114571"/>
            <a:ext cx="6510933" cy="785094"/>
          </a:xfrm>
          <a:prstGeom prst="rect">
            <a:avLst/>
          </a:prstGeom>
          <a:noFill/>
          <a:ln>
            <a:noFill/>
          </a:ln>
        </p:spPr>
        <p:txBody>
          <a:bodyPr vert="horz" wrap="square" lIns="0" tIns="0" rIns="0" bIns="0" anchor="t" anchorCtr="0" compatLnSpc="1">
            <a:noAutofit/>
          </a:bodyPr>
          <a:lstStyle/>
          <a:p>
            <a:pPr lvl="0" algn="ctr"/>
            <a:r>
              <a:rPr lang="en-US" b="1" dirty="0">
                <a:solidFill>
                  <a:srgbClr val="47D45A"/>
                </a:solidFill>
              </a:rPr>
              <a:t>Retour d’expérience : faire évoluer la CI d’un firmware embarqué</a:t>
            </a:r>
          </a:p>
        </p:txBody>
      </p:sp>
      <p:sp>
        <p:nvSpPr>
          <p:cNvPr id="3" name="Text Placeholder 16">
            <a:extLst>
              <a:ext uri="{FF2B5EF4-FFF2-40B4-BE49-F238E27FC236}">
                <a16:creationId xmlns:a16="http://schemas.microsoft.com/office/drawing/2014/main" id="{BC0BE9A1-A2CB-800F-5132-C4BB6C4D12D7}"/>
              </a:ext>
            </a:extLst>
          </p:cNvPr>
          <p:cNvSpPr txBox="1">
            <a:spLocks noGrp="1"/>
          </p:cNvSpPr>
          <p:nvPr>
            <p:ph type="body" idx="4294967295"/>
          </p:nvPr>
        </p:nvSpPr>
        <p:spPr>
          <a:xfrm>
            <a:off x="1217947" y="3083228"/>
            <a:ext cx="1830053" cy="638458"/>
          </a:xfrm>
        </p:spPr>
        <p:txBody>
          <a:bodyPr/>
          <a:lstStyle/>
          <a:p>
            <a:pPr lvl="0">
              <a:lnSpc>
                <a:spcPts val="1600"/>
              </a:lnSpc>
            </a:pPr>
            <a:r>
              <a:rPr lang="en-US" sz="1200" dirty="0" err="1"/>
              <a:t>Présenté</a:t>
            </a:r>
            <a:r>
              <a:rPr lang="en-US" sz="1200" dirty="0"/>
              <a:t> par : </a:t>
            </a:r>
          </a:p>
          <a:p>
            <a:pPr lvl="0">
              <a:lnSpc>
                <a:spcPts val="1600"/>
              </a:lnSpc>
            </a:pPr>
            <a:r>
              <a:rPr lang="en-US" sz="1200" dirty="0"/>
              <a:t>Abdillahi Mohamed</a:t>
            </a:r>
          </a:p>
        </p:txBody>
      </p:sp>
      <p:sp>
        <p:nvSpPr>
          <p:cNvPr id="4" name="Footer Placeholder 3">
            <a:extLst>
              <a:ext uri="{FF2B5EF4-FFF2-40B4-BE49-F238E27FC236}">
                <a16:creationId xmlns:a16="http://schemas.microsoft.com/office/drawing/2014/main" id="{1093EB90-4611-EB83-1982-9CB28C8BF856}"/>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5" name="Slide Number Placeholder 4">
            <a:extLst>
              <a:ext uri="{FF2B5EF4-FFF2-40B4-BE49-F238E27FC236}">
                <a16:creationId xmlns:a16="http://schemas.microsoft.com/office/drawing/2014/main" id="{CB1CDA2D-BD71-3C6C-5B94-76F4EC69BF35}"/>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1D494B4F-9AB5-439B-9A8D-D717A16F0703}" type="slidenum">
              <a:rPr lang="en-US" sz="600" b="0" i="0" u="none" strike="noStrike" kern="1200" cap="none" spc="0" baseline="0">
                <a:solidFill>
                  <a:srgbClr val="0A2F24"/>
                </a:solidFill>
                <a:uFillTx/>
                <a:latin typeface="Poppins"/>
                <a:ea typeface="Zalando Sans Medium" pitchFamily="2"/>
                <a:cs typeface="Arial"/>
              </a:rPr>
              <a:t>1</a:t>
            </a:fld>
            <a:endParaRPr lang="en-US" sz="600" b="0" i="0" u="none" strike="noStrike" kern="1200" cap="none" spc="0" baseline="0">
              <a:solidFill>
                <a:srgbClr val="0A2F24"/>
              </a:solidFill>
              <a:uFillTx/>
              <a:latin typeface="Poppins"/>
              <a:ea typeface="Zalando Sans Medium" pitchFamily="2"/>
              <a:cs typeface="Arial"/>
            </a:endParaRPr>
          </a:p>
        </p:txBody>
      </p:sp>
      <p:pic>
        <p:nvPicPr>
          <p:cNvPr id="19" name="Picture 18">
            <a:extLst>
              <a:ext uri="{FF2B5EF4-FFF2-40B4-BE49-F238E27FC236}">
                <a16:creationId xmlns:a16="http://schemas.microsoft.com/office/drawing/2014/main" id="{F4EF80F7-6314-14B5-17C6-6020F7B1C4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0605" y="443021"/>
            <a:ext cx="2181027" cy="650055"/>
          </a:xfrm>
          <a:prstGeom prst="rect">
            <a:avLst/>
          </a:prstGeom>
        </p:spPr>
      </p:pic>
      <p:sp>
        <p:nvSpPr>
          <p:cNvPr id="20" name="Text Placeholder 16">
            <a:extLst>
              <a:ext uri="{FF2B5EF4-FFF2-40B4-BE49-F238E27FC236}">
                <a16:creationId xmlns:a16="http://schemas.microsoft.com/office/drawing/2014/main" id="{A807FE7A-E0B2-13A3-4C2A-0FE2913696E2}"/>
              </a:ext>
            </a:extLst>
          </p:cNvPr>
          <p:cNvSpPr txBox="1">
            <a:spLocks noGrp="1"/>
          </p:cNvSpPr>
          <p:nvPr>
            <p:ph type="body" idx="4294967295"/>
          </p:nvPr>
        </p:nvSpPr>
        <p:spPr>
          <a:xfrm>
            <a:off x="5171091" y="3083228"/>
            <a:ext cx="2754963" cy="638458"/>
          </a:xfrm>
        </p:spPr>
        <p:txBody>
          <a:bodyPr/>
          <a:lstStyle/>
          <a:p>
            <a:pPr lvl="0">
              <a:lnSpc>
                <a:spcPts val="1600"/>
              </a:lnSpc>
            </a:pPr>
            <a:r>
              <a:rPr lang="en-US" sz="1200" dirty="0" err="1"/>
              <a:t>Occasion :</a:t>
            </a:r>
          </a:p>
          <a:p>
            <a:pPr lvl="0">
              <a:lnSpc>
                <a:spcPts val="1600"/>
              </a:lnSpc>
            </a:pPr>
            <a:r>
              <a:rPr lang="en-US" sz="1200" dirty="0">
                <a:solidFill>
                  <a:schemeClr val="tx1"/>
                </a:solidFill>
              </a:rPr>
              <a:t>Réunion mensuelle du chapter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130">
    <p:spTree>
      <p:nvGrpSpPr>
        <p:cNvPr id="1" name=""/>
        <p:cNvGrpSpPr/>
        <p:nvPr/>
      </p:nvGrpSpPr>
      <p:grpSpPr>
        <a:xfrm>
          <a:off x="0" y="0"/>
          <a:ext cx="0" cy="0"/>
          <a:chOff x="0" y="0"/>
          <a:chExt cx="0" cy="0"/>
        </a:xfrm>
      </p:grpSpPr>
      <p:sp>
        <p:nvSpPr>
          <p:cNvPr id="11" name="Carte axe 4"/>
          <p:cNvSpPr/>
          <p:nvPr/>
        </p:nvSpPr>
        <p:spPr>
          <a:xfrm>
            <a:off x="6772856" y="2050000"/>
            <a:ext cx="1975857" cy="230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11" name="Carte axe 3"/>
          <p:cNvSpPr/>
          <p:nvPr/>
        </p:nvSpPr>
        <p:spPr>
          <a:xfrm>
            <a:off x="4646999" y="2050000"/>
            <a:ext cx="1975857" cy="230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11" name="Carte axe 2"/>
          <p:cNvSpPr/>
          <p:nvPr/>
        </p:nvSpPr>
        <p:spPr>
          <a:xfrm>
            <a:off x="2521142" y="2050000"/>
            <a:ext cx="1975857" cy="230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11" name="Carte axe 1"/>
          <p:cNvSpPr/>
          <p:nvPr/>
        </p:nvSpPr>
        <p:spPr>
          <a:xfrm>
            <a:off x="395285" y="2050000"/>
            <a:ext cx="1975857" cy="230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2" name="Footer Placeholder 3">
            <a:extLst>
              <a:ext uri="{FF2B5EF4-FFF2-40B4-BE49-F238E27FC236}">
                <a16:creationId xmlns:a16="http://schemas.microsoft.com/office/drawing/2014/main" id="{B88A4652-8784-C706-DB8B-091A7E9AB358}"/>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72746247-0723-024F-5002-7610EB633F9B}"/>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8CAC796E-DE7E-42F9-B89F-D1C411A6DDC6}" type="slidenum">
              <a:rPr lang="en-US" sz="600" b="0" i="0" u="none" strike="noStrike" kern="1200" cap="none" spc="0" baseline="0">
                <a:solidFill>
                  <a:srgbClr val="0A2F24"/>
                </a:solidFill>
                <a:uFillTx/>
                <a:latin typeface="Poppins"/>
                <a:ea typeface="Zalando Sans Medium" pitchFamily="2"/>
                <a:cs typeface="Arial"/>
              </a:rPr>
              <a:t>7</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B7820832-30B3-5D08-CBD5-EAD132CF5FDF}"/>
              </a:ext>
            </a:extLst>
          </p:cNvPr>
          <p:cNvSpPr/>
          <p:nvPr/>
        </p:nvSpPr>
        <p:spPr>
          <a:xfrm>
            <a:off x="395285" y="420000"/>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Ce sur quoi j’ai travaillé</a:t>
            </a:r>
            <a:endParaRPr lang="en-PL" sz="2400" b="1" i="0" u="none" strike="noStrike" kern="1200" cap="none" spc="0" baseline="0" dirty="0">
              <a:solidFill>
                <a:srgbClr val="47D45A"/>
              </a:solidFill>
              <a:uFillTx/>
              <a:latin typeface="Arial"/>
              <a:cs typeface="Arial"/>
            </a:endParaRPr>
          </a:p>
        </p:txBody>
      </p:sp>
      <p:sp>
        <p:nvSpPr>
          <p:cNvPr id="5" name="Text Placeholder 16">
            <a:extLst>
              <a:ext uri="{FF2B5EF4-FFF2-40B4-BE49-F238E27FC236}">
                <a16:creationId xmlns:a16="http://schemas.microsoft.com/office/drawing/2014/main" id="{671AE20D-7D8A-703B-2298-76652594A1FC}"/>
              </a:ext>
            </a:extLst>
          </p:cNvPr>
          <p:cNvSpPr txBox="1">
            <a:spLocks noGrp="1"/>
          </p:cNvSpPr>
          <p:nvPr>
            <p:ph type="body" idx="4294967295"/>
          </p:nvPr>
        </p:nvSpPr>
        <p:spPr>
          <a:xfrm>
            <a:off x="395285" y="1000000"/>
            <a:ext cx="8353428" cy="800000"/>
          </a:xfrm>
        </p:spPr>
        <p:txBody>
          <a:bodyPr/>
          <a:lstStyle/>
          <a:p>
            <a:pPr lvl="0">
              <a:lnSpc>
                <a:spcPts val="1600"/>
              </a:lnSpc>
              <a:buSzPct val="100000"/>
            </a:pPr>
            <a:r>
              <a:rPr lang="en-US" b="1" dirty="0" err="1"/>
              <a:t>Mission</a:t>
            </a:r>
            <a:r>
              <a:rPr lang="en-US" dirty="0"/>
              <a:t> : faire évoluer la CI du firmware COM du projet Bluebird (compteurs d’énergie)</a:t>
            </a:r>
          </a:p>
          <a:p>
            <a:pPr>
              <a:lnSpc>
                <a:spcPts val="1600"/>
              </a:lnSpc>
            </a:pPr>
            <a:r>
              <a:rPr lang="en-US" b="1" dirty="0"/>
              <a:t>Axes de travail</a:t>
            </a:r>
          </a:p>
        </p:txBody>
      </p:sp>
      <p:pic>
        <p:nvPicPr>
          <p:cNvPr id="11" name="Graphique 10" descr="Amélioration continue avec un remplissage uni">
            <a:extLst>
              <a:ext uri="{FF2B5EF4-FFF2-40B4-BE49-F238E27FC236}">
                <a16:creationId xmlns:a16="http://schemas.microsoft.com/office/drawing/2014/main" id="{EF4BA746-B991-C517-0018-4D94E01E50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5285" y="2250000"/>
            <a:ext cx="560000" cy="560000"/>
          </a:xfrm>
          <a:prstGeom prst="rect">
            <a:avLst/>
          </a:prstGeom>
        </p:spPr>
      </p:pic>
      <p:sp>
        <p:nvSpPr>
          <p:cNvPr id="12" name="ZoneTexte 11">
            <a:extLst>
              <a:ext uri="{FF2B5EF4-FFF2-40B4-BE49-F238E27FC236}">
                <a16:creationId xmlns:a16="http://schemas.microsoft.com/office/drawing/2014/main" id="{F103B0C4-3CD9-3991-DB0F-6485302D6749}"/>
              </a:ext>
            </a:extLst>
          </p:cNvPr>
          <p:cNvSpPr txBox="1"/>
          <p:nvPr/>
        </p:nvSpPr>
        <p:spPr>
          <a:xfrm>
            <a:off x="545285" y="2950000"/>
            <a:ext cx="1700000" cy="300000"/>
          </a:xfrm>
          <a:prstGeom prst="rect">
            <a:avLst/>
          </a:prstGeom>
          <a:noFill/>
        </p:spPr>
        <p:txBody>
          <a:bodyPr wrap="square" rtlCol="0" lIns="0" rIns="0">
            <a:spAutoFit/>
          </a:bodyPr>
          <a:lstStyle/>
          <a:p>
            <a:pPr algn="l"/>
            <a:r>
              <a:rPr lang="fr-FR" sz="1200" dirty="0" b="1"/>
              <a:t>Intégration continue</a:t>
            </a:r>
          </a:p>
        </p:txBody>
      </p:sp>
      <p:pic>
        <p:nvPicPr>
          <p:cNvPr id="14" name="Graphique 13" descr="Processeur avec un remplissage uni">
            <a:extLst>
              <a:ext uri="{FF2B5EF4-FFF2-40B4-BE49-F238E27FC236}">
                <a16:creationId xmlns:a16="http://schemas.microsoft.com/office/drawing/2014/main" id="{7CF16FE8-5932-173F-AFFF-4891FD6ABF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71142" y="2250000"/>
            <a:ext cx="560000" cy="560000"/>
          </a:xfrm>
          <a:prstGeom prst="rect">
            <a:avLst/>
          </a:prstGeom>
        </p:spPr>
      </p:pic>
      <p:sp>
        <p:nvSpPr>
          <p:cNvPr id="16" name="ZoneTexte 15">
            <a:extLst>
              <a:ext uri="{FF2B5EF4-FFF2-40B4-BE49-F238E27FC236}">
                <a16:creationId xmlns:a16="http://schemas.microsoft.com/office/drawing/2014/main" id="{18E88F6A-2835-7571-C9AE-E5BAEE2A70DC}"/>
              </a:ext>
            </a:extLst>
          </p:cNvPr>
          <p:cNvSpPr txBox="1"/>
          <p:nvPr/>
        </p:nvSpPr>
        <p:spPr>
          <a:xfrm>
            <a:off x="2671142" y="2950000"/>
            <a:ext cx="1700000" cy="300000"/>
          </a:xfrm>
          <a:prstGeom prst="rect">
            <a:avLst/>
          </a:prstGeom>
          <a:noFill/>
        </p:spPr>
        <p:txBody>
          <a:bodyPr wrap="square" rtlCol="0" lIns="0" rIns="0">
            <a:spAutoFit/>
          </a:bodyPr>
          <a:lstStyle/>
          <a:p>
            <a:pPr algn="l"/>
            <a:r>
              <a:rPr lang="fr-FR" sz="1200" dirty="0" b="1"/>
              <a:t>Runners</a:t>
            </a:r>
          </a:p>
        </p:txBody>
      </p:sp>
      <p:pic>
        <p:nvPicPr>
          <p:cNvPr id="18" name="Graphique 17" descr="Présentation avec graphique à barres avec un remplissage uni">
            <a:extLst>
              <a:ext uri="{FF2B5EF4-FFF2-40B4-BE49-F238E27FC236}">
                <a16:creationId xmlns:a16="http://schemas.microsoft.com/office/drawing/2014/main" id="{C82ED48F-3DB6-8B3D-B171-ECD822E3CED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6999" y="2250000"/>
            <a:ext cx="560000" cy="560000"/>
          </a:xfrm>
          <a:prstGeom prst="rect">
            <a:avLst/>
          </a:prstGeom>
        </p:spPr>
      </p:pic>
      <p:sp>
        <p:nvSpPr>
          <p:cNvPr id="22" name="ZoneTexte 21">
            <a:extLst>
              <a:ext uri="{FF2B5EF4-FFF2-40B4-BE49-F238E27FC236}">
                <a16:creationId xmlns:a16="http://schemas.microsoft.com/office/drawing/2014/main" id="{9E459C8D-5200-D61E-B82C-647EAA7CAF46}"/>
              </a:ext>
            </a:extLst>
          </p:cNvPr>
          <p:cNvSpPr txBox="1"/>
          <p:nvPr/>
        </p:nvSpPr>
        <p:spPr>
          <a:xfrm>
            <a:off x="4796999" y="2950000"/>
            <a:ext cx="1700000" cy="300000"/>
          </a:xfrm>
          <a:prstGeom prst="rect">
            <a:avLst/>
          </a:prstGeom>
          <a:noFill/>
        </p:spPr>
        <p:txBody>
          <a:bodyPr wrap="square" rtlCol="0" lIns="0" rIns="0">
            <a:spAutoFit/>
          </a:bodyPr>
          <a:lstStyle/>
          <a:p>
            <a:pPr algn="l"/>
            <a:r>
              <a:rPr lang="fr-FR" sz="1200" dirty="0" b="1"/>
              <a:t>Observabilité</a:t>
            </a:r>
          </a:p>
        </p:txBody>
      </p:sp>
      <p:sp>
        <p:nvSpPr>
          <p:cNvPr id="26" name="ZoneTexte 25">
            <a:extLst>
              <a:ext uri="{FF2B5EF4-FFF2-40B4-BE49-F238E27FC236}">
                <a16:creationId xmlns:a16="http://schemas.microsoft.com/office/drawing/2014/main" id="{3C15D3F8-B712-C6AF-52C9-A2B9202EFE7C}"/>
              </a:ext>
            </a:extLst>
          </p:cNvPr>
          <p:cNvSpPr txBox="1"/>
          <p:nvPr/>
        </p:nvSpPr>
        <p:spPr>
          <a:xfrm>
            <a:off x="6922856" y="2950000"/>
            <a:ext cx="1700000" cy="300000"/>
          </a:xfrm>
          <a:prstGeom prst="rect">
            <a:avLst/>
          </a:prstGeom>
          <a:noFill/>
        </p:spPr>
        <p:txBody>
          <a:bodyPr wrap="square" rtlCol="0" lIns="0" rIns="0">
            <a:spAutoFit/>
          </a:bodyPr>
          <a:lstStyle/>
          <a:p>
            <a:pPr algn="l"/>
            <a:r>
              <a:rPr lang="fr-FR" sz="1200" dirty="0" b="1"/>
              <a:t>IA</a:t>
            </a:r>
          </a:p>
        </p:txBody>
      </p:sp>
      <p:pic>
        <p:nvPicPr>
          <p:cNvPr id="28" name="Graphique 27" descr="Partie gauche du cerveau avec un remplissage uni">
            <a:extLst>
              <a:ext uri="{FF2B5EF4-FFF2-40B4-BE49-F238E27FC236}">
                <a16:creationId xmlns:a16="http://schemas.microsoft.com/office/drawing/2014/main" id="{6753B215-DADF-775B-EA6B-7DA799FDBC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22856" y="2250000"/>
            <a:ext cx="560000" cy="560000"/>
          </a:xfrm>
          <a:prstGeom prst="rect">
            <a:avLst/>
          </a:prstGeom>
        </p:spPr>
      </p:pic>
      <p:sp>
        <p:nvSpPr>
          <p:cNvPr id="29" name="TextBox 28"/>
          <p:cNvSpPr txBox="1"/>
          <p:nvPr/>
        </p:nvSpPr>
        <p:spPr>
          <a:xfrm>
            <a:off x="545285" y="3300000"/>
            <a:ext cx="1700000" cy="900000"/>
          </a:xfrm>
          <a:prstGeom prst="rect">
            <a:avLst/>
          </a:prstGeom>
          <a:noFill/>
        </p:spPr>
        <p:txBody>
          <a:bodyPr wrap="square" lIns="0" rIns="0" tIns="0" bIns="0" anchor="t">
            <a:spAutoFit/>
          </a:bodyPr>
          <a:lstStyle/>
          <a:p>
            <a:pPr algn="l">
              <a:spcAft>
                <a:spcPts val="0"/>
              </a:spcAft>
            </a:pPr>
            <a:r>
              <a:rPr sz="1200" b="0">
                <a:solidFill>
                  <a:srgbClr val="1E1E1E"/>
                </a:solidFill>
                <a:latin typeface="Arial"/>
              </a:rPr>
              <a:t>Évolution des chaînes de build, de tests et de sécurité</a:t>
            </a:r>
          </a:p>
        </p:txBody>
      </p:sp>
      <p:sp>
        <p:nvSpPr>
          <p:cNvPr id="30" name="TextBox 29"/>
          <p:cNvSpPr txBox="1"/>
          <p:nvPr/>
        </p:nvSpPr>
        <p:spPr>
          <a:xfrm>
            <a:off x="2671142" y="3300000"/>
            <a:ext cx="1700000" cy="900000"/>
          </a:xfrm>
          <a:prstGeom prst="rect">
            <a:avLst/>
          </a:prstGeom>
          <a:noFill/>
        </p:spPr>
        <p:txBody>
          <a:bodyPr wrap="square" lIns="0" rIns="0" tIns="0" bIns="0" anchor="t">
            <a:spAutoFit/>
          </a:bodyPr>
          <a:lstStyle/>
          <a:p>
            <a:pPr algn="l">
              <a:spcAft>
                <a:spcPts val="0"/>
              </a:spcAft>
            </a:pPr>
            <a:r>
              <a:rPr sz="1200" b="0">
                <a:solidFill>
                  <a:srgbClr val="1E1E1E"/>
                </a:solidFill>
                <a:latin typeface="Arial"/>
              </a:rPr>
              <a:t>Étude et optimisation de l’infrastructure d’exécution</a:t>
            </a:r>
          </a:p>
        </p:txBody>
      </p:sp>
      <p:sp>
        <p:nvSpPr>
          <p:cNvPr id="31" name="TextBox 30"/>
          <p:cNvSpPr txBox="1"/>
          <p:nvPr/>
        </p:nvSpPr>
        <p:spPr>
          <a:xfrm>
            <a:off x="4796999" y="3300000"/>
            <a:ext cx="1700000" cy="900000"/>
          </a:xfrm>
          <a:prstGeom prst="rect">
            <a:avLst/>
          </a:prstGeom>
          <a:noFill/>
        </p:spPr>
        <p:txBody>
          <a:bodyPr wrap="square" lIns="0" rIns="0" tIns="0" bIns="0" anchor="t">
            <a:spAutoFit/>
          </a:bodyPr>
          <a:lstStyle/>
          <a:p>
            <a:pPr algn="l">
              <a:spcAft>
                <a:spcPts val="0"/>
              </a:spcAft>
            </a:pPr>
            <a:r>
              <a:rPr sz="1200" b="0">
                <a:solidFill>
                  <a:srgbClr val="1E1E1E"/>
                </a:solidFill>
                <a:latin typeface="Arial"/>
              </a:rPr>
              <a:t>Mise en place d’indicateurs de suivi de la CI et du firmware</a:t>
            </a:r>
          </a:p>
        </p:txBody>
      </p:sp>
      <p:sp>
        <p:nvSpPr>
          <p:cNvPr id="32" name="TextBox 31"/>
          <p:cNvSpPr txBox="1"/>
          <p:nvPr/>
        </p:nvSpPr>
        <p:spPr>
          <a:xfrm>
            <a:off x="6922856" y="3300000"/>
            <a:ext cx="1700000" cy="900000"/>
          </a:xfrm>
          <a:prstGeom prst="rect">
            <a:avLst/>
          </a:prstGeom>
          <a:noFill/>
        </p:spPr>
        <p:txBody>
          <a:bodyPr wrap="square" lIns="0" rIns="0" tIns="0" bIns="0" anchor="t">
            <a:spAutoFit/>
          </a:bodyPr>
          <a:lstStyle/>
          <a:p>
            <a:pPr algn="l">
              <a:spcAft>
                <a:spcPts val="0"/>
              </a:spcAft>
            </a:pPr>
            <a:r>
              <a:rPr sz="1200" b="0">
                <a:solidFill>
                  <a:srgbClr val="1E1E1E"/>
                </a:solidFill>
                <a:latin typeface="Arial"/>
              </a:rPr>
              <a:t>Automatisation de l’analyse des échecs de la CI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134">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1A3B472-7165-E40F-9624-E73DDA344737}"/>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6BD5C456-871C-2953-22E2-8CF1301184FD}"/>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C1C30308-679D-4F53-8D29-A9195C3349DC}" type="slidenum">
              <a:rPr lang="en-US" sz="600" b="0" i="0" u="none" strike="noStrike" kern="1200" cap="none" spc="0" baseline="0">
                <a:solidFill>
                  <a:srgbClr val="0A2F24"/>
                </a:solidFill>
                <a:uFillTx/>
                <a:latin typeface="Poppins"/>
                <a:ea typeface="Zalando Sans Medium" pitchFamily="2"/>
                <a:cs typeface="Arial"/>
              </a:rPr>
              <a:t>14</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BDEF3FE4-8129-0BFF-49DA-8CAD56E1AA81}"/>
              </a:ext>
            </a:extLst>
          </p:cNvPr>
          <p:cNvSpPr/>
          <p:nvPr/>
        </p:nvSpPr>
        <p:spPr>
          <a:xfrm>
            <a:off x="395285" y="420000"/>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Résultats chiffrés</a:t>
            </a:r>
            <a:endParaRPr lang="en-PL" sz="2400" b="1" i="0" u="none" strike="noStrike" kern="1200" cap="none" spc="0" baseline="0" dirty="0">
              <a:solidFill>
                <a:srgbClr val="47D45A"/>
              </a:solidFill>
              <a:uFillTx/>
              <a:latin typeface="Arial"/>
              <a:cs typeface="Arial"/>
            </a:endParaRPr>
          </a:p>
        </p:txBody>
      </p:sp>
      <p:sp>
        <p:nvSpPr>
          <p:cNvPr id="11" name="Carte 1"/>
          <p:cNvSpPr/>
          <p:nvPr/>
        </p:nvSpPr>
        <p:spPr>
          <a:xfrm>
            <a:off x="395285" y="1050000"/>
            <a:ext cx="1975857" cy="240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12" name="Categorie 1"/>
          <p:cNvSpPr txBox="1"/>
          <p:nvPr/>
        </p:nvSpPr>
        <p:spPr>
          <a:xfrm>
            <a:off x="515285" y="1180000"/>
            <a:ext cx="1735857" cy="300000"/>
          </a:xfrm>
          <a:prstGeom prst="rect">
            <a:avLst/>
          </a:prstGeom>
          <a:noFill/>
          <a:ln>
            <a:noFill/>
          </a:ln>
        </p:spPr>
        <p:txBody>
          <a:bodyPr wrap="square" lIns="0" tIns="0" rIns="0" bIns="0" rtlCol="0" anchor="ctr">
            <a:noAutofit/>
          </a:bodyPr>
          <a:lstStyle/>
          <a:p>
            <a:pPr algn="l">
              <a:spcAft>
                <a:spcPts val="0"/>
              </a:spcAft>
            </a:pPr>
            <a:r>
              <a:rPr lang="fr-FR" sz="1200" b="1" dirty="0">
                <a:solidFill>
                  <a:srgbClr val="0A2F24"/>
                </a:solidFill>
                <a:latin typeface="Arial"/>
                <a:cs typeface="Arial"/>
              </a:rPr>
              <a:t>Fiabilité et sécurité</a:t>
            </a:r>
          </a:p>
        </p:txBody>
      </p:sp>
      <p:sp>
        <p:nvSpPr>
          <p:cNvPr id="13" name="Chiffre 1"/>
          <p:cNvSpPr txBox="1"/>
          <p:nvPr/>
        </p:nvSpPr>
        <p:spPr>
          <a:xfrm>
            <a:off x="515285" y="1550000"/>
            <a:ext cx="1735857" cy="640000"/>
          </a:xfrm>
          <a:prstGeom prst="rect">
            <a:avLst/>
          </a:prstGeom>
          <a:noFill/>
          <a:ln>
            <a:noFill/>
          </a:ln>
        </p:spPr>
        <p:txBody>
          <a:bodyPr wrap="square" lIns="0" tIns="0" rIns="0" bIns="0" rtlCol="0" anchor="ctr">
            <a:noAutofit/>
          </a:bodyPr>
          <a:lstStyle/>
          <a:p>
            <a:pPr algn="l">
              <a:spcAft>
                <a:spcPts val="0"/>
              </a:spcAft>
            </a:pPr>
            <a:r>
              <a:rPr lang="fr-FR" sz="3200" b="1" dirty="0">
                <a:solidFill>
                  <a:srgbClr val="0A2F24"/>
                </a:solidFill>
                <a:latin typeface="Arial"/>
                <a:cs typeface="Arial"/>
              </a:rPr>
              <a:t>3</a:t>
            </a:r>
          </a:p>
        </p:txBody>
      </p:sp>
      <p:sp>
        <p:nvSpPr>
          <p:cNvPr id="14" name="Legende 1"/>
          <p:cNvSpPr txBox="1"/>
          <p:nvPr/>
        </p:nvSpPr>
        <p:spPr>
          <a:xfrm>
            <a:off x="515285" y="2230000"/>
            <a:ext cx="1735857" cy="420000"/>
          </a:xfrm>
          <a:prstGeom prst="rect">
            <a:avLst/>
          </a:prstGeom>
          <a:noFill/>
          <a:ln>
            <a:noFill/>
          </a:ln>
        </p:spPr>
        <p:txBody>
          <a:bodyPr wrap="square" lIns="0" tIns="0" rIns="0" bIns="0" rtlCol="0" anchor="t">
            <a:noAutofit/>
          </a:bodyPr>
          <a:lstStyle/>
          <a:p>
            <a:pPr algn="l">
              <a:spcAft>
                <a:spcPts val="0"/>
              </a:spcAft>
            </a:pPr>
            <a:r>
              <a:rPr lang="fr-FR" sz="1200" b="1" dirty="0">
                <a:solidFill>
                  <a:schemeClr val="tx1"/>
                </a:solidFill>
                <a:latin typeface="Arial"/>
                <a:cs typeface="Arial"/>
              </a:rPr>
              <a:t>workflows CI améliorés</a:t>
            </a:r>
          </a:p>
        </p:txBody>
      </p:sp>
      <p:sp>
        <p:nvSpPr>
          <p:cNvPr id="15" name="Detail 1"/>
          <p:cNvSpPr txBox="1"/>
          <p:nvPr/>
        </p:nvSpPr>
        <p:spPr>
          <a:xfrm>
            <a:off x="515285" y="2700000"/>
            <a:ext cx="1735857" cy="650000"/>
          </a:xfrm>
          <a:prstGeom prst="rect">
            <a:avLst/>
          </a:prstGeom>
          <a:noFill/>
          <a:ln>
            <a:noFill/>
          </a:ln>
        </p:spPr>
        <p:txBody>
          <a:bodyPr wrap="square" lIns="0" tIns="0" rIns="0" bIns="0" rtlCol="0" anchor="t">
            <a:noAutofit/>
          </a:bodyPr>
          <a:lstStyle/>
          <a:p>
            <a:pPr algn="l">
              <a:spcAft>
                <a:spcPts val="0"/>
              </a:spcAft>
            </a:pPr>
            <a:r>
              <a:rPr lang="fr-FR" sz="1100" b="0" dirty="0">
                <a:solidFill>
                  <a:schemeClr val="tx1"/>
                </a:solidFill>
                <a:latin typeface="Arial"/>
                <a:cs typeface="Arial"/>
              </a:rPr>
              <a:t>Scans de vulnérabilités et publication automatique des artefacts</a:t>
            </a:r>
          </a:p>
        </p:txBody>
      </p:sp>
      <p:sp>
        <p:nvSpPr>
          <p:cNvPr id="16" name="Carte 2"/>
          <p:cNvSpPr/>
          <p:nvPr/>
        </p:nvSpPr>
        <p:spPr>
          <a:xfrm>
            <a:off x="2521142" y="1050000"/>
            <a:ext cx="1975857" cy="240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17" name="Categorie 2"/>
          <p:cNvSpPr txBox="1"/>
          <p:nvPr/>
        </p:nvSpPr>
        <p:spPr>
          <a:xfrm>
            <a:off x="2641142" y="1180000"/>
            <a:ext cx="1735857" cy="300000"/>
          </a:xfrm>
          <a:prstGeom prst="rect">
            <a:avLst/>
          </a:prstGeom>
          <a:noFill/>
          <a:ln>
            <a:noFill/>
          </a:ln>
        </p:spPr>
        <p:txBody>
          <a:bodyPr wrap="square" lIns="0" tIns="0" rIns="0" bIns="0" rtlCol="0" anchor="ctr">
            <a:noAutofit/>
          </a:bodyPr>
          <a:lstStyle/>
          <a:p>
            <a:pPr algn="l">
              <a:spcAft>
                <a:spcPts val="0"/>
              </a:spcAft>
            </a:pPr>
            <a:r>
              <a:rPr lang="fr-FR" sz="1200" b="1" dirty="0">
                <a:solidFill>
                  <a:srgbClr val="0A2F24"/>
                </a:solidFill>
                <a:latin typeface="Arial"/>
                <a:cs typeface="Arial"/>
              </a:rPr>
              <a:t>Performance et coûts</a:t>
            </a:r>
          </a:p>
        </p:txBody>
      </p:sp>
      <p:sp>
        <p:nvSpPr>
          <p:cNvPr id="18" name="Chiffre 2"/>
          <p:cNvSpPr txBox="1"/>
          <p:nvPr/>
        </p:nvSpPr>
        <p:spPr>
          <a:xfrm>
            <a:off x="2641142" y="1550000"/>
            <a:ext cx="1735857" cy="640000"/>
          </a:xfrm>
          <a:prstGeom prst="rect">
            <a:avLst/>
          </a:prstGeom>
          <a:noFill/>
          <a:ln>
            <a:noFill/>
          </a:ln>
        </p:spPr>
        <p:txBody>
          <a:bodyPr wrap="square" lIns="0" tIns="0" rIns="0" bIns="0" rtlCol="0" anchor="ctr">
            <a:noAutofit/>
          </a:bodyPr>
          <a:lstStyle/>
          <a:p>
            <a:pPr algn="l">
              <a:spcAft>
                <a:spcPts val="0"/>
              </a:spcAft>
            </a:pPr>
            <a:r>
              <a:rPr lang="fr-FR" sz="3200" b="1" dirty="0">
                <a:solidFill>
                  <a:srgbClr val="0A2F24"/>
                </a:solidFill>
                <a:latin typeface="Arial"/>
                <a:cs typeface="Arial"/>
              </a:rPr>
              <a:t>~30 %</a:t>
            </a:r>
          </a:p>
        </p:txBody>
      </p:sp>
      <p:sp>
        <p:nvSpPr>
          <p:cNvPr id="19" name="Legende 2"/>
          <p:cNvSpPr txBox="1"/>
          <p:nvPr/>
        </p:nvSpPr>
        <p:spPr>
          <a:xfrm>
            <a:off x="2641142" y="2230000"/>
            <a:ext cx="1735857" cy="420000"/>
          </a:xfrm>
          <a:prstGeom prst="rect">
            <a:avLst/>
          </a:prstGeom>
          <a:noFill/>
          <a:ln>
            <a:noFill/>
          </a:ln>
        </p:spPr>
        <p:txBody>
          <a:bodyPr wrap="square" lIns="0" tIns="0" rIns="0" bIns="0" rtlCol="0" anchor="t">
            <a:noAutofit/>
          </a:bodyPr>
          <a:lstStyle/>
          <a:p>
            <a:pPr algn="l">
              <a:spcAft>
                <a:spcPts val="0"/>
              </a:spcAft>
            </a:pPr>
            <a:r>
              <a:rPr lang="fr-FR" sz="1200" b="1" dirty="0">
                <a:solidFill>
                  <a:schemeClr val="tx1"/>
                </a:solidFill>
                <a:latin typeface="Arial"/>
                <a:cs typeface="Arial"/>
              </a:rPr>
              <a:t>d’utilisation moyenne des runners</a:t>
            </a:r>
          </a:p>
        </p:txBody>
      </p:sp>
      <p:sp>
        <p:nvSpPr>
          <p:cNvPr id="20" name="Detail 2"/>
          <p:cNvSpPr txBox="1"/>
          <p:nvPr/>
        </p:nvSpPr>
        <p:spPr>
          <a:xfrm>
            <a:off x="2641142" y="2700000"/>
            <a:ext cx="1735857" cy="650000"/>
          </a:xfrm>
          <a:prstGeom prst="rect">
            <a:avLst/>
          </a:prstGeom>
          <a:noFill/>
          <a:ln>
            <a:noFill/>
          </a:ln>
        </p:spPr>
        <p:txBody>
          <a:bodyPr wrap="square" lIns="0" tIns="0" rIns="0" bIns="0" rtlCol="0" anchor="t">
            <a:noAutofit/>
          </a:bodyPr>
          <a:lstStyle/>
          <a:p>
            <a:pPr algn="l">
              <a:spcAft>
                <a:spcPts val="0"/>
              </a:spcAft>
            </a:pPr>
            <a:r>
              <a:rPr lang="fr-FR" sz="1100" b="0" dirty="0">
                <a:solidFill>
                  <a:schemeClr val="tx1"/>
                </a:solidFill>
                <a:latin typeface="Arial"/>
                <a:cs typeface="Arial"/>
              </a:rPr>
              <a:t>Runner « light » proposé pour réduire les coûts</a:t>
            </a:r>
          </a:p>
        </p:txBody>
      </p:sp>
      <p:sp>
        <p:nvSpPr>
          <p:cNvPr id="21" name="Carte 3"/>
          <p:cNvSpPr/>
          <p:nvPr/>
        </p:nvSpPr>
        <p:spPr>
          <a:xfrm>
            <a:off x="4646999" y="1050000"/>
            <a:ext cx="1975857" cy="240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22" name="Categorie 3"/>
          <p:cNvSpPr txBox="1"/>
          <p:nvPr/>
        </p:nvSpPr>
        <p:spPr>
          <a:xfrm>
            <a:off x="4766999" y="1180000"/>
            <a:ext cx="1735857" cy="300000"/>
          </a:xfrm>
          <a:prstGeom prst="rect">
            <a:avLst/>
          </a:prstGeom>
          <a:noFill/>
          <a:ln>
            <a:noFill/>
          </a:ln>
        </p:spPr>
        <p:txBody>
          <a:bodyPr wrap="square" lIns="0" tIns="0" rIns="0" bIns="0" rtlCol="0" anchor="ctr">
            <a:noAutofit/>
          </a:bodyPr>
          <a:lstStyle/>
          <a:p>
            <a:pPr algn="l">
              <a:spcAft>
                <a:spcPts val="0"/>
              </a:spcAft>
            </a:pPr>
            <a:r>
              <a:rPr lang="fr-FR" sz="1200" b="1" dirty="0">
                <a:solidFill>
                  <a:srgbClr val="0A2F24"/>
                </a:solidFill>
                <a:latin typeface="Arial"/>
                <a:cs typeface="Arial"/>
              </a:rPr>
              <a:t>Pilotage par la donnée</a:t>
            </a:r>
          </a:p>
        </p:txBody>
      </p:sp>
      <p:sp>
        <p:nvSpPr>
          <p:cNvPr id="23" name="Chiffre 3"/>
          <p:cNvSpPr txBox="1"/>
          <p:nvPr/>
        </p:nvSpPr>
        <p:spPr>
          <a:xfrm>
            <a:off x="4766999" y="1550000"/>
            <a:ext cx="1735857" cy="640000"/>
          </a:xfrm>
          <a:prstGeom prst="rect">
            <a:avLst/>
          </a:prstGeom>
          <a:noFill/>
          <a:ln>
            <a:noFill/>
          </a:ln>
        </p:spPr>
        <p:txBody>
          <a:bodyPr wrap="square" lIns="0" tIns="0" rIns="0" bIns="0" rtlCol="0" anchor="ctr">
            <a:noAutofit/>
          </a:bodyPr>
          <a:lstStyle/>
          <a:p>
            <a:pPr algn="l">
              <a:spcAft>
                <a:spcPts val="0"/>
              </a:spcAft>
            </a:pPr>
            <a:r>
              <a:rPr lang="fr-FR" sz="3200" b="1" dirty="0">
                <a:solidFill>
                  <a:srgbClr val="0A2F24"/>
                </a:solidFill>
                <a:latin typeface="Arial"/>
                <a:cs typeface="Arial"/>
              </a:rPr>
              <a:t>8</a:t>
            </a:r>
          </a:p>
        </p:txBody>
      </p:sp>
      <p:sp>
        <p:nvSpPr>
          <p:cNvPr id="24" name="Legende 3"/>
          <p:cNvSpPr txBox="1"/>
          <p:nvPr/>
        </p:nvSpPr>
        <p:spPr>
          <a:xfrm>
            <a:off x="4766999" y="2230000"/>
            <a:ext cx="1735857" cy="420000"/>
          </a:xfrm>
          <a:prstGeom prst="rect">
            <a:avLst/>
          </a:prstGeom>
          <a:noFill/>
          <a:ln>
            <a:noFill/>
          </a:ln>
        </p:spPr>
        <p:txBody>
          <a:bodyPr wrap="square" lIns="0" tIns="0" rIns="0" bIns="0" rtlCol="0" anchor="t">
            <a:noAutofit/>
          </a:bodyPr>
          <a:lstStyle/>
          <a:p>
            <a:pPr algn="l">
              <a:spcAft>
                <a:spcPts val="0"/>
              </a:spcAft>
            </a:pPr>
            <a:r>
              <a:rPr lang="fr-FR" sz="1200" b="1" dirty="0">
                <a:solidFill>
                  <a:schemeClr val="tx1"/>
                </a:solidFill>
                <a:latin typeface="Arial"/>
                <a:cs typeface="Arial"/>
              </a:rPr>
              <a:t>indicateurs suivis</a:t>
            </a:r>
          </a:p>
        </p:txBody>
      </p:sp>
      <p:sp>
        <p:nvSpPr>
          <p:cNvPr id="25" name="Detail 3"/>
          <p:cNvSpPr txBox="1"/>
          <p:nvPr/>
        </p:nvSpPr>
        <p:spPr>
          <a:xfrm>
            <a:off x="4766999" y="2700000"/>
            <a:ext cx="1735857" cy="650000"/>
          </a:xfrm>
          <a:prstGeom prst="rect">
            <a:avLst/>
          </a:prstGeom>
          <a:noFill/>
          <a:ln>
            <a:noFill/>
          </a:ln>
        </p:spPr>
        <p:txBody>
          <a:bodyPr wrap="square" lIns="0" tIns="0" rIns="0" bIns="0" rtlCol="0" anchor="t">
            <a:noAutofit/>
          </a:bodyPr>
          <a:lstStyle/>
          <a:p>
            <a:pPr algn="l">
              <a:spcAft>
                <a:spcPts val="0"/>
              </a:spcAft>
            </a:pPr>
            <a:r>
              <a:rPr lang="fr-FR" sz="1100" b="0" dirty="0">
                <a:solidFill>
                  <a:schemeClr val="tx1"/>
                </a:solidFill>
                <a:latin typeface="Arial"/>
                <a:cs typeface="Arial"/>
              </a:rPr>
              <a:t>Qualité, sécurité et infrastructure CI centralisées</a:t>
            </a:r>
          </a:p>
        </p:txBody>
      </p:sp>
      <p:sp>
        <p:nvSpPr>
          <p:cNvPr id="26" name="Carte 4"/>
          <p:cNvSpPr/>
          <p:nvPr/>
        </p:nvSpPr>
        <p:spPr>
          <a:xfrm>
            <a:off x="6772856" y="1050000"/>
            <a:ext cx="1975857" cy="240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27" name="Categorie 4"/>
          <p:cNvSpPr txBox="1"/>
          <p:nvPr/>
        </p:nvSpPr>
        <p:spPr>
          <a:xfrm>
            <a:off x="6892856" y="1180000"/>
            <a:ext cx="1735857" cy="300000"/>
          </a:xfrm>
          <a:prstGeom prst="rect">
            <a:avLst/>
          </a:prstGeom>
          <a:noFill/>
          <a:ln>
            <a:noFill/>
          </a:ln>
        </p:spPr>
        <p:txBody>
          <a:bodyPr wrap="square" lIns="0" tIns="0" rIns="0" bIns="0" rtlCol="0" anchor="ctr">
            <a:noAutofit/>
          </a:bodyPr>
          <a:lstStyle/>
          <a:p>
            <a:pPr algn="l">
              <a:spcAft>
                <a:spcPts val="0"/>
              </a:spcAft>
            </a:pPr>
            <a:r>
              <a:rPr lang="fr-FR" sz="1200" b="1" dirty="0">
                <a:solidFill>
                  <a:srgbClr val="0A2F24"/>
                </a:solidFill>
                <a:latin typeface="Arial"/>
                <a:cs typeface="Arial"/>
              </a:rPr>
              <a:t>Productivité</a:t>
            </a:r>
          </a:p>
        </p:txBody>
      </p:sp>
      <p:sp>
        <p:nvSpPr>
          <p:cNvPr id="28" name="Chiffre 4"/>
          <p:cNvSpPr txBox="1"/>
          <p:nvPr/>
        </p:nvSpPr>
        <p:spPr>
          <a:xfrm>
            <a:off x="6892856" y="1550000"/>
            <a:ext cx="1735857" cy="640000"/>
          </a:xfrm>
          <a:prstGeom prst="rect">
            <a:avLst/>
          </a:prstGeom>
          <a:noFill/>
          <a:ln>
            <a:noFill/>
          </a:ln>
        </p:spPr>
        <p:txBody>
          <a:bodyPr wrap="square" lIns="0" tIns="0" rIns="0" bIns="0" rtlCol="0" anchor="ctr">
            <a:noAutofit/>
          </a:bodyPr>
          <a:lstStyle/>
          <a:p>
            <a:pPr algn="l">
              <a:spcAft>
                <a:spcPts val="0"/>
              </a:spcAft>
            </a:pPr>
            <a:r>
              <a:rPr lang="fr-FR" sz="3200" b="1" dirty="0">
                <a:solidFill>
                  <a:srgbClr val="0A2F24"/>
                </a:solidFill>
                <a:latin typeface="Arial"/>
                <a:cs typeface="Arial"/>
              </a:rPr>
              <a:t>5 min</a:t>
            </a:r>
          </a:p>
        </p:txBody>
      </p:sp>
      <p:sp>
        <p:nvSpPr>
          <p:cNvPr id="29" name="Legende 4"/>
          <p:cNvSpPr txBox="1"/>
          <p:nvPr/>
        </p:nvSpPr>
        <p:spPr>
          <a:xfrm>
            <a:off x="6892856" y="2230000"/>
            <a:ext cx="1735857" cy="420000"/>
          </a:xfrm>
          <a:prstGeom prst="rect">
            <a:avLst/>
          </a:prstGeom>
          <a:noFill/>
          <a:ln>
            <a:noFill/>
          </a:ln>
        </p:spPr>
        <p:txBody>
          <a:bodyPr wrap="square" lIns="0" tIns="0" rIns="0" bIns="0" rtlCol="0" anchor="t">
            <a:noAutofit/>
          </a:bodyPr>
          <a:lstStyle/>
          <a:p>
            <a:pPr algn="l">
              <a:spcAft>
                <a:spcPts val="0"/>
              </a:spcAft>
            </a:pPr>
            <a:r>
              <a:rPr lang="fr-FR" sz="1200" b="1" dirty="0">
                <a:solidFill>
                  <a:schemeClr val="tx1"/>
                </a:solidFill>
                <a:latin typeface="Arial"/>
                <a:cs typeface="Arial"/>
              </a:rPr>
              <a:t>au lieu d’environ 1 h</a:t>
            </a:r>
          </a:p>
        </p:txBody>
      </p:sp>
      <p:sp>
        <p:nvSpPr>
          <p:cNvPr id="30" name="Detail 4"/>
          <p:cNvSpPr txBox="1"/>
          <p:nvPr/>
        </p:nvSpPr>
        <p:spPr>
          <a:xfrm>
            <a:off x="6892856" y="2700000"/>
            <a:ext cx="1735857" cy="650000"/>
          </a:xfrm>
          <a:prstGeom prst="rect">
            <a:avLst/>
          </a:prstGeom>
          <a:noFill/>
          <a:ln>
            <a:noFill/>
          </a:ln>
        </p:spPr>
        <p:txBody>
          <a:bodyPr wrap="square" lIns="0" tIns="0" rIns="0" bIns="0" rtlCol="0" anchor="t">
            <a:noAutofit/>
          </a:bodyPr>
          <a:lstStyle/>
          <a:p>
            <a:pPr algn="l">
              <a:spcAft>
                <a:spcPts val="0"/>
              </a:spcAft>
            </a:pPr>
            <a:r>
              <a:rPr lang="fr-FR" sz="1100" b="0" dirty="0">
                <a:solidFill>
                  <a:schemeClr val="tx1"/>
                </a:solidFill>
                <a:latin typeface="Arial"/>
                <a:cs typeface="Arial"/>
              </a:rPr>
              <a:t>pour investiguer un échec CI avec un agent IA</a:t>
            </a:r>
          </a:p>
        </p:txBody>
      </p:sp>
      <p:sp>
        <p:nvSpPr>
          <p:cNvPr id="31" name="Bandeau"/>
          <p:cNvSpPr/>
          <p:nvPr/>
        </p:nvSpPr>
        <p:spPr>
          <a:xfrm>
            <a:off x="395285" y="3680000"/>
            <a:ext cx="8353428" cy="500000"/>
          </a:xfrm>
          <a:prstGeom prst="roundRect">
            <a:avLst/>
          </a:prstGeom>
          <a:solidFill>
            <a:schemeClr val="accent3">
              <a:lumMod val="20000"/>
              <a:lumOff val="80000"/>
              <a:alpha val="60000"/>
            </a:schemeClr>
          </a:solidFill>
          <a:ln>
            <a:noFill/>
          </a:ln>
        </p:spPr>
        <p:txBody>
          <a:bodyPr wrap="square" lIns="150000" tIns="0" rIns="150000" bIns="0" rtlCol="0" anchor="ctr">
            <a:noAutofit/>
          </a:bodyPr>
          <a:lstStyle/>
          <a:p>
            <a:pPr algn="l">
              <a:spcAft>
                <a:spcPts val="0"/>
              </a:spcAft>
            </a:pPr>
            <a:r>
              <a:rPr lang="fr-FR" sz="1200" b="1" dirty="0">
                <a:solidFill>
                  <a:schemeClr val="tx1"/>
                </a:solidFill>
                <a:latin typeface="Arial"/>
                <a:cs typeface="Arial"/>
              </a:rPr>
              <a:t>Impact : un firmware mieux sécurisé, une CI plus visible et des pistes d’optimisation concrètes.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134">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1A3B472-7165-E40F-9624-E73DDA344737}"/>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6BD5C456-871C-2953-22E2-8CF1301184FD}"/>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C1C30308-679D-4F53-8D29-A9195C3349DC}" type="slidenum">
              <a:rPr lang="en-US" sz="600" b="0" i="0" u="none" strike="noStrike" kern="1200" cap="none" spc="0" baseline="0">
                <a:solidFill>
                  <a:srgbClr val="0A2F24"/>
                </a:solidFill>
                <a:uFillTx/>
                <a:latin typeface="Poppins"/>
                <a:ea typeface="Zalando Sans Medium" pitchFamily="2"/>
                <a:cs typeface="Arial"/>
              </a:rPr>
              <a:t>14</a:t>
            </a:fld>
            <a:endParaRPr lang="en-US" sz="600" b="0" i="0" u="none" strike="noStrike" kern="1200" cap="none" spc="0" baseline="0">
              <a:solidFill>
                <a:srgbClr val="0A2F24"/>
              </a:solidFill>
              <a:uFillTx/>
              <a:latin typeface="Poppins"/>
              <a:ea typeface="Zalando Sans Medium" pitchFamily="2"/>
              <a:cs typeface="Arial"/>
            </a:endParaRPr>
          </a:p>
        </p:txBody>
      </p:sp>
      <p:sp>
        <p:nvSpPr>
          <p:cNvPr id="4" name="Title 6">
            <a:extLst>
              <a:ext uri="{FF2B5EF4-FFF2-40B4-BE49-F238E27FC236}">
                <a16:creationId xmlns:a16="http://schemas.microsoft.com/office/drawing/2014/main" id="{BDEF3FE4-8129-0BFF-49DA-8CAD56E1AA81}"/>
              </a:ext>
            </a:extLst>
          </p:cNvPr>
          <p:cNvSpPr/>
          <p:nvPr/>
        </p:nvSpPr>
        <p:spPr>
          <a:xfrm>
            <a:off x="395285" y="420000"/>
            <a:ext cx="8353428" cy="280163"/>
          </a:xfrm>
          <a:prstGeom prst="rect">
            <a:avLst/>
          </a:prstGeom>
          <a:noFill/>
          <a:ln cap="flat">
            <a:noFill/>
            <a:prstDash val="solid"/>
          </a:ln>
        </p:spPr>
        <p:txBody>
          <a:bodyPr vert="horz" wrap="square" lIns="0" tIns="0" rIns="0" bIns="0" anchor="t" anchorCtr="0" compatLnSpc="1">
            <a:noAutofit/>
          </a:bodyPr>
          <a:lstStyle/>
          <a:p>
            <a:pPr marL="0" marR="0" lvl="0" indent="0" algn="l" defTabSz="457181" rtl="0" fontAlgn="auto" hangingPunct="1">
              <a:lnSpc>
                <a:spcPts val="2580"/>
              </a:lnSpc>
              <a:spcBef>
                <a:spcPts val="0"/>
              </a:spcBef>
              <a:spcAft>
                <a:spcPts val="0"/>
              </a:spcAft>
              <a:buNone/>
              <a:tabLst/>
              <a:defRPr sz="1800" b="0" i="0" u="none" strike="noStrike" kern="0" cap="none" spc="0" baseline="0">
                <a:solidFill>
                  <a:srgbClr val="000000"/>
                </a:solidFill>
                <a:uFillTx/>
              </a:defRPr>
            </a:pPr>
            <a:r>
              <a:rPr lang="fr-FR" sz="2400" b="1" i="0" u="none" strike="noStrike" kern="1200" cap="none" spc="0" baseline="0" dirty="0">
                <a:solidFill>
                  <a:srgbClr val="47D45A"/>
                </a:solidFill>
                <a:uFillTx/>
                <a:latin typeface="Arial"/>
                <a:cs typeface="Arial"/>
              </a:rPr>
              <a:t>Limite : la CI ne suit plus le rythme de l’IA</a:t>
            </a:r>
            <a:endParaRPr lang="en-PL" sz="2400" b="1" i="0" u="none" strike="noStrike" kern="1200" cap="none" spc="0" baseline="0" dirty="0">
              <a:solidFill>
                <a:srgbClr val="47D45A"/>
              </a:solidFill>
              <a:uFillTx/>
              <a:latin typeface="Arial"/>
              <a:cs typeface="Arial"/>
            </a:endParaRPr>
          </a:p>
        </p:txBody>
      </p:sp>
      <p:sp>
        <p:nvSpPr>
          <p:cNvPr id="5" name="TextBox 4"/>
          <p:cNvSpPr txBox="1"/>
          <p:nvPr/>
        </p:nvSpPr>
        <p:spPr>
          <a:xfrm>
            <a:off x="395285" y="950000"/>
            <a:ext cx="8353428" cy="300000"/>
          </a:xfrm>
          <a:prstGeom prst="rect">
            <a:avLst/>
          </a:prstGeom>
          <a:noFill/>
        </p:spPr>
        <p:txBody>
          <a:bodyPr wrap="square" lIns="0" rIns="0" tIns="0" bIns="0" anchor="ctr">
            <a:spAutoFit/>
          </a:bodyPr>
          <a:lstStyle/>
          <a:p>
            <a:pPr algn="l">
              <a:spcAft>
                <a:spcPts val="0"/>
              </a:spcAft>
            </a:pPr>
            <a:r>
              <a:rPr sz="1400" b="1">
                <a:solidFill>
                  <a:srgbClr val="0A2F24"/>
                </a:solidFill>
                <a:latin typeface="Arial"/>
              </a:rPr>
              <a:t>Écrire le code est devenu quasi instantané, le vérifier est devenu le goulot d’étranglement</a:t>
            </a:r>
          </a:p>
        </p:txBody>
      </p:sp>
      <p:sp>
        <p:nvSpPr>
          <p:cNvPr id="6" name="TextBox 5"/>
          <p:cNvSpPr txBox="1"/>
          <p:nvPr/>
        </p:nvSpPr>
        <p:spPr>
          <a:xfrm>
            <a:off x="395285" y="1420000"/>
            <a:ext cx="2300000" cy="340000"/>
          </a:xfrm>
          <a:prstGeom prst="rect">
            <a:avLst/>
          </a:prstGeom>
          <a:noFill/>
        </p:spPr>
        <p:txBody>
          <a:bodyPr wrap="square" lIns="0" rIns="0" tIns="0" bIns="0" anchor="ctr">
            <a:spAutoFit/>
          </a:bodyPr>
          <a:lstStyle/>
          <a:p>
            <a:pPr algn="l">
              <a:spcAft>
                <a:spcPts val="0"/>
              </a:spcAft>
            </a:pPr>
            <a:r>
              <a:rPr sz="1200" b="1">
                <a:solidFill>
                  <a:srgbClr val="1E1E1E"/>
                </a:solidFill>
                <a:latin typeface="Arial"/>
              </a:rPr>
              <a:t>L’IA génère le code</a:t>
            </a:r>
          </a:p>
        </p:txBody>
      </p:sp>
      <p:sp>
        <p:nvSpPr>
          <p:cNvPr id="7" name="Barre L’IA génère le code"/>
          <p:cNvSpPr/>
          <p:nvPr/>
        </p:nvSpPr>
        <p:spPr>
          <a:xfrm>
            <a:off x="2800000" y="1420000"/>
            <a:ext cx="90000" cy="340000"/>
          </a:xfrm>
          <a:prstGeom prst="roundRect">
            <a:avLst>
              <a:gd name="adj" fmla="val 25000"/>
            </a:avLst>
          </a:prstGeom>
          <a:solidFill>
            <a:srgbClr val="47D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0000" y="1420000"/>
            <a:ext cx="1300000" cy="340000"/>
          </a:xfrm>
          <a:prstGeom prst="rect">
            <a:avLst/>
          </a:prstGeom>
          <a:noFill/>
        </p:spPr>
        <p:txBody>
          <a:bodyPr wrap="square" lIns="0" rIns="0" tIns="0" bIns="0" anchor="ctr">
            <a:spAutoFit/>
          </a:bodyPr>
          <a:lstStyle/>
          <a:p>
            <a:pPr algn="l">
              <a:spcAft>
                <a:spcPts val="0"/>
              </a:spcAft>
            </a:pPr>
            <a:r>
              <a:rPr sz="1400" b="1">
                <a:solidFill>
                  <a:srgbClr val="0A2F24"/>
                </a:solidFill>
                <a:latin typeface="Arial"/>
              </a:rPr>
              <a:t>≈ 1 min</a:t>
            </a:r>
          </a:p>
        </p:txBody>
      </p:sp>
      <p:sp>
        <p:nvSpPr>
          <p:cNvPr id="9" name="TextBox 8"/>
          <p:cNvSpPr txBox="1"/>
          <p:nvPr/>
        </p:nvSpPr>
        <p:spPr>
          <a:xfrm>
            <a:off x="395285" y="1880000"/>
            <a:ext cx="2300000" cy="340000"/>
          </a:xfrm>
          <a:prstGeom prst="rect">
            <a:avLst/>
          </a:prstGeom>
          <a:noFill/>
        </p:spPr>
        <p:txBody>
          <a:bodyPr wrap="square" lIns="0" rIns="0" tIns="0" bIns="0" anchor="ctr">
            <a:spAutoFit/>
          </a:bodyPr>
          <a:lstStyle/>
          <a:p>
            <a:pPr algn="l">
              <a:spcAft>
                <a:spcPts val="0"/>
              </a:spcAft>
            </a:pPr>
            <a:r>
              <a:rPr sz="1200" b="1">
                <a:solidFill>
                  <a:srgbClr val="1E1E1E"/>
                </a:solidFill>
                <a:latin typeface="Arial"/>
              </a:rPr>
              <a:t>Build applicatif</a:t>
            </a:r>
          </a:p>
        </p:txBody>
      </p:sp>
      <p:sp>
        <p:nvSpPr>
          <p:cNvPr id="10" name="Barre Build applicatif"/>
          <p:cNvSpPr/>
          <p:nvPr/>
        </p:nvSpPr>
        <p:spPr>
          <a:xfrm>
            <a:off x="2800000" y="1880000"/>
            <a:ext cx="1800000" cy="340000"/>
          </a:xfrm>
          <a:prstGeom prst="roundRect">
            <a:avLst>
              <a:gd name="adj" fmla="val 25000"/>
            </a:avLst>
          </a:prstGeom>
          <a:solidFill>
            <a:srgbClr val="0A2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0000" y="1880000"/>
            <a:ext cx="1300000" cy="340000"/>
          </a:xfrm>
          <a:prstGeom prst="rect">
            <a:avLst/>
          </a:prstGeom>
          <a:noFill/>
        </p:spPr>
        <p:txBody>
          <a:bodyPr wrap="square" lIns="0" rIns="0" tIns="0" bIns="0" anchor="ctr">
            <a:spAutoFit/>
          </a:bodyPr>
          <a:lstStyle/>
          <a:p>
            <a:pPr algn="l">
              <a:spcAft>
                <a:spcPts val="0"/>
              </a:spcAft>
            </a:pPr>
            <a:r>
              <a:rPr sz="1400" b="1">
                <a:solidFill>
                  <a:srgbClr val="0A2F24"/>
                </a:solidFill>
                <a:latin typeface="Arial"/>
              </a:rPr>
              <a:t>≈ 20 min</a:t>
            </a:r>
          </a:p>
        </p:txBody>
      </p:sp>
      <p:sp>
        <p:nvSpPr>
          <p:cNvPr id="12" name="TextBox 11"/>
          <p:cNvSpPr txBox="1"/>
          <p:nvPr/>
        </p:nvSpPr>
        <p:spPr>
          <a:xfrm>
            <a:off x="395285" y="2340000"/>
            <a:ext cx="2300000" cy="340000"/>
          </a:xfrm>
          <a:prstGeom prst="rect">
            <a:avLst/>
          </a:prstGeom>
          <a:noFill/>
        </p:spPr>
        <p:txBody>
          <a:bodyPr wrap="square" lIns="0" rIns="0" tIns="0" bIns="0" anchor="ctr">
            <a:spAutoFit/>
          </a:bodyPr>
          <a:lstStyle/>
          <a:p>
            <a:pPr algn="l">
              <a:spcAft>
                <a:spcPts val="0"/>
              </a:spcAft>
            </a:pPr>
            <a:r>
              <a:rPr sz="1200" b="1">
                <a:solidFill>
                  <a:srgbClr val="1E1E1E"/>
                </a:solidFill>
                <a:latin typeface="Arial"/>
              </a:rPr>
              <a:t>Build Yocto (distribution Linux)</a:t>
            </a:r>
          </a:p>
        </p:txBody>
      </p:sp>
      <p:sp>
        <p:nvSpPr>
          <p:cNvPr id="13" name="Barre Build Yocto (distribution Linux)"/>
          <p:cNvSpPr/>
          <p:nvPr/>
        </p:nvSpPr>
        <p:spPr>
          <a:xfrm>
            <a:off x="2800000" y="2340000"/>
            <a:ext cx="5400000" cy="340000"/>
          </a:xfrm>
          <a:prstGeom prst="roundRect">
            <a:avLst>
              <a:gd name="adj" fmla="val 25000"/>
            </a:avLst>
          </a:prstGeom>
          <a:solidFill>
            <a:srgbClr val="0A2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00000" y="2340000"/>
            <a:ext cx="5280000" cy="340000"/>
          </a:xfrm>
          <a:prstGeom prst="rect">
            <a:avLst/>
          </a:prstGeom>
          <a:noFill/>
        </p:spPr>
        <p:txBody>
          <a:bodyPr wrap="square" lIns="0" rIns="0" tIns="0" bIns="0" anchor="ctr">
            <a:spAutoFit/>
          </a:bodyPr>
          <a:lstStyle/>
          <a:p>
            <a:pPr algn="r">
              <a:spcAft>
                <a:spcPts val="0"/>
              </a:spcAft>
            </a:pPr>
            <a:r>
              <a:rPr sz="1400" b="1">
                <a:solidFill>
                  <a:srgbClr val="FFFFFF"/>
                </a:solidFill>
                <a:latin typeface="Arial"/>
              </a:rPr>
              <a:t>≈ 1 h</a:t>
            </a:r>
          </a:p>
        </p:txBody>
      </p:sp>
      <p:sp>
        <p:nvSpPr>
          <p:cNvPr id="11" name="Carte Conséquences"/>
          <p:cNvSpPr/>
          <p:nvPr/>
        </p:nvSpPr>
        <p:spPr>
          <a:xfrm>
            <a:off x="395285" y="2850000"/>
            <a:ext cx="4101714" cy="122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15" name="TextBox 14"/>
          <p:cNvSpPr txBox="1"/>
          <p:nvPr/>
        </p:nvSpPr>
        <p:spPr>
          <a:xfrm>
            <a:off x="545285" y="2940000"/>
            <a:ext cx="3801714" cy="250000"/>
          </a:xfrm>
          <a:prstGeom prst="rect">
            <a:avLst/>
          </a:prstGeom>
          <a:noFill/>
        </p:spPr>
        <p:txBody>
          <a:bodyPr wrap="square" lIns="0" rIns="0" tIns="0" bIns="0" anchor="t">
            <a:spAutoFit/>
          </a:bodyPr>
          <a:lstStyle/>
          <a:p>
            <a:pPr algn="l">
              <a:spcAft>
                <a:spcPts val="0"/>
              </a:spcAft>
            </a:pPr>
            <a:r>
              <a:rPr sz="1200" b="1">
                <a:solidFill>
                  <a:srgbClr val="0A2F24"/>
                </a:solidFill>
                <a:latin typeface="Arial"/>
              </a:rPr>
              <a:t>Conséquences</a:t>
            </a:r>
          </a:p>
        </p:txBody>
      </p:sp>
      <p:sp>
        <p:nvSpPr>
          <p:cNvPr id="16" name="TextBox 15"/>
          <p:cNvSpPr txBox="1"/>
          <p:nvPr/>
        </p:nvSpPr>
        <p:spPr>
          <a:xfrm>
            <a:off x="545285" y="3230000"/>
            <a:ext cx="3801714" cy="800000"/>
          </a:xfrm>
          <a:prstGeom prst="rect">
            <a:avLst/>
          </a:prstGeom>
          <a:noFill/>
        </p:spPr>
        <p:txBody>
          <a:bodyPr wrap="square" lIns="0" rIns="0" tIns="0" bIns="0" anchor="t">
            <a:spAutoFit/>
          </a:bodyPr>
          <a:lstStyle/>
          <a:p>
            <a:pPr algn="l" marL="171450" indent="-171450">
              <a:spcAft>
                <a:spcPts val="200"/>
              </a:spcAft>
              <a:buFont typeface="Arial"/>
              <a:buChar char="•"/>
            </a:pPr>
            <a:r>
              <a:rPr sz="1200" b="0">
                <a:solidFill>
                  <a:srgbClr val="1E1E1E"/>
                </a:solidFill>
                <a:latin typeface="Arial"/>
              </a:rPr>
              <a:t>Plus de code = plus de builds, tests et scans</a:t>
            </a:r>
          </a:p>
          <a:p>
            <a:pPr algn="l" marL="171450" indent="-171450">
              <a:spcAft>
                <a:spcPts val="200"/>
              </a:spcAft>
              <a:buFont typeface="Arial"/>
              <a:buChar char="•"/>
            </a:pPr>
            <a:r>
              <a:rPr sz="1200" b="0">
                <a:solidFill>
                  <a:srgbClr val="1E1E1E"/>
                </a:solidFill>
                <a:latin typeface="Arial"/>
              </a:rPr>
              <a:t>Files d’attente sur des runners limités et éphémères</a:t>
            </a:r>
          </a:p>
          <a:p>
            <a:pPr algn="l" marL="171450" indent="-171450">
              <a:spcAft>
                <a:spcPts val="200"/>
              </a:spcAft>
              <a:buFont typeface="Arial"/>
              <a:buChar char="•"/>
            </a:pPr>
            <a:r>
              <a:rPr sz="1200" b="0">
                <a:solidFill>
                  <a:srgbClr val="1E1E1E"/>
                </a:solidFill>
                <a:latin typeface="Arial"/>
              </a:rPr>
              <a:t>Retours plus lents pour les développeurs</a:t>
            </a:r>
          </a:p>
        </p:txBody>
      </p:sp>
      <p:sp>
        <p:nvSpPr>
          <p:cNvPr id="11" name="Carte Pistes à explorer"/>
          <p:cNvSpPr/>
          <p:nvPr/>
        </p:nvSpPr>
        <p:spPr>
          <a:xfrm>
            <a:off x="4646999" y="2850000"/>
            <a:ext cx="4101714" cy="1220000"/>
          </a:xfrm>
          <a:prstGeom prst="roundRect">
            <a:avLst/>
          </a:prstGeom>
          <a:solidFill>
            <a:schemeClr val="bg2">
              <a:alpha val="60000"/>
            </a:schemeClr>
          </a:solidFill>
          <a:ln>
            <a:noFill/>
          </a:ln>
        </p:spPr>
        <p:txBody>
          <a:bodyPr wrap="square" lIns="0" tIns="0" rIns="0" bIns="0" rtlCol="0" anchor="t">
            <a:noAutofit/>
          </a:bodyPr>
          <a:lstStyle/>
          <a:p>
            <a:endParaRPr lang="fr-FR"/>
          </a:p>
        </p:txBody>
      </p:sp>
      <p:sp>
        <p:nvSpPr>
          <p:cNvPr id="17" name="TextBox 16"/>
          <p:cNvSpPr txBox="1"/>
          <p:nvPr/>
        </p:nvSpPr>
        <p:spPr>
          <a:xfrm>
            <a:off x="4796999" y="2940000"/>
            <a:ext cx="3801714" cy="250000"/>
          </a:xfrm>
          <a:prstGeom prst="rect">
            <a:avLst/>
          </a:prstGeom>
          <a:noFill/>
        </p:spPr>
        <p:txBody>
          <a:bodyPr wrap="square" lIns="0" rIns="0" tIns="0" bIns="0" anchor="t">
            <a:spAutoFit/>
          </a:bodyPr>
          <a:lstStyle/>
          <a:p>
            <a:pPr algn="l">
              <a:spcAft>
                <a:spcPts val="0"/>
              </a:spcAft>
            </a:pPr>
            <a:r>
              <a:rPr sz="1200" b="1">
                <a:solidFill>
                  <a:srgbClr val="0A2F24"/>
                </a:solidFill>
                <a:latin typeface="Arial"/>
              </a:rPr>
              <a:t>Pistes à explorer</a:t>
            </a:r>
          </a:p>
        </p:txBody>
      </p:sp>
      <p:sp>
        <p:nvSpPr>
          <p:cNvPr id="18" name="TextBox 17"/>
          <p:cNvSpPr txBox="1"/>
          <p:nvPr/>
        </p:nvSpPr>
        <p:spPr>
          <a:xfrm>
            <a:off x="4796999" y="3230000"/>
            <a:ext cx="3801714" cy="800000"/>
          </a:xfrm>
          <a:prstGeom prst="rect">
            <a:avLst/>
          </a:prstGeom>
          <a:noFill/>
        </p:spPr>
        <p:txBody>
          <a:bodyPr wrap="square" lIns="0" rIns="0" tIns="0" bIns="0" anchor="t">
            <a:spAutoFit/>
          </a:bodyPr>
          <a:lstStyle/>
          <a:p>
            <a:pPr algn="l" marL="171450" indent="-171450">
              <a:spcAft>
                <a:spcPts val="200"/>
              </a:spcAft>
              <a:buFont typeface="Arial"/>
              <a:buChar char="•"/>
            </a:pPr>
            <a:r>
              <a:rPr sz="1200" b="0">
                <a:solidFill>
                  <a:srgbClr val="1E1E1E"/>
                </a:solidFill>
                <a:latin typeface="Arial"/>
              </a:rPr>
              <a:t>Cache persistant pour le build Yocto</a:t>
            </a:r>
          </a:p>
          <a:p>
            <a:pPr algn="l" marL="171450" indent="-171450">
              <a:spcAft>
                <a:spcPts val="200"/>
              </a:spcAft>
              <a:buFont typeface="Arial"/>
              <a:buChar char="•"/>
            </a:pPr>
            <a:r>
              <a:rPr sz="1200" b="0">
                <a:solidFill>
                  <a:srgbClr val="1E1E1E"/>
                </a:solidFill>
                <a:latin typeface="Arial"/>
              </a:rPr>
              <a:t>Builds incrémentaux</a:t>
            </a:r>
          </a:p>
          <a:p>
            <a:pPr algn="l" marL="171450" indent="-171450">
              <a:spcAft>
                <a:spcPts val="200"/>
              </a:spcAft>
              <a:buFont typeface="Arial"/>
              <a:buChar char="•"/>
            </a:pPr>
            <a:r>
              <a:rPr sz="1200" b="0">
                <a:solidFill>
                  <a:srgbClr val="1E1E1E"/>
                </a:solidFill>
                <a:latin typeface="Arial"/>
              </a:rPr>
              <a:t>Runners adaptés à la charge, dont un runner « light »</a:t>
            </a:r>
          </a:p>
        </p:txBody>
      </p:sp>
      <p:sp>
        <p:nvSpPr>
          <p:cNvPr id="31" name="Question equipe"/>
          <p:cNvSpPr/>
          <p:nvPr/>
        </p:nvSpPr>
        <p:spPr>
          <a:xfrm>
            <a:off x="395285" y="4150000"/>
            <a:ext cx="8353428" cy="420000"/>
          </a:xfrm>
          <a:prstGeom prst="roundRect">
            <a:avLst/>
          </a:prstGeom>
          <a:solidFill>
            <a:schemeClr val="accent3">
              <a:lumMod val="20000"/>
              <a:lumOff val="80000"/>
              <a:alpha val="60000"/>
            </a:schemeClr>
          </a:solidFill>
          <a:ln>
            <a:noFill/>
          </a:ln>
        </p:spPr>
        <p:txBody>
          <a:bodyPr wrap="square" lIns="150000" tIns="0" rIns="150000" bIns="0" rtlCol="0" anchor="ctr">
            <a:noAutofit/>
          </a:bodyPr>
          <a:lstStyle/>
          <a:p>
            <a:pPr algn="l">
              <a:spcAft>
                <a:spcPts val="0"/>
              </a:spcAft>
            </a:pPr>
            <a:r>
              <a:rPr lang="fr-FR" sz="1200" b="1" dirty="0">
                <a:solidFill>
                  <a:schemeClr val="tx1"/>
                </a:solidFill>
                <a:latin typeface="Arial"/>
                <a:cs typeface="Arial"/>
              </a:rPr>
              <a:t>Question à l’équipe : que se passe-t-il si le volume de code double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E3321-7C7E-801B-0298-789DCBA1837A}"/>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4B97D39E-0A8A-22CE-2268-80DB52F85E9D}"/>
              </a:ext>
              <a:ext uri="{C183D7F6-B498-43B3-948B-1728B52AA6E4}">
                <adec:decorative xmlns:adec="http://schemas.microsoft.com/office/drawing/2017/decorative" val="1"/>
              </a:ext>
            </a:extLst>
          </p:cNvPr>
          <p:cNvSpPr txBox="1"/>
          <p:nvPr/>
        </p:nvSpPr>
        <p:spPr>
          <a:xfrm>
            <a:off x="457200" y="4867442"/>
            <a:ext cx="1721513" cy="105256"/>
          </a:xfrm>
          <a:prstGeom prst="rect">
            <a:avLst/>
          </a:prstGeom>
          <a:noFill/>
          <a:ln cap="flat">
            <a:noFill/>
          </a:ln>
        </p:spPr>
        <p:txBody>
          <a:bodyPr vert="horz" wrap="square" lIns="0" tIns="0" rIns="0" bIns="0" anchor="ctr" anchorCtr="0" compatLnSpc="1">
            <a:no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rPr>
              <a:t>©2026 Schneider Electric. All Rights Reserved.</a:t>
            </a:r>
          </a:p>
        </p:txBody>
      </p:sp>
      <p:sp>
        <p:nvSpPr>
          <p:cNvPr id="3" name="Slide Number Placeholder 4">
            <a:extLst>
              <a:ext uri="{FF2B5EF4-FFF2-40B4-BE49-F238E27FC236}">
                <a16:creationId xmlns:a16="http://schemas.microsoft.com/office/drawing/2014/main" id="{3A75FCDA-A78D-0181-5057-F7545D785546}"/>
              </a:ext>
              <a:ext uri="{C183D7F6-B498-43B3-948B-1728B52AA6E4}">
                <adec:decorative xmlns:adec="http://schemas.microsoft.com/office/drawing/2017/decorative" val="1"/>
              </a:ext>
            </a:extLst>
          </p:cNvPr>
          <p:cNvSpPr txBox="1"/>
          <p:nvPr/>
        </p:nvSpPr>
        <p:spPr>
          <a:xfrm>
            <a:off x="2183669" y="4873907"/>
            <a:ext cx="525688" cy="92336"/>
          </a:xfrm>
          <a:prstGeom prst="rect">
            <a:avLst/>
          </a:prstGeom>
          <a:noFill/>
          <a:ln cap="flat">
            <a:noFill/>
          </a:ln>
        </p:spPr>
        <p:txBody>
          <a:bodyPr vert="horz" wrap="square" lIns="0" tIns="0" rIns="0" bIns="0" anchor="ctr" anchorCtr="0" compatLnSpc="1">
            <a:spAutoFit/>
          </a:bodyPr>
          <a:lstStyle/>
          <a:p>
            <a:pPr marL="0" marR="0" lvl="0" indent="0" algn="l" defTabSz="457181"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 b="0" i="0" u="none" strike="noStrike" kern="1200" cap="none" spc="0" baseline="0">
                <a:solidFill>
                  <a:srgbClr val="0A2F24"/>
                </a:solidFill>
                <a:uFillTx/>
                <a:latin typeface="Poppins"/>
                <a:ea typeface="Zalando Sans Medium" pitchFamily="2"/>
                <a:cs typeface="Arial"/>
              </a:rPr>
              <a:t>| Page </a:t>
            </a:r>
            <a:fld id="{C1C30308-679D-4F53-8D29-A9195C3349DC}" type="slidenum">
              <a:rPr lang="en-US" sz="600" b="0" i="0" u="none" strike="noStrike" kern="1200" cap="none" spc="0" baseline="0">
                <a:solidFill>
                  <a:srgbClr val="0A2F24"/>
                </a:solidFill>
                <a:uFillTx/>
                <a:latin typeface="Poppins"/>
                <a:ea typeface="Zalando Sans Medium" pitchFamily="2"/>
                <a:cs typeface="Arial"/>
              </a:rPr>
              <a:t>18</a:t>
            </a:fld>
            <a:endParaRPr lang="en-US" sz="600" b="0" i="0" u="none" strike="noStrike" kern="1200" cap="none" spc="0" baseline="0">
              <a:solidFill>
                <a:srgbClr val="0A2F24"/>
              </a:solidFill>
              <a:uFillTx/>
              <a:latin typeface="Poppins"/>
              <a:ea typeface="Zalando Sans Medium" pitchFamily="2"/>
              <a:cs typeface="Arial"/>
            </a:endParaRPr>
          </a:p>
        </p:txBody>
      </p:sp>
      <p:sp>
        <p:nvSpPr>
          <p:cNvPr id="5" name="Title 9">
            <a:extLst>
              <a:ext uri="{FF2B5EF4-FFF2-40B4-BE49-F238E27FC236}">
                <a16:creationId xmlns:a16="http://schemas.microsoft.com/office/drawing/2014/main" id="{B294ED11-0EDF-C019-59BE-3F891BF4A852}"/>
              </a:ext>
            </a:extLst>
          </p:cNvPr>
          <p:cNvSpPr txBox="1">
            <a:spLocks/>
          </p:cNvSpPr>
          <p:nvPr/>
        </p:nvSpPr>
        <p:spPr>
          <a:xfrm>
            <a:off x="457200" y="1900000"/>
            <a:ext cx="8229600" cy="1900000"/>
          </a:xfrm>
          <a:prstGeom prst="rect">
            <a:avLst/>
          </a:prstGeom>
        </p:spPr>
        <p:txBody>
          <a:bodyPr/>
          <a:lstStyle>
            <a:lvl1pPr marL="0" marR="0" lvl="0" indent="0" algn="l" defTabSz="457181" rtl="0" fontAlgn="auto" hangingPunct="1">
              <a:lnSpc>
                <a:spcPts val="2400"/>
              </a:lnSpc>
              <a:spcBef>
                <a:spcPts val="0"/>
              </a:spcBef>
              <a:spcAft>
                <a:spcPts val="0"/>
              </a:spcAft>
              <a:buNone/>
              <a:tabLst/>
              <a:defRPr lang="fr-FR" sz="2200" b="0" i="0" u="none" strike="noStrike" kern="1200" cap="none" spc="0" baseline="0">
                <a:solidFill>
                  <a:srgbClr val="009530"/>
                </a:solidFill>
                <a:uFillTx/>
                <a:latin typeface="Poppins"/>
                <a:cs typeface="Arial"/>
              </a:defRPr>
            </a:lvl1pPr>
          </a:lstStyle>
          <a:p>
            <a:pPr>
              <a:lnSpc>
                <a:spcPct val="110000"/>
              </a:lnSpc>
            </a:pPr>
            <a:r>
              <a:rPr lang="en-US" sz="3000" b="1" dirty="0">
                <a:solidFill>
                  <a:schemeClr val="accent3">
                    <a:lumMod val="60000"/>
                    <a:lumOff val="40000"/>
                  </a:schemeClr>
                </a:solidFill>
              </a:rPr>
              <a:t>L’IA accélère le code, la vérification devient l’enjeu</a:t>
            </a:r>
            <a:endParaRPr lang="en-PL" sz="3400" b="1" dirty="0">
              <a:solidFill>
                <a:schemeClr val="accent3">
                  <a:lumMod val="60000"/>
                  <a:lumOff val="40000"/>
                </a:schemeClr>
              </a:solidFill>
            </a:endParaRPr>
          </a:p>
          <a:p>
            <a:pPr>
              <a:lnSpc>
                <a:spcPct val="110000"/>
              </a:lnSpc>
              <a:spcBef>
                <a:spcPts val="1800"/>
              </a:spcBef>
            </a:pPr>
            <a:r>
              <a:rPr lang="en-US" sz="2000" b="1" dirty="0">
                <a:solidFill>
                  <a:srgbClr val="0A2F24"/>
                </a:solidFill>
              </a:rPr>
              <a:t>Merci, place aux questions</a:t>
            </a:r>
            <a:endParaRPr lang="en-PL" sz="3400" b="1" dirty="0">
              <a:solidFill>
                <a:schemeClr val="accent3">
                  <a:lumMod val="60000"/>
                  <a:lumOff val="40000"/>
                </a:schemeClr>
              </a:solidFill>
            </a:endParaRPr>
          </a:p>
        </p:txBody>
      </p:sp>
    </p:spTree>
    <p:extLst>
      <p:ext uri="{BB962C8B-B14F-4D97-AF65-F5344CB8AC3E}">
        <p14:creationId xmlns:p14="http://schemas.microsoft.com/office/powerpoint/2010/main" val="2572560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106">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4D3EA69-EF3C-5CB6-F3CF-41D50E4B6339}"/>
              </a:ext>
            </a:extLst>
          </p:cNvPr>
          <p:cNvSpPr txBox="1">
            <a:spLocks noGrp="1"/>
          </p:cNvSpPr>
          <p:nvPr>
            <p:ph type="title"/>
          </p:nvPr>
        </p:nvSpPr>
        <p:spPr>
          <a:xfrm>
            <a:off x="457200" y="-510683"/>
            <a:ext cx="8229600" cy="510683"/>
          </a:xfrm>
          <a:prstGeom prst="rect">
            <a:avLst/>
          </a:prstGeom>
          <a:noFill/>
          <a:ln>
            <a:noFill/>
          </a:ln>
        </p:spPr>
        <p:txBody>
          <a:bodyPr vert="horz" wrap="square" lIns="0" tIns="0" rIns="0" bIns="0" anchor="t" anchorCtr="0" compatLnSpc="1">
            <a:noAutofit/>
          </a:bodyPr>
          <a:lstStyle/>
          <a:p>
            <a:pPr lvl="0"/>
            <a:r>
              <a:rPr lang="en-US" sz="1600" b="1">
                <a:solidFill>
                  <a:srgbClr val="3CCD58"/>
                </a:solidFill>
              </a:rPr>
              <a:t>CLOSING SLIDE – </a:t>
            </a:r>
            <a:r>
              <a:rPr lang="en-US" sz="1600">
                <a:solidFill>
                  <a:srgbClr val="3CCD58"/>
                </a:solidFill>
              </a:rPr>
              <a:t>Please keep this this slide in final presentation</a:t>
            </a:r>
            <a:endParaRPr lang="en-US"/>
          </a:p>
          <a:p>
            <a:pPr lvl="0"/>
            <a:endParaRPr lang="en-US"/>
          </a:p>
        </p:txBody>
      </p:sp>
    </p:spTree>
  </p:cSld>
  <p:clrMapOvr>
    <a:masterClrMapping/>
  </p:clrMapOvr>
</p:sld>
</file>

<file path=ppt/theme/theme1.xml><?xml version="1.0" encoding="utf-8"?>
<a:theme xmlns:a="http://schemas.openxmlformats.org/drawingml/2006/main" name="White content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ight green content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Dark green content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radient content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3507802-f8e4-4e38-829c-ac8ea9b241e4}" enabled="1" method="Privileged" siteId="{6e51e1ad-c54b-4b39-b598-0ffe9ae68fef}" contentBits="2" removed="0"/>
</clbl:labelList>
</file>

<file path=docProps/app.xml><?xml version="1.0" encoding="utf-8"?>
<Properties xmlns="http://schemas.openxmlformats.org/officeDocument/2006/extended-properties" xmlns:vt="http://schemas.openxmlformats.org/officeDocument/2006/docPropsVTypes">
  <Template>SE%20Global%20Template</Template>
  <TotalTime>8534</TotalTime>
  <Words>2013</Words>
  <Application>Microsoft Macintosh PowerPoint</Application>
  <PresentationFormat>On-screen Show (16:9)</PresentationFormat>
  <Paragraphs>360</Paragraphs>
  <Slides>19</Slides>
  <Notes>18</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19</vt:i4>
      </vt:variant>
    </vt:vector>
  </HeadingPairs>
  <TitlesOfParts>
    <vt:vector size="27" baseType="lpstr">
      <vt:lpstr>Aptos</vt:lpstr>
      <vt:lpstr>Arial</vt:lpstr>
      <vt:lpstr>Calibri</vt:lpstr>
      <vt:lpstr>Poppins</vt:lpstr>
      <vt:lpstr>White content slides</vt:lpstr>
      <vt:lpstr>Light green content slides</vt:lpstr>
      <vt:lpstr>Dark green content slides</vt:lpstr>
      <vt:lpstr>Gradient content slides</vt:lpstr>
      <vt:lpstr>Conception et mise en œuvre de l’intégration continue (CI)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CLOSING SLIDE – Please keep this this slide in final presentation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Valentine FAVET</dc:creator>
  <cp:lastModifiedBy>Abdillahi Mohamed Abdillahi</cp:lastModifiedBy>
  <cp:revision>84</cp:revision>
  <dcterms:created xsi:type="dcterms:W3CDTF">2026-07-07T08:46:57Z</dcterms:created>
  <dcterms:modified xsi:type="dcterms:W3CDTF">2026-10-06T14:03:02Z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0x010100D8AA9F36219BC2428DBA8B5204667E76</vt:lpwstr>
  </property>
  <property fmtid="{D5CDD505-2E9C-101B-9397-08002B2CF9AE}" pid="3" name="MediaServiceImageTags">
    <vt:lpwstr/>
  </property>
  <property fmtid="{D5CDD505-2E9C-101B-9397-08002B2CF9AE}" pid="4" name="ClassificationContentMarkingFooterLocations">
    <vt:lpwstr>White content slides:10\Light green content slides:10\Dark green content slides:10\Gradient content slides:11</vt:lpwstr>
  </property>
  <property fmtid="{D5CDD505-2E9C-101B-9397-08002B2CF9AE}" pid="5" name="ClassificationContentMarkingFooterText">
    <vt:lpwstr>Public</vt:lpwstr>
  </property>
</Properties>
</file>