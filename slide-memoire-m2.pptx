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 id="2147483700" r:id="rId6"/>
    <p:sldMasterId id="2147483726" r:id="rId7"/>
  </p:sldMasterIdLst>
  <p:notesMasterIdLst>
    <p:notesMasterId r:id="rId21"/>
  </p:notesMasterIdLst>
  <p:handoutMasterIdLst>
    <p:handoutMasterId r:id="rId22"/>
  </p:handoutMasterIdLst>
  <p:sldIdLst>
    <p:sldId id="371" r:id="rId8"/>
    <p:sldId id="370" r:id="rId9"/>
    <p:sldId id="381" r:id="rId10"/>
    <p:sldId id="385" r:id="rId11"/>
    <p:sldId id="382" r:id="rId12"/>
    <p:sldId id="386" r:id="rId13"/>
    <p:sldId id="387" r:id="rId14"/>
    <p:sldId id="391" r:id="rId15"/>
    <p:sldId id="389" r:id="rId16"/>
    <p:sldId id="392" r:id="rId17"/>
    <p:sldId id="393" r:id="rId18"/>
    <p:sldId id="394" r:id="rId19"/>
    <p:sldId id="361" r:id="rId20"/>
  </p:sldIdLst>
  <p:sldSz cx="9144000" cy="5143500" type="screen16x9"/>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328CD4-DA62-4789-8690-CBE9F8BB94B8}" v="26" dt="2026-10-01T12:35:52.330"/>
  </p1510:revLst>
</p1510:revInfo>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DF4"/>
          </a:solidFill>
        </a:fill>
      </a:tcStyle>
    </a:wholeTbl>
    <a:band1H>
      <a:tcStyle>
        <a:tcBdr/>
        <a:fill>
          <a:solidFill>
            <a:srgbClr val="D0D8E8"/>
          </a:solidFill>
        </a:fill>
      </a:tcStyle>
    </a:band1H>
    <a:band2H>
      <a:tcStyle>
        <a:tcBdr/>
      </a:tcStyle>
    </a:band2H>
    <a:band1V>
      <a:tcStyle>
        <a:tcBdr/>
        <a:fill>
          <a:solidFill>
            <a:srgbClr val="D0D8E8"/>
          </a:solidFill>
        </a:fill>
      </a:tcStyle>
    </a:band1V>
    <a:band2V>
      <a:tcStyle>
        <a:tcBdr/>
      </a:tcStyle>
    </a:band2V>
    <a:lastCol>
      <a:tcTxStyle b="on">
        <a:font>
          <a:latin typeface="+mn-lt"/>
          <a:ea typeface="+mn-ea"/>
          <a:cs typeface="+mn-cs"/>
        </a:font>
        <a:srgbClr val="FFFFFF"/>
      </a:tcTxStyle>
      <a:tcStyle>
        <a:tcBdr/>
        <a:fill>
          <a:solidFill>
            <a:srgbClr val="4F81BD"/>
          </a:solidFill>
        </a:fill>
      </a:tcStyle>
    </a:lastCol>
    <a:firstCol>
      <a:tcTxStyle b="on">
        <a:font>
          <a:latin typeface="+mn-lt"/>
          <a:ea typeface="+mn-ea"/>
          <a:cs typeface="+mn-cs"/>
        </a:font>
        <a:srgbClr val="FFFFFF"/>
      </a:tcTxStyle>
      <a:tcStyle>
        <a:tcBdr/>
        <a:fill>
          <a:solidFill>
            <a:srgbClr val="4F81BD"/>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F81BD"/>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F81BD"/>
          </a:solidFill>
        </a:fill>
      </a:tcStyle>
    </a:firstRow>
  </a:tblStyle>
  <a:tblStyle styleId="{68D230F3-CF80-4859-8CE7-A43EE81993B5}" styleName="">
    <a:wholeTbl>
      <a:tcTxStyle>
        <a:font>
          <a:latin typeface="+mn-lt"/>
          <a:ea typeface="+mn-ea"/>
          <a:cs typeface="+mn-cs"/>
        </a:font>
        <a:srgbClr val="000000"/>
      </a:tcTxStyle>
      <a:tcStyle>
        <a:tcBdr>
          <a:top>
            <a:ln w="12701" cap="flat" cmpd="sng" algn="ctr">
              <a:solidFill>
                <a:srgbClr val="F79646"/>
              </a:solidFill>
              <a:prstDash val="solid"/>
              <a:round/>
              <a:headEnd type="none" w="med" len="med"/>
              <a:tailEnd type="none" w="med" len="med"/>
            </a:ln>
          </a:top>
          <a:bottom>
            <a:ln w="12701" cap="flat" cmpd="sng" algn="ctr">
              <a:solidFill>
                <a:srgbClr val="F79646"/>
              </a:solidFill>
              <a:prstDash val="solid"/>
              <a:round/>
              <a:headEnd type="none" w="med" len="med"/>
              <a:tailEnd type="none" w="med" len="med"/>
            </a:ln>
          </a:bottom>
        </a:tcBdr>
      </a:tcStyle>
    </a:wholeTbl>
    <a:band1H>
      <a:tcStyle>
        <a:tcBdr/>
        <a:fill>
          <a:solidFill>
            <a:srgbClr val="F79646"/>
          </a:solidFill>
        </a:fill>
      </a:tcStyle>
    </a:band1H>
    <a:band2H>
      <a:tcStyle>
        <a:tcBdr/>
      </a:tcStyle>
    </a:band2H>
    <a:band1V>
      <a:tcStyle>
        <a:tcBdr/>
        <a:fill>
          <a:solidFill>
            <a:srgbClr val="F79646"/>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F79646"/>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F79646"/>
              </a:solidFill>
              <a:prstDash val="solid"/>
              <a:round/>
              <a:headEnd type="none" w="med" len="med"/>
              <a:tailEnd type="none" w="med" len="med"/>
            </a:ln>
          </a:bottom>
        </a:tcBdr>
      </a:tcStyle>
    </a:firstRow>
  </a:tblStyle>
  <a:tblStyle styleId="{74C1A8A3-306A-4EB7-A6B1-4F7E0EB9C5D6}"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4BACC6"/>
          </a:solidFill>
        </a:fill>
      </a:tcStyle>
    </a:lastCol>
    <a:firstCol>
      <a:tcTxStyle b="on">
        <a:font>
          <a:latin typeface="+mn-lt"/>
          <a:ea typeface="+mn-ea"/>
          <a:cs typeface="+mn-cs"/>
        </a:font>
        <a:srgbClr val="FFFFFF"/>
      </a:tcTxStyle>
      <a:tcStyle>
        <a:tcBdr/>
        <a:fill>
          <a:solidFill>
            <a:srgbClr val="4BACC6"/>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4BACC6"/>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4F81BD"/>
              </a:solidFill>
              <a:prstDash val="solid"/>
              <a:round/>
              <a:headEnd type="none" w="med" len="med"/>
              <a:tailEnd type="none" w="med" len="med"/>
            </a:ln>
          </a:left>
          <a:right>
            <a:ln w="12701" cap="flat" cmpd="sng" algn="ctr">
              <a:solidFill>
                <a:srgbClr val="4F81BD"/>
              </a:solidFill>
              <a:prstDash val="solid"/>
              <a:round/>
              <a:headEnd type="none" w="med" len="med"/>
              <a:tailEnd type="none" w="med" len="med"/>
            </a:ln>
          </a:right>
          <a:top>
            <a:ln w="12701" cap="flat" cmpd="sng" algn="ctr">
              <a:solidFill>
                <a:srgbClr val="4F81BD"/>
              </a:solidFill>
              <a:prstDash val="solid"/>
              <a:round/>
              <a:headEnd type="none" w="med" len="med"/>
              <a:tailEnd type="none" w="med" len="med"/>
            </a:ln>
          </a:top>
          <a:bottom>
            <a:ln w="12701" cap="flat" cmpd="sng" algn="ctr">
              <a:solidFill>
                <a:srgbClr val="4F81BD"/>
              </a:solidFill>
              <a:prstDash val="solid"/>
              <a:round/>
              <a:headEnd type="none" w="med" len="med"/>
              <a:tailEnd type="none" w="med" len="med"/>
            </a:ln>
          </a:bottom>
        </a:tcBdr>
      </a:tcStyle>
    </a:wholeTbl>
    <a:band1H>
      <a:tcStyle>
        <a:tcBdr/>
        <a:fill>
          <a:solidFill>
            <a:srgbClr val="4F81BD"/>
          </a:solidFill>
        </a:fill>
      </a:tcStyle>
    </a:band1H>
    <a:band1V>
      <a:tcStyle>
        <a:tcBdr/>
        <a:fill>
          <a:solidFill>
            <a:srgbClr val="4F81BD"/>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4F81BD"/>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4F81BD"/>
              </a:solidFill>
              <a:prstDash val="solid"/>
              <a:round/>
              <a:headEnd type="none" w="med" len="med"/>
              <a:tailEnd type="none" w="med" len="med"/>
            </a:ln>
          </a:bottom>
        </a:tcBdr>
      </a:tcStyle>
    </a:firstRow>
  </a:tblStyle>
  <a:tblStyle styleId="{616DA210-FB5B-4158-B5E0-FEB733F419B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band1H>
      <a:tcStyle>
        <a:tcBdr/>
        <a:fill>
          <a:solidFill>
            <a:srgbClr val="000000"/>
          </a:solidFill>
        </a:fill>
      </a:tcStyle>
    </a:band1H>
    <a:band1V>
      <a:tcStyle>
        <a:tcBdr/>
        <a:fill>
          <a:solidFill>
            <a:srgbClr val="000000"/>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000000"/>
              </a:solidFill>
              <a:prstDash val="solid"/>
              <a:round/>
              <a:headEnd type="none" w="med" len="med"/>
              <a:tailEnd type="none" w="med" len="med"/>
            </a:ln>
          </a:bottom>
        </a:tcBdr>
      </a:tcStyle>
    </a:firstRow>
  </a:tblStyle>
  <a:tblStyle styleId="{2D5ABB26-0587-4C30-8999-92F81FD0307C}" styleName="">
    <a:wholeTbl>
      <a:tcTxStyle>
        <a:font>
          <a:latin typeface="+mn-lt"/>
          <a:ea typeface="+mn-ea"/>
          <a:cs typeface="+mn-cs"/>
        </a:font>
        <a:srgbClr val="000000"/>
      </a:tcTxStyle>
      <a:tcStyle>
        <a:tcBdr/>
      </a:tcStyle>
    </a:wholeTbl>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5DA37D80-6434-44D0-A028-1B22A696006F}" styleName="">
    <a:wholeTbl>
      <a:tcTxStyle>
        <a:font>
          <a:latin typeface="+mn-lt"/>
          <a:ea typeface="+mn-ea"/>
          <a:cs typeface="+mn-cs"/>
        </a:font>
        <a:srgbClr val="000000"/>
      </a:tcTxStyle>
      <a:tcStyle>
        <a:tcBdr>
          <a:left>
            <a:ln w="12701" cap="flat" cmpd="sng" algn="ctr">
              <a:solidFill>
                <a:srgbClr val="C0504D"/>
              </a:solidFill>
              <a:prstDash val="solid"/>
              <a:round/>
              <a:headEnd type="none" w="med" len="med"/>
              <a:tailEnd type="none" w="med" len="med"/>
            </a:ln>
          </a:left>
          <a:right>
            <a:ln w="12701" cap="flat" cmpd="sng" algn="ctr">
              <a:solidFill>
                <a:srgbClr val="C0504D"/>
              </a:solidFill>
              <a:prstDash val="solid"/>
              <a:round/>
              <a:headEnd type="none" w="med" len="med"/>
              <a:tailEnd type="none" w="med" len="med"/>
            </a:ln>
          </a:right>
          <a:top>
            <a:ln w="12701" cap="flat" cmpd="sng" algn="ctr">
              <a:solidFill>
                <a:srgbClr val="C0504D"/>
              </a:solidFill>
              <a:prstDash val="solid"/>
              <a:round/>
              <a:headEnd type="none" w="med" len="med"/>
              <a:tailEnd type="none" w="med" len="med"/>
            </a:ln>
          </a:top>
          <a:bottom>
            <a:ln w="12701" cap="flat" cmpd="sng" algn="ctr">
              <a:solidFill>
                <a:srgbClr val="C0504D"/>
              </a:solidFill>
              <a:prstDash val="solid"/>
              <a:round/>
              <a:headEnd type="none" w="med" len="med"/>
              <a:tailEnd type="none" w="med" len="med"/>
            </a:ln>
          </a:bottom>
        </a:tcBdr>
      </a:tcStyle>
    </a:wholeTbl>
    <a:band1H>
      <a:tcStyle>
        <a:tcBdr/>
        <a:fill>
          <a:solidFill>
            <a:srgbClr val="C0504D"/>
          </a:solidFill>
        </a:fill>
      </a:tcStyle>
    </a:band1H>
    <a:band1V>
      <a:tcStyle>
        <a:tcBdr/>
        <a:fill>
          <a:solidFill>
            <a:srgbClr val="C0504D"/>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C0504D"/>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C0504D"/>
              </a:solidFill>
              <a:prstDash val="solid"/>
              <a:round/>
              <a:headEnd type="none" w="med" len="med"/>
              <a:tailEnd type="none" w="med" len="med"/>
            </a:ln>
          </a:bottom>
        </a:tcBdr>
      </a:tcStyle>
    </a:firstRow>
  </a:tblStyle>
  <a:tblStyle styleId="{3B4B98B0-60AC-42C2-AFA5-B58CD77FA1E5}" styleName="">
    <a:wholeTbl>
      <a:tcTxStyle>
        <a:font>
          <a:latin typeface="+mn-lt"/>
          <a:ea typeface="+mn-ea"/>
          <a:cs typeface="+mn-cs"/>
        </a:font>
        <a:srgbClr val="000000"/>
      </a:tcTxStyle>
      <a:tcStyle>
        <a:tcBdr>
          <a:top>
            <a:ln w="12701" cap="flat" cmpd="sng" algn="ctr">
              <a:solidFill>
                <a:srgbClr val="4F81BD"/>
              </a:solidFill>
              <a:prstDash val="solid"/>
              <a:round/>
              <a:headEnd type="none" w="med" len="med"/>
              <a:tailEnd type="none" w="med" len="med"/>
            </a:ln>
          </a:top>
          <a:bottom>
            <a:ln w="12701" cap="flat" cmpd="sng" algn="ctr">
              <a:solidFill>
                <a:srgbClr val="4F81BD"/>
              </a:solidFill>
              <a:prstDash val="solid"/>
              <a:round/>
              <a:headEnd type="none" w="med" len="med"/>
              <a:tailEnd type="none" w="med" len="med"/>
            </a:ln>
          </a:bottom>
        </a:tcBdr>
      </a:tcStyle>
    </a:wholeTbl>
    <a:band1H>
      <a:tcStyle>
        <a:tcBdr/>
        <a:fill>
          <a:solidFill>
            <a:srgbClr val="4F81BD"/>
          </a:solidFill>
        </a:fill>
      </a:tcStyle>
    </a:band1H>
    <a:band2H>
      <a:tcStyle>
        <a:tcBdr/>
      </a:tcStyle>
    </a:band2H>
    <a:band1V>
      <a:tcStyle>
        <a:tcBdr/>
        <a:fill>
          <a:solidFill>
            <a:srgbClr val="4F81BD"/>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4F81BD"/>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4F81BD"/>
              </a:solidFill>
              <a:prstDash val="solid"/>
              <a:round/>
              <a:headEnd type="none" w="med" len="med"/>
              <a:tailEnd type="none" w="med" len="med"/>
            </a:ln>
          </a:bottom>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165" autoAdjust="0"/>
  </p:normalViewPr>
  <p:slideViewPr>
    <p:cSldViewPr snapToGrid="0">
      <p:cViewPr varScale="1">
        <p:scale>
          <a:sx n="107" d="100"/>
          <a:sy n="107" d="100"/>
        </p:scale>
        <p:origin x="173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3FBBA8-F929-B0F9-4843-001F59F2B757}"/>
              </a:ext>
            </a:extLst>
          </p:cNvPr>
          <p:cNvSpPr txBox="1">
            <a:spLocks noGrp="1"/>
          </p:cNvSpPr>
          <p:nvPr>
            <p:ph type="hdr" sz="quarter"/>
          </p:nvPr>
        </p:nvSpPr>
        <p:spPr>
          <a:xfrm>
            <a:off x="0" y="0"/>
            <a:ext cx="3076361" cy="511734"/>
          </a:xfrm>
          <a:prstGeom prst="rect">
            <a:avLst/>
          </a:prstGeom>
          <a:noFill/>
          <a:ln>
            <a:noFill/>
          </a:ln>
        </p:spPr>
        <p:txBody>
          <a:bodyPr vert="horz" wrap="square" lIns="99047" tIns="49523" rIns="99047" bIns="49523"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300" b="0" i="0" u="none" strike="noStrike" kern="1200" cap="none" spc="0" baseline="0">
              <a:solidFill>
                <a:srgbClr val="000000"/>
              </a:solidFill>
              <a:uFillTx/>
              <a:latin typeface="Calibri"/>
            </a:endParaRPr>
          </a:p>
        </p:txBody>
      </p:sp>
      <p:sp>
        <p:nvSpPr>
          <p:cNvPr id="3" name="Date Placeholder 2">
            <a:extLst>
              <a:ext uri="{FF2B5EF4-FFF2-40B4-BE49-F238E27FC236}">
                <a16:creationId xmlns:a16="http://schemas.microsoft.com/office/drawing/2014/main" id="{95FD1BBA-80C5-9442-7DEB-A601143A1699}"/>
              </a:ext>
            </a:extLst>
          </p:cNvPr>
          <p:cNvSpPr txBox="1">
            <a:spLocks noGrp="1"/>
          </p:cNvSpPr>
          <p:nvPr>
            <p:ph type="dt" sz="quarter" idx="1"/>
          </p:nvPr>
        </p:nvSpPr>
        <p:spPr>
          <a:xfrm>
            <a:off x="4021293" y="0"/>
            <a:ext cx="3076361" cy="511734"/>
          </a:xfrm>
          <a:prstGeom prst="rect">
            <a:avLst/>
          </a:prstGeom>
          <a:noFill/>
          <a:ln>
            <a:noFill/>
          </a:ln>
        </p:spPr>
        <p:txBody>
          <a:bodyPr vert="horz" wrap="square" lIns="99047" tIns="49523" rIns="99047" bIns="49523" anchor="t" anchorCtr="0" compatLnSpc="1">
            <a:noAutofit/>
          </a:bodyPr>
          <a:lstStyle/>
          <a:p>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6F206B0-0589-4995-9730-5779E7313B0C}" type="datetime1">
              <a:rPr lang="en-US" sz="1300" b="0" i="0" u="none" strike="noStrike" kern="1200" cap="none" spc="0" baseline="0">
                <a:solidFill>
                  <a:srgbClr val="000000"/>
                </a:solidFill>
                <a:uFillTx/>
                <a:latin typeface="Calibri"/>
              </a:rPr>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t>10/4/2026</a:t>
            </a:fld>
            <a:endParaRPr lang="en-US" sz="1300" b="0" i="0" u="none" strike="noStrike" kern="1200" cap="none" spc="0" baseline="0">
              <a:solidFill>
                <a:srgbClr val="000000"/>
              </a:solidFill>
              <a:uFillTx/>
              <a:latin typeface="Calibri"/>
            </a:endParaRPr>
          </a:p>
        </p:txBody>
      </p:sp>
      <p:sp>
        <p:nvSpPr>
          <p:cNvPr id="4" name="Footer Placeholder 3">
            <a:extLst>
              <a:ext uri="{FF2B5EF4-FFF2-40B4-BE49-F238E27FC236}">
                <a16:creationId xmlns:a16="http://schemas.microsoft.com/office/drawing/2014/main" id="{FCB9E740-01F3-394B-9DCC-0EBD2CFE050B}"/>
              </a:ext>
            </a:extLst>
          </p:cNvPr>
          <p:cNvSpPr txBox="1">
            <a:spLocks noGrp="1"/>
          </p:cNvSpPr>
          <p:nvPr>
            <p:ph type="ftr" sz="quarter" idx="2"/>
          </p:nvPr>
        </p:nvSpPr>
        <p:spPr>
          <a:xfrm>
            <a:off x="0" y="9721105"/>
            <a:ext cx="3076361" cy="511734"/>
          </a:xfrm>
          <a:prstGeom prst="rect">
            <a:avLst/>
          </a:prstGeom>
          <a:noFill/>
          <a:ln>
            <a:noFill/>
          </a:ln>
        </p:spPr>
        <p:txBody>
          <a:bodyPr vert="horz" wrap="square" lIns="99047" tIns="49523" rIns="99047" bIns="49523" anchor="b"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300" b="0" i="0" u="none" strike="noStrike" kern="1200" cap="none" spc="0" baseline="0">
              <a:solidFill>
                <a:srgbClr val="000000"/>
              </a:solidFill>
              <a:uFillTx/>
              <a:latin typeface="Calibri"/>
            </a:endParaRPr>
          </a:p>
        </p:txBody>
      </p:sp>
      <p:sp>
        <p:nvSpPr>
          <p:cNvPr id="5" name="Slide Number Placeholder 4">
            <a:extLst>
              <a:ext uri="{FF2B5EF4-FFF2-40B4-BE49-F238E27FC236}">
                <a16:creationId xmlns:a16="http://schemas.microsoft.com/office/drawing/2014/main" id="{EB8E99F1-11BE-A4B3-0AC1-503CCC8FB7A6}"/>
              </a:ext>
            </a:extLst>
          </p:cNvPr>
          <p:cNvSpPr txBox="1">
            <a:spLocks noGrp="1"/>
          </p:cNvSpPr>
          <p:nvPr>
            <p:ph type="sldNum" sz="quarter" idx="3"/>
          </p:nvPr>
        </p:nvSpPr>
        <p:spPr>
          <a:xfrm>
            <a:off x="4021293" y="9721105"/>
            <a:ext cx="3076361" cy="511734"/>
          </a:xfrm>
          <a:prstGeom prst="rect">
            <a:avLst/>
          </a:prstGeom>
          <a:noFill/>
          <a:ln>
            <a:noFill/>
          </a:ln>
        </p:spPr>
        <p:txBody>
          <a:bodyPr vert="horz" wrap="square" lIns="99047" tIns="49523" rIns="99047" bIns="49523" anchor="b" anchorCtr="0" compatLnSpc="1">
            <a:noAutofit/>
          </a:bodyPr>
          <a:lstStyle/>
          <a:p>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24F60CD-510B-4AA9-A82B-4E980FDF2AD4}" type="slidenum">
              <a:t>‹N°›</a:t>
            </a:fld>
            <a:endParaRPr lang="fr-FR" sz="13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24325956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4A361D-D931-0775-F4C8-83B0ECAF9F91}"/>
              </a:ext>
            </a:extLst>
          </p:cNvPr>
          <p:cNvSpPr txBox="1">
            <a:spLocks noGrp="1"/>
          </p:cNvSpPr>
          <p:nvPr>
            <p:ph type="hdr" sz="quarter"/>
          </p:nvPr>
        </p:nvSpPr>
        <p:spPr>
          <a:xfrm>
            <a:off x="0" y="0"/>
            <a:ext cx="3076361" cy="511734"/>
          </a:xfrm>
          <a:prstGeom prst="rect">
            <a:avLst/>
          </a:prstGeom>
          <a:noFill/>
          <a:ln>
            <a:noFill/>
          </a:ln>
        </p:spPr>
        <p:txBody>
          <a:bodyPr vert="horz" wrap="square" lIns="99047" tIns="49523" rIns="99047" bIns="49523" anchor="t" anchorCtr="0" compatLnSpc="1">
            <a:noAutofit/>
          </a:bodyPr>
          <a:lstStyle>
            <a:lvl1pPr marL="0" marR="0" lvl="0" indent="0" algn="l"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a16="http://schemas.microsoft.com/office/drawing/2014/main" id="{4193EADA-C976-E732-7764-101E951E1AB6}"/>
              </a:ext>
            </a:extLst>
          </p:cNvPr>
          <p:cNvSpPr txBox="1">
            <a:spLocks noGrp="1"/>
          </p:cNvSpPr>
          <p:nvPr>
            <p:ph type="dt" idx="1"/>
          </p:nvPr>
        </p:nvSpPr>
        <p:spPr>
          <a:xfrm>
            <a:off x="4021293" y="0"/>
            <a:ext cx="3076361" cy="511734"/>
          </a:xfrm>
          <a:prstGeom prst="rect">
            <a:avLst/>
          </a:prstGeom>
          <a:noFill/>
          <a:ln>
            <a:noFill/>
          </a:ln>
        </p:spPr>
        <p:txBody>
          <a:bodyPr vert="horz" wrap="square" lIns="99047" tIns="49523" rIns="99047" bIns="49523" anchor="t" anchorCtr="0" compatLnSpc="1">
            <a:noAutofit/>
          </a:bodyPr>
          <a:lstStyle>
            <a:lvl1pPr marL="0" marR="0" lvl="0" indent="0" algn="r"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fld id="{F308066E-3C8B-4277-9852-6AE4317C9D01}" type="datetime1">
              <a:rPr lang="en-US"/>
              <a:pPr lvl="0"/>
              <a:t>10/4/2026</a:t>
            </a:fld>
            <a:endParaRPr lang="en-US"/>
          </a:p>
        </p:txBody>
      </p:sp>
      <p:sp>
        <p:nvSpPr>
          <p:cNvPr id="4" name="Slide Image Placeholder 3">
            <a:extLst>
              <a:ext uri="{FF2B5EF4-FFF2-40B4-BE49-F238E27FC236}">
                <a16:creationId xmlns:a16="http://schemas.microsoft.com/office/drawing/2014/main" id="{537F01E7-59AA-3EE7-4E86-15F66C915FBD}"/>
              </a:ext>
            </a:extLst>
          </p:cNvPr>
          <p:cNvSpPr>
            <a:spLocks noGrp="1" noRot="1" noChangeAspect="1"/>
          </p:cNvSpPr>
          <p:nvPr>
            <p:ph type="sldImg" idx="2"/>
          </p:nvPr>
        </p:nvSpPr>
        <p:spPr>
          <a:xfrm>
            <a:off x="139702" y="768352"/>
            <a:ext cx="6819896" cy="3836986"/>
          </a:xfrm>
          <a:prstGeom prst="rect">
            <a:avLst/>
          </a:prstGeom>
          <a:noFill/>
          <a:ln w="12701">
            <a:solidFill>
              <a:srgbClr val="000000"/>
            </a:solidFill>
            <a:prstDash val="solid"/>
          </a:ln>
        </p:spPr>
        <p:txBody>
          <a:bodyPr/>
          <a:lstStyle/>
          <a:p>
            <a:endParaRPr lang="fr-FR"/>
          </a:p>
        </p:txBody>
      </p:sp>
      <p:sp>
        <p:nvSpPr>
          <p:cNvPr id="5" name="Notes Placeholder 4">
            <a:extLst>
              <a:ext uri="{FF2B5EF4-FFF2-40B4-BE49-F238E27FC236}">
                <a16:creationId xmlns:a16="http://schemas.microsoft.com/office/drawing/2014/main" id="{6C3A7605-B9B4-00E1-D253-3C60DCA20011}"/>
              </a:ext>
            </a:extLst>
          </p:cNvPr>
          <p:cNvSpPr txBox="1">
            <a:spLocks noGrp="1"/>
          </p:cNvSpPr>
          <p:nvPr>
            <p:ph type="body" sz="quarter" idx="3"/>
          </p:nvPr>
        </p:nvSpPr>
        <p:spPr>
          <a:xfrm>
            <a:off x="709931" y="4861444"/>
            <a:ext cx="5679438" cy="4605576"/>
          </a:xfrm>
          <a:prstGeom prst="rect">
            <a:avLst/>
          </a:prstGeom>
          <a:noFill/>
          <a:ln>
            <a:noFill/>
          </a:ln>
        </p:spPr>
        <p:txBody>
          <a:bodyPr vert="horz" wrap="square" lIns="99047" tIns="49523" rIns="99047" bIns="49523"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57F87F9-035C-C16E-2651-1583F3BEEEAA}"/>
              </a:ext>
            </a:extLst>
          </p:cNvPr>
          <p:cNvSpPr txBox="1">
            <a:spLocks noGrp="1"/>
          </p:cNvSpPr>
          <p:nvPr>
            <p:ph type="ftr" sz="quarter" idx="4"/>
          </p:nvPr>
        </p:nvSpPr>
        <p:spPr>
          <a:xfrm>
            <a:off x="0" y="9721105"/>
            <a:ext cx="3076361" cy="511734"/>
          </a:xfrm>
          <a:prstGeom prst="rect">
            <a:avLst/>
          </a:prstGeom>
          <a:noFill/>
          <a:ln>
            <a:noFill/>
          </a:ln>
        </p:spPr>
        <p:txBody>
          <a:bodyPr vert="horz" wrap="square" lIns="99047" tIns="49523" rIns="99047" bIns="49523" anchor="b" anchorCtr="0" compatLnSpc="1">
            <a:noAutofit/>
          </a:bodyPr>
          <a:lstStyle>
            <a:lvl1pPr marL="0" marR="0" lvl="0" indent="0" algn="l"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a16="http://schemas.microsoft.com/office/drawing/2014/main" id="{2AB2A686-278C-C6EF-FE43-90FABE67C813}"/>
              </a:ext>
            </a:extLst>
          </p:cNvPr>
          <p:cNvSpPr txBox="1">
            <a:spLocks noGrp="1"/>
          </p:cNvSpPr>
          <p:nvPr>
            <p:ph type="sldNum" sz="quarter" idx="5"/>
          </p:nvPr>
        </p:nvSpPr>
        <p:spPr>
          <a:xfrm>
            <a:off x="4021293" y="9721105"/>
            <a:ext cx="3076361" cy="511734"/>
          </a:xfrm>
          <a:prstGeom prst="rect">
            <a:avLst/>
          </a:prstGeom>
          <a:noFill/>
          <a:ln>
            <a:noFill/>
          </a:ln>
        </p:spPr>
        <p:txBody>
          <a:bodyPr vert="horz" wrap="square" lIns="99047" tIns="49523" rIns="99047" bIns="49523" anchor="b" anchorCtr="0" compatLnSpc="1">
            <a:noAutofit/>
          </a:bodyPr>
          <a:lstStyle>
            <a:lvl1pPr marL="0" marR="0" lvl="0" indent="0" algn="r"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fld id="{62B794F1-CB14-4ACA-AE55-89404BFC616A}" type="slidenum">
              <a:t>‹N°›</a:t>
            </a:fld>
            <a:endParaRPr lang="en-US"/>
          </a:p>
        </p:txBody>
      </p:sp>
    </p:spTree>
    <p:extLst>
      <p:ext uri="{BB962C8B-B14F-4D97-AF65-F5344CB8AC3E}">
        <p14:creationId xmlns:p14="http://schemas.microsoft.com/office/powerpoint/2010/main" val="1571891834"/>
      </p:ext>
    </p:extLst>
  </p:cSld>
  <p:clrMap bg1="lt1" tx1="dk1" bg2="lt2" tx2="dk2" accent1="accent1" accent2="accent2" accent3="accent3" accent4="accent4" accent5="accent5" accent6="accent6" hlink="hlink" folHlink="folHlink"/>
  <p:notesStyle>
    <a:lvl1pPr marL="0" marR="0" lvl="0"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181" marR="0" lvl="1"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363" marR="0" lvl="2"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554" marR="0" lvl="3"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735" marR="0" lvl="4"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Bonjour à toutes et à tous.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Je vais vous présenter mon stage de fin d'études réalisé chez Schneider Electric.</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Mon sujet portait sur la conception et la mise en œuvre de l'évolution de l'infrastructure d'intégration continue, ou CI, utilisée pour le développement des </a:t>
            </a:r>
            <a:r>
              <a:rPr lang="fr-FR" sz="1200" b="0" i="0" u="none" strike="noStrike" kern="1200" cap="none" spc="0" baseline="0" dirty="0" err="1">
                <a:solidFill>
                  <a:srgbClr val="000000"/>
                </a:solidFill>
                <a:effectLst/>
                <a:uFillTx/>
                <a:latin typeface="Calibri"/>
              </a:rPr>
              <a:t>firmwares</a:t>
            </a:r>
            <a:r>
              <a:rPr lang="fr-FR" sz="1200" b="0" i="0" u="none" strike="noStrike" kern="1200" cap="none" spc="0" baseline="0" dirty="0">
                <a:solidFill>
                  <a:srgbClr val="000000"/>
                </a:solidFill>
                <a:effectLst/>
                <a:uFillTx/>
                <a:latin typeface="Calibri"/>
              </a:rPr>
              <a:t> du projet Bluebird.</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Au cours de cette présentation, je vais d'abord présenter le contexte du projet, puis les travaux réalisés, les résultats obtenus et enfin les enseignements tirés de cette expérience.</a:t>
            </a:r>
          </a:p>
          <a:p>
            <a:endParaRPr lang="fr-FR" dirty="0"/>
          </a:p>
          <a:p>
            <a:endParaRPr lang="fr-FR" dirty="0"/>
          </a:p>
          <a:p>
            <a:pPr marL="0" marR="0" lvl="0" indent="0" algn="l" defTabSz="457181" rtl="0" eaLnBrk="1" fontAlgn="auto" latinLnBrk="0" hangingPunct="1">
              <a:lnSpc>
                <a:spcPct val="100000"/>
              </a:lnSpc>
              <a:spcBef>
                <a:spcPts val="0"/>
              </a:spcBef>
              <a:spcAft>
                <a:spcPts val="0"/>
              </a:spcAft>
              <a:buClrTx/>
              <a:buSzTx/>
              <a:buFontTx/>
              <a:buNone/>
              <a:tabLst/>
              <a:defRPr/>
            </a:pPr>
            <a:r>
              <a:rPr lang="fr-FR" sz="1200" b="0" i="0" u="none" strike="noStrike" kern="1200" cap="none" spc="0" baseline="0" dirty="0">
                <a:solidFill>
                  <a:srgbClr val="000000"/>
                </a:solidFill>
                <a:effectLst/>
                <a:uFillTx/>
                <a:latin typeface="Calibri"/>
              </a:rPr>
              <a:t>Commençons par l'entreprise dans laquelle s'est déroulé ce stage.</a:t>
            </a:r>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1</a:t>
            </a:fld>
            <a:endParaRPr lang="fr-FR"/>
          </a:p>
        </p:txBody>
      </p:sp>
    </p:spTree>
    <p:extLst>
      <p:ext uri="{BB962C8B-B14F-4D97-AF65-F5344CB8AC3E}">
        <p14:creationId xmlns:p14="http://schemas.microsoft.com/office/powerpoint/2010/main" val="3607173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Schneider Electric est un leader mondial de la transformation numérique de la gestion de l'énergie et de l'automatisation industrielle.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L'entreprise s'appuie sur deux grands cœurs de métier : </a:t>
            </a:r>
          </a:p>
          <a:p>
            <a:pPr marL="0" indent="0" fontAlgn="t">
              <a:buFontTx/>
              <a:buNone/>
            </a:pPr>
            <a:r>
              <a:rPr lang="fr-FR" sz="1200" b="0" i="0" u="none" strike="noStrike" kern="1200" cap="none" spc="0" baseline="0" dirty="0">
                <a:solidFill>
                  <a:srgbClr val="000000"/>
                </a:solidFill>
                <a:effectLst/>
                <a:uFillTx/>
                <a:latin typeface="Calibri"/>
              </a:rPr>
              <a:t>-   d'une part la </a:t>
            </a:r>
            <a:r>
              <a:rPr lang="fr-FR" sz="1200" b="1" i="0" u="none" strike="noStrike" kern="1200" cap="none" spc="0" baseline="0" dirty="0">
                <a:solidFill>
                  <a:srgbClr val="000000"/>
                </a:solidFill>
                <a:effectLst/>
                <a:uFillTx/>
                <a:latin typeface="Calibri"/>
              </a:rPr>
              <a:t>gestion de l'énergie</a:t>
            </a:r>
            <a:r>
              <a:rPr lang="fr-FR" sz="1200" b="0" i="0" u="none" strike="noStrike" kern="1200" cap="none" spc="0" baseline="0" dirty="0">
                <a:solidFill>
                  <a:srgbClr val="000000"/>
                </a:solidFill>
                <a:effectLst/>
                <a:uFillTx/>
                <a:latin typeface="Calibri"/>
              </a:rPr>
              <a:t>, qui vise à mesurer, distribuer et optimiser la consommation électrique</a:t>
            </a:r>
          </a:p>
          <a:p>
            <a:pPr marL="171450" indent="-171450" fontAlgn="t">
              <a:buFontTx/>
              <a:buChar char="-"/>
            </a:pPr>
            <a:r>
              <a:rPr lang="fr-FR" sz="1200" b="0" i="0" u="none" strike="noStrike" kern="1200" cap="none" spc="0" baseline="0" dirty="0">
                <a:solidFill>
                  <a:srgbClr val="000000"/>
                </a:solidFill>
                <a:effectLst/>
                <a:uFillTx/>
                <a:latin typeface="Calibri"/>
              </a:rPr>
              <a:t>d'autre part </a:t>
            </a:r>
            <a:r>
              <a:rPr lang="fr-FR" sz="1200" b="1" i="0" u="none" strike="noStrike" kern="1200" cap="none" spc="0" baseline="0" dirty="0">
                <a:solidFill>
                  <a:srgbClr val="000000"/>
                </a:solidFill>
                <a:effectLst/>
                <a:uFillTx/>
                <a:latin typeface="Calibri"/>
              </a:rPr>
              <a:t>l'automatisation industrielle</a:t>
            </a:r>
            <a:r>
              <a:rPr lang="fr-FR" sz="1200" b="0" i="0" u="none" strike="noStrike" kern="1200" cap="none" spc="0" baseline="0" dirty="0">
                <a:solidFill>
                  <a:srgbClr val="000000"/>
                </a:solidFill>
                <a:effectLst/>
                <a:uFillTx/>
                <a:latin typeface="Calibri"/>
              </a:rPr>
              <a:t>, qui permet de piloter et superviser des systèmes industriels complexes.</a:t>
            </a:r>
          </a:p>
          <a:p>
            <a:pPr marL="0" indent="0" fontAlgn="t">
              <a:buFontTx/>
              <a:buNone/>
            </a:pPr>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Schneider Electric est présent dans plus de 100 pays et compte plus de 160 000 collaborateurs à travers le monde.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Parmi ses solutions de gestion de l'énergie, on retrouve notamment les disjoncteurs et les compteur </a:t>
            </a:r>
            <a:r>
              <a:rPr lang="fr-FR" sz="1200" b="0" i="0" u="none" strike="noStrike" kern="1200" cap="none" spc="0" baseline="0" dirty="0" err="1">
                <a:solidFill>
                  <a:srgbClr val="000000"/>
                </a:solidFill>
                <a:effectLst/>
                <a:uFillTx/>
                <a:latin typeface="Calibri"/>
              </a:rPr>
              <a:t>d’energie</a:t>
            </a:r>
            <a:r>
              <a:rPr lang="fr-FR" sz="1200" b="0" i="0" u="none" strike="noStrike" kern="1200" cap="none" spc="0" baseline="0" dirty="0">
                <a:solidFill>
                  <a:srgbClr val="000000"/>
                </a:solidFill>
                <a:effectLst/>
                <a:uFillTx/>
                <a:latin typeface="Calibri"/>
              </a:rPr>
              <a:t>, utilisés dans les bâtiments, l'industrie, les centres de données et les infrastructures.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Mon stage s'inscrit directement dans cette activité de gestion de l'énergie.</a:t>
            </a:r>
          </a:p>
          <a:p>
            <a:pPr fontAlgn="t"/>
            <a:endParaRPr lang="fr-FR" sz="1200" b="0" i="0" u="none" strike="noStrike" kern="1200" cap="none" spc="0" baseline="0" dirty="0">
              <a:solidFill>
                <a:srgbClr val="000000"/>
              </a:solidFill>
              <a:effectLst/>
              <a:uFillTx/>
              <a:latin typeface="Calibri"/>
            </a:endParaRPr>
          </a:p>
          <a:p>
            <a:pPr marL="0" marR="0" lvl="0" indent="0" algn="l" defTabSz="457181" rtl="0" eaLnBrk="1" fontAlgn="t" latinLnBrk="0" hangingPunct="1">
              <a:lnSpc>
                <a:spcPct val="100000"/>
              </a:lnSpc>
              <a:spcBef>
                <a:spcPts val="0"/>
              </a:spcBef>
              <a:spcAft>
                <a:spcPts val="0"/>
              </a:spcAft>
              <a:buClrTx/>
              <a:buSzTx/>
              <a:buFontTx/>
              <a:buNone/>
              <a:tabLst/>
              <a:defRPr/>
            </a:pPr>
            <a:r>
              <a:rPr lang="fr-FR" sz="1200" b="0" i="0" u="none" strike="noStrike" kern="1200" cap="none" spc="0" baseline="0" dirty="0">
                <a:solidFill>
                  <a:srgbClr val="000000"/>
                </a:solidFill>
                <a:effectLst/>
                <a:uFillTx/>
                <a:latin typeface="Calibri"/>
              </a:rPr>
              <a:t>Je vais maintenant présenter plus précisément le projet auquel j'ai contribué.</a:t>
            </a:r>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2</a:t>
            </a:fld>
            <a:endParaRPr lang="fr-FR"/>
          </a:p>
        </p:txBody>
      </p:sp>
    </p:spTree>
    <p:extLst>
      <p:ext uri="{BB962C8B-B14F-4D97-AF65-F5344CB8AC3E}">
        <p14:creationId xmlns:p14="http://schemas.microsoft.com/office/powerpoint/2010/main" val="2727330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Le projet Bluebird vise le développement d'une nouvelle génération de </a:t>
            </a:r>
            <a:r>
              <a:rPr lang="fr-FR" sz="1200" b="1" i="0" u="none" strike="noStrike" kern="1200" cap="none" spc="0" baseline="0" dirty="0">
                <a:solidFill>
                  <a:srgbClr val="000000"/>
                </a:solidFill>
                <a:effectLst/>
                <a:uFillTx/>
                <a:latin typeface="Calibri"/>
              </a:rPr>
              <a:t>Power </a:t>
            </a:r>
            <a:r>
              <a:rPr lang="fr-FR" sz="1200" b="1" i="0" u="none" strike="noStrike" kern="1200" cap="none" spc="0" baseline="0" dirty="0" err="1">
                <a:solidFill>
                  <a:srgbClr val="000000"/>
                </a:solidFill>
                <a:effectLst/>
                <a:uFillTx/>
                <a:latin typeface="Calibri"/>
              </a:rPr>
              <a:t>Meters</a:t>
            </a:r>
            <a:r>
              <a:rPr lang="fr-FR" sz="1200" b="0" i="0" u="none" strike="noStrike" kern="1200" cap="none" spc="0" baseline="0" dirty="0">
                <a:solidFill>
                  <a:srgbClr val="000000"/>
                </a:solidFill>
                <a:effectLst/>
                <a:uFillTx/>
                <a:latin typeface="Calibri"/>
              </a:rPr>
              <a:t>, c'est-à-dire des compteurs intelligents capables de mesurer, analyser et transmettre des données de consommation énergétique.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D'un point de vue technique, le produit est composé de plusieurs couches. On retrouve d'abord la partie </a:t>
            </a:r>
            <a:r>
              <a:rPr lang="fr-FR" sz="1200" b="1" i="0" u="none" strike="noStrike" kern="1200" cap="none" spc="0" baseline="0" dirty="0">
                <a:solidFill>
                  <a:srgbClr val="000000"/>
                </a:solidFill>
                <a:effectLst/>
                <a:uFillTx/>
                <a:latin typeface="Calibri"/>
              </a:rPr>
              <a:t>hardware</a:t>
            </a:r>
            <a:r>
              <a:rPr lang="fr-FR" sz="1200" b="0" i="0" u="none" strike="noStrike" kern="1200" cap="none" spc="0" baseline="0" dirty="0">
                <a:solidFill>
                  <a:srgbClr val="000000"/>
                </a:solidFill>
                <a:effectLst/>
                <a:uFillTx/>
                <a:latin typeface="Calibri"/>
              </a:rPr>
              <a:t>, puis deux composants logiciels principaux : le </a:t>
            </a:r>
            <a:r>
              <a:rPr lang="fr-FR" sz="1200" b="0"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a:t>
            </a:r>
            <a:r>
              <a:rPr lang="fr-FR" sz="1200" b="1" i="0" u="none" strike="noStrike" kern="1200" cap="none" spc="0" baseline="0" dirty="0">
                <a:solidFill>
                  <a:srgbClr val="000000"/>
                </a:solidFill>
                <a:effectLst/>
                <a:uFillTx/>
                <a:latin typeface="Calibri"/>
              </a:rPr>
              <a:t>MET</a:t>
            </a:r>
            <a:r>
              <a:rPr lang="fr-FR" sz="1200" b="0" i="0" u="none" strike="noStrike" kern="1200" cap="none" spc="0" baseline="0" dirty="0">
                <a:solidFill>
                  <a:srgbClr val="000000"/>
                </a:solidFill>
                <a:effectLst/>
                <a:uFillTx/>
                <a:latin typeface="Calibri"/>
              </a:rPr>
              <a:t>, chargé des fonctions de métrologie, et le </a:t>
            </a:r>
            <a:r>
              <a:rPr lang="fr-FR" sz="1200" b="0"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a:t>
            </a:r>
            <a:r>
              <a:rPr lang="fr-FR" sz="1200" b="1" i="0" u="none" strike="noStrike" kern="1200" cap="none" spc="0" baseline="0" dirty="0">
                <a:solidFill>
                  <a:srgbClr val="000000"/>
                </a:solidFill>
                <a:effectLst/>
                <a:uFillTx/>
                <a:latin typeface="Calibri"/>
              </a:rPr>
              <a:t>COM</a:t>
            </a:r>
            <a:r>
              <a:rPr lang="fr-FR" sz="1200" b="0" i="0" u="none" strike="noStrike" kern="1200" cap="none" spc="0" baseline="0" dirty="0">
                <a:solidFill>
                  <a:srgbClr val="000000"/>
                </a:solidFill>
                <a:effectLst/>
                <a:uFillTx/>
                <a:latin typeface="Calibri"/>
              </a:rPr>
              <a:t>, dédié à la communication et à la connectivité.</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Mon stage s'est déroulé au sein de l'équipe </a:t>
            </a:r>
            <a:r>
              <a:rPr lang="fr-FR" sz="1200" b="1" i="0" u="none" strike="noStrike" kern="1200" cap="none" spc="0" baseline="0" dirty="0">
                <a:solidFill>
                  <a:srgbClr val="000000"/>
                </a:solidFill>
                <a:effectLst/>
                <a:uFillTx/>
                <a:latin typeface="Calibri"/>
              </a:rPr>
              <a:t>COM</a:t>
            </a:r>
            <a:r>
              <a:rPr lang="fr-FR" sz="1200" b="0" i="0" u="none" strike="noStrike" kern="1200" cap="none" spc="0" baseline="0" dirty="0">
                <a:solidFill>
                  <a:srgbClr val="000000"/>
                </a:solidFill>
                <a:effectLst/>
                <a:uFillTx/>
                <a:latin typeface="Calibri"/>
              </a:rPr>
              <a:t>, qui est responsable du développement et du maintien de ce module de communication.</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L'équipe est organisée autour de plusieurs métiers et collabore quotidiennement avec les autres équipes du projet, notamment les équipes hardware et métrologie.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Pour coordonner ces développements, nous utilisons une organisation </a:t>
            </a:r>
            <a:r>
              <a:rPr lang="fr-FR" sz="1200" b="1" i="0" u="none" strike="noStrike" kern="1200" cap="none" spc="0" baseline="0" dirty="0">
                <a:solidFill>
                  <a:srgbClr val="000000"/>
                </a:solidFill>
                <a:effectLst/>
                <a:uFillTx/>
                <a:latin typeface="Calibri"/>
              </a:rPr>
              <a:t>Agile</a:t>
            </a:r>
            <a:r>
              <a:rPr lang="fr-FR" sz="1200" b="0" i="0" u="none" strike="noStrike" kern="1200" cap="none" spc="0" baseline="0" dirty="0">
                <a:solidFill>
                  <a:srgbClr val="000000"/>
                </a:solidFill>
                <a:effectLst/>
                <a:uFillTx/>
                <a:latin typeface="Calibri"/>
              </a:rPr>
              <a:t>, structurée en sprints. Cette méthode repose sur plusieurs </a:t>
            </a:r>
            <a:r>
              <a:rPr lang="fr-FR" sz="1200" b="0" i="0" u="none" strike="noStrike" kern="1200" cap="none" spc="0" baseline="0" dirty="0" err="1">
                <a:solidFill>
                  <a:srgbClr val="000000"/>
                </a:solidFill>
                <a:effectLst/>
                <a:uFillTx/>
                <a:latin typeface="Calibri"/>
              </a:rPr>
              <a:t>ceremonie</a:t>
            </a:r>
            <a:r>
              <a:rPr lang="fr-FR" sz="1200" b="0" i="0" u="none" strike="noStrike" kern="1200" cap="none" spc="0" baseline="0" dirty="0">
                <a:solidFill>
                  <a:srgbClr val="000000"/>
                </a:solidFill>
                <a:effectLst/>
                <a:uFillTx/>
                <a:latin typeface="Calibri"/>
              </a:rPr>
              <a:t> : les sprint plannings pour préparer les travaux à réaliser, les </a:t>
            </a:r>
            <a:r>
              <a:rPr lang="fr-FR" sz="1200" b="0" i="0" u="none" strike="noStrike" kern="1200" cap="none" spc="0" baseline="0" dirty="0" err="1">
                <a:solidFill>
                  <a:srgbClr val="000000"/>
                </a:solidFill>
                <a:effectLst/>
                <a:uFillTx/>
                <a:latin typeface="Calibri"/>
              </a:rPr>
              <a:t>daily</a:t>
            </a:r>
            <a:r>
              <a:rPr lang="fr-FR" sz="1200" b="0" i="0" u="none" strike="noStrike" kern="1200" cap="none" spc="0" baseline="0" dirty="0">
                <a:solidFill>
                  <a:srgbClr val="000000"/>
                </a:solidFill>
                <a:effectLst/>
                <a:uFillTx/>
                <a:latin typeface="Calibri"/>
              </a:rPr>
              <a:t> meetings pour suivre l'avancement des activités, ainsi que les sprint demos pour présenter les résultats obtenus et recueillir les retours des différentes parties prenantes.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Dans cet environnement, où plusieurs développeurs contribuent simultanément au </a:t>
            </a:r>
            <a:r>
              <a:rPr lang="fr-FR" sz="1200" b="0"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l'intégration continue jouent un rôle essentiel pour automatiser les compilations, l'exécution des tests ainsi que les contrôle de sécurité réalisés tout au long du développement.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C'est dans ce contexte que s'inscrit mon sujet de stage, que je vais maintenant vous présenter.</a:t>
            </a:r>
          </a:p>
          <a:p>
            <a:pPr fontAlgn="t"/>
            <a:endParaRPr lang="fr-FR" dirty="0"/>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3</a:t>
            </a:fld>
            <a:endParaRPr lang="fr-FR"/>
          </a:p>
        </p:txBody>
      </p:sp>
    </p:spTree>
    <p:extLst>
      <p:ext uri="{BB962C8B-B14F-4D97-AF65-F5344CB8AC3E}">
        <p14:creationId xmlns:p14="http://schemas.microsoft.com/office/powerpoint/2010/main" val="902956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Les développements du </a:t>
            </a:r>
            <a:r>
              <a:rPr lang="fr-FR" sz="1200" b="0"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s'inscrivent dans un contexte particulièrement exigeant.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D'une part, le produit repose sur un environnement Linux embarqué complexe, nécessitant des phases de compilation longues et de nombreuses dépendances logicielles.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D'autre part, les exigences en matière de cybersécurité imposent l'intégration de contrôles de sécurité tout au long du cycle de développement.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Face à ces enjeux, la question s'est rapidement posée de savoir comment faire évoluer l'infrastructure d'intégration continue afin de répondre aux besoins du projet tout en garantissant performance, sécurité et maîtrise de l'infrastructure.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Pour répondre à cette problématique, mon stage s'est articulé autour de quatre axes de travail principaux :</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 l'évolution des workflows d'intégration continue,</a:t>
            </a:r>
          </a:p>
          <a:p>
            <a:pPr fontAlgn="t"/>
            <a:r>
              <a:rPr lang="fr-FR" sz="1200" b="0" i="0" u="none" strike="noStrike" kern="1200" cap="none" spc="0" baseline="0" dirty="0">
                <a:solidFill>
                  <a:srgbClr val="000000"/>
                </a:solidFill>
                <a:effectLst/>
                <a:uFillTx/>
                <a:latin typeface="Calibri"/>
              </a:rPr>
              <a:t>• l'optimisation de l'infrastructure d'exécution,</a:t>
            </a:r>
          </a:p>
          <a:p>
            <a:pPr fontAlgn="t"/>
            <a:r>
              <a:rPr lang="fr-FR" sz="1200" b="0" i="0" u="none" strike="noStrike" kern="1200" cap="none" spc="0" baseline="0" dirty="0">
                <a:solidFill>
                  <a:srgbClr val="000000"/>
                </a:solidFill>
                <a:effectLst/>
                <a:uFillTx/>
                <a:latin typeface="Calibri"/>
              </a:rPr>
              <a:t>• la mise en place d'une démarche d'observabilité basée sur des métriques pertinentes,</a:t>
            </a:r>
          </a:p>
          <a:p>
            <a:pPr fontAlgn="t"/>
            <a:r>
              <a:rPr lang="fr-FR" sz="1200" b="0" i="0" u="none" strike="noStrike" kern="1200" cap="none" spc="0" baseline="0" dirty="0">
                <a:solidFill>
                  <a:srgbClr val="000000"/>
                </a:solidFill>
                <a:effectLst/>
                <a:uFillTx/>
                <a:latin typeface="Calibri"/>
              </a:rPr>
              <a:t>• et l'exploration de solutions d'automatisation basées sur l'intelligence artificielle.</a:t>
            </a:r>
          </a:p>
          <a:p>
            <a:pPr fontAlgn="t"/>
            <a:endParaRPr lang="fr-FR" dirty="0"/>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4</a:t>
            </a:fld>
            <a:endParaRPr lang="fr-FR"/>
          </a:p>
        </p:txBody>
      </p:sp>
    </p:spTree>
    <p:extLst>
      <p:ext uri="{BB962C8B-B14F-4D97-AF65-F5344CB8AC3E}">
        <p14:creationId xmlns:p14="http://schemas.microsoft.com/office/powerpoint/2010/main" val="1646827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marL="0" marR="0" lvl="0" indent="0" algn="l" defTabSz="457181" rtl="0" eaLnBrk="1" fontAlgn="t" latinLnBrk="0" hangingPunct="1">
              <a:lnSpc>
                <a:spcPct val="100000"/>
              </a:lnSpc>
              <a:spcBef>
                <a:spcPts val="0"/>
              </a:spcBef>
              <a:spcAft>
                <a:spcPts val="0"/>
              </a:spcAft>
              <a:buClrTx/>
              <a:buSzTx/>
              <a:buFontTx/>
              <a:buNone/>
              <a:tabLst/>
              <a:defRPr/>
            </a:pPr>
            <a:r>
              <a:rPr lang="fr-FR" sz="1200" b="0" i="0" u="none" strike="noStrike" kern="1200" cap="none" spc="0" baseline="0" dirty="0">
                <a:solidFill>
                  <a:srgbClr val="000000"/>
                </a:solidFill>
                <a:effectLst/>
                <a:uFillTx/>
                <a:latin typeface="Calibri"/>
              </a:rPr>
              <a:t>Nous allons maintenant commencer par le premier axe de travail : l'évolution de l'intégration continue et de son architecture.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Avant de présenter l'architecture, je voudrais rappeler rapidement ce qu'est un workflow.</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Un workflow est une chaîne d'automatisation qui exécute une série d'actions lorsqu'un développeur réalise une modification dans le dépôt Git. </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Dans note projet, ces workflows sont implémentés avec </a:t>
            </a:r>
            <a:r>
              <a:rPr lang="fr-FR" sz="1200" b="1" i="0" u="none" strike="noStrike" kern="1200" cap="none" spc="0" baseline="0" dirty="0">
                <a:solidFill>
                  <a:srgbClr val="000000"/>
                </a:solidFill>
                <a:effectLst/>
                <a:uFillTx/>
                <a:latin typeface="Calibri"/>
              </a:rPr>
              <a:t>GitHub Actions</a:t>
            </a:r>
            <a:r>
              <a:rPr lang="fr-FR" sz="1200" b="0" i="0" u="none" strike="noStrike" kern="1200" cap="none" spc="0" baseline="0" dirty="0">
                <a:solidFill>
                  <a:srgbClr val="000000"/>
                </a:solidFill>
                <a:effectLst/>
                <a:uFillTx/>
                <a:latin typeface="Calibri"/>
              </a:rPr>
              <a:t>. Concrètement, chaque workflow est décrit dans GitHub Actions et s'appuie ensuite sur différents scripts Bash et Python pour exécuter les traitements nécessaires.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Ces workflows s'exécutent automatiquement chaque nuit. L'objectif est de garantir la reproductibilité des </a:t>
            </a:r>
            <a:r>
              <a:rPr lang="fr-FR" sz="1200" b="0" i="0" u="none" strike="noStrike" kern="1200" cap="none" spc="0" baseline="0" dirty="0" err="1">
                <a:solidFill>
                  <a:srgbClr val="000000"/>
                </a:solidFill>
                <a:effectLst/>
                <a:uFillTx/>
                <a:latin typeface="Calibri"/>
              </a:rPr>
              <a:t>builds</a:t>
            </a:r>
            <a:r>
              <a:rPr lang="fr-FR" sz="1200" b="0" i="0" u="none" strike="noStrike" kern="1200" cap="none" spc="0" baseline="0" dirty="0">
                <a:solidFill>
                  <a:srgbClr val="000000"/>
                </a:solidFill>
                <a:effectLst/>
                <a:uFillTx/>
                <a:latin typeface="Calibri"/>
              </a:rPr>
              <a:t>, de vérifier que l'ensemble des composants restent compatibles entre eux et de détecter les éventuelles régressions le plus tôt possible.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Sur ce schéma, les workflows sont différenciés par couleur et mes contributions sont représentées par les éléments entourés en pointillés.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 1er workflow concerne la construction de l'image Docker utilisée comme environnement de compilation. Le workflow existait déjà. J'ai contribué à l'optimisation de l'image en réduisant sa taille, en mettant à jour les différents packages et en intégrant le SDK nécessaire à la compilation pour la cible embarquée.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 2eme workflow est dédié à la génération de la distribution Linux embarquée. À mon arrivée, ce </a:t>
            </a:r>
            <a:r>
              <a:rPr lang="fr-FR" sz="1200" b="0" i="0" u="none" strike="noStrike" kern="1200" cap="none" spc="0" baseline="0" dirty="0" err="1">
                <a:solidFill>
                  <a:srgbClr val="000000"/>
                </a:solidFill>
                <a:effectLst/>
                <a:uFillTx/>
                <a:latin typeface="Calibri"/>
              </a:rPr>
              <a:t>build</a:t>
            </a:r>
            <a:r>
              <a:rPr lang="fr-FR" sz="1200" b="0" i="0" u="none" strike="noStrike" kern="1200" cap="none" spc="0" baseline="0" dirty="0">
                <a:solidFill>
                  <a:srgbClr val="000000"/>
                </a:solidFill>
                <a:effectLst/>
                <a:uFillTx/>
                <a:latin typeface="Calibri"/>
              </a:rPr>
              <a:t> n'était plus opérationnel. J'ai travaillé sur sa remise en service afin de permettre à nouveau la génération de l'image Linux ainsi que du SDK, puis leur publication automatique dans </a:t>
            </a:r>
            <a:r>
              <a:rPr lang="fr-FR" sz="1200" b="0" i="0" u="none" strike="noStrike" kern="1200" cap="none" spc="0" baseline="0" dirty="0" err="1">
                <a:solidFill>
                  <a:srgbClr val="000000"/>
                </a:solidFill>
                <a:effectLst/>
                <a:uFillTx/>
                <a:latin typeface="Calibri"/>
              </a:rPr>
              <a:t>Artifactory</a:t>
            </a:r>
            <a:r>
              <a:rPr lang="fr-FR" sz="1200" b="0" i="0" u="none" strike="noStrike" kern="1200" cap="none" spc="0" baseline="0" dirty="0">
                <a:solidFill>
                  <a:srgbClr val="000000"/>
                </a:solidFill>
                <a:effectLst/>
                <a:uFillTx/>
                <a:latin typeface="Calibri"/>
              </a:rPr>
              <a: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Enfin, le 3eme workflow est consacré à l'application. Il réalisait déjà la compilation de l'applicatif, l'exécution des tests unitaires ainsi que les analyses </a:t>
            </a:r>
            <a:r>
              <a:rPr lang="fr-FR" sz="1200" b="0" i="0" u="none" strike="noStrike" kern="1200" cap="none" spc="0" baseline="0" dirty="0" err="1">
                <a:solidFill>
                  <a:srgbClr val="000000"/>
                </a:solidFill>
                <a:effectLst/>
                <a:uFillTx/>
                <a:latin typeface="Calibri"/>
              </a:rPr>
              <a:t>Coverity</a:t>
            </a:r>
            <a:r>
              <a:rPr lang="fr-FR" sz="1200" b="0" i="0" u="none" strike="noStrike" kern="1200" cap="none" spc="0" baseline="0" dirty="0">
                <a:solidFill>
                  <a:srgbClr val="000000"/>
                </a:solidFill>
                <a:effectLst/>
                <a:uFillTx/>
                <a:latin typeface="Calibri"/>
              </a:rPr>
              <a:t>. Mes contributions ont porté sur la mise en place de la cross-compilation, l'ajout des métriques de couverture de code, l'intégration du scan de sécurité BDBA, la publication des artefacts et, plus récemment, l'intégration des tests d'intégration.</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L'ensemble de ces workflows s'exécute sur une infrastructure, une solution interne RaaS développé par une autre équipe, qui permet d’approvisionner automatiquement des machines et de les mettre à disposition des workflows.</a:t>
            </a:r>
          </a:p>
          <a:p>
            <a:pPr fontAlgn="t"/>
            <a:endParaRPr lang="fr-FR" sz="1800" b="0" i="0" u="none" strike="noStrike" kern="1200" cap="none" spc="0" baseline="0" dirty="0">
              <a:solidFill>
                <a:srgbClr val="000000"/>
              </a:solidFill>
              <a:effectLst/>
              <a:uFillTx/>
              <a:latin typeface="Calibri"/>
            </a:endParaRPr>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5</a:t>
            </a:fld>
            <a:endParaRPr lang="fr-FR"/>
          </a:p>
        </p:txBody>
      </p:sp>
    </p:spTree>
    <p:extLst>
      <p:ext uri="{BB962C8B-B14F-4D97-AF65-F5344CB8AC3E}">
        <p14:creationId xmlns:p14="http://schemas.microsoft.com/office/powerpoint/2010/main" val="68348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Après avoir présenté les workflows, je me suis intéressé à l'infrastructure sur laquelle ils s'exécutent.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L'analyse de l'existant a permis d'identifier plusieurs limitations.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La 1ere concernait l'absence de persistance des données. Les </a:t>
            </a:r>
            <a:r>
              <a:rPr lang="fr-FR" sz="1200" b="0" i="0" u="none" strike="noStrike" kern="1200" cap="none" spc="0" baseline="0" dirty="0" err="1">
                <a:solidFill>
                  <a:srgbClr val="000000"/>
                </a:solidFill>
                <a:effectLst/>
                <a:uFillTx/>
                <a:latin typeface="Calibri"/>
              </a:rPr>
              <a:t>runners</a:t>
            </a:r>
            <a:r>
              <a:rPr lang="fr-FR" sz="1200" b="0" i="0" u="none" strike="noStrike" kern="1200" cap="none" spc="0" baseline="0" dirty="0">
                <a:solidFill>
                  <a:srgbClr val="000000"/>
                </a:solidFill>
                <a:effectLst/>
                <a:uFillTx/>
                <a:latin typeface="Calibri"/>
              </a:rPr>
              <a:t> étant recréés à chaque exécution, le cache Yocto n'était pas conservé entre deux </a:t>
            </a:r>
            <a:r>
              <a:rPr lang="fr-FR" sz="1200" b="0" i="0" u="none" strike="noStrike" kern="1200" cap="none" spc="0" baseline="0" dirty="0" err="1">
                <a:solidFill>
                  <a:srgbClr val="000000"/>
                </a:solidFill>
                <a:effectLst/>
                <a:uFillTx/>
                <a:latin typeface="Calibri"/>
              </a:rPr>
              <a:t>builds</a:t>
            </a:r>
            <a:r>
              <a:rPr lang="fr-FR" sz="1200" b="0" i="0" u="none" strike="noStrike" kern="1200" cap="none" spc="0" baseline="0" dirty="0">
                <a:solidFill>
                  <a:srgbClr val="000000"/>
                </a:solidFill>
                <a:effectLst/>
                <a:uFillTx/>
                <a:latin typeface="Calibri"/>
              </a:rPr>
              <a:t>. Cela entraînait des temps de compilation plus importants et empêchait de réutiliser efficacement les artefacts déjà générés.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Pour répondre à cette problématique, j'ai étudié deux approches : une solution basée sur un partage NFS pour stocker le cache Yocto de manière persistante, ainsi qu'une solution basée sur des snapshots permettant de restaurer rapidement un environnement déjà préparé.</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La 2ème limitation concernait les contraintes liées à l'exécution des jobs. L'environnement Yocto recommande de ne pas compiler en tant qu'utilisateur root, alors que notre infrastructure fonctionnait initialement avec ce mode de fonctionnement.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On a donc mis en place un compte CI dédié afin de respecter les contraintes de l'environnement de compilation.</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Enfin, une analyse de l'utilisation des ressources a montré que certains </a:t>
            </a:r>
            <a:r>
              <a:rPr lang="fr-FR" sz="1200" b="0" i="0" u="none" strike="noStrike" kern="1200" cap="none" spc="0" baseline="0" dirty="0" err="1">
                <a:solidFill>
                  <a:srgbClr val="000000"/>
                </a:solidFill>
                <a:effectLst/>
                <a:uFillTx/>
                <a:latin typeface="Calibri"/>
              </a:rPr>
              <a:t>runners</a:t>
            </a:r>
            <a:r>
              <a:rPr lang="fr-FR" sz="1200" b="0" i="0" u="none" strike="noStrike" kern="1200" cap="none" spc="0" baseline="0" dirty="0">
                <a:solidFill>
                  <a:srgbClr val="000000"/>
                </a:solidFill>
                <a:effectLst/>
                <a:uFillTx/>
                <a:latin typeface="Calibri"/>
              </a:rPr>
              <a:t> étaient largement sous-exploités, avec un taux d'utilisation moyen d'environ 30 %.</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J'ai ainsi proposé l'ajout d'un </a:t>
            </a:r>
            <a:r>
              <a:rPr lang="fr-FR" sz="1200" b="0" i="0" u="none" strike="noStrike" kern="1200" cap="none" spc="0" baseline="0" dirty="0" err="1">
                <a:solidFill>
                  <a:srgbClr val="000000"/>
                </a:solidFill>
                <a:effectLst/>
                <a:uFillTx/>
                <a:latin typeface="Calibri"/>
              </a:rPr>
              <a:t>runner</a:t>
            </a:r>
            <a:r>
              <a:rPr lang="fr-FR" sz="1200" b="0" i="0" u="none" strike="noStrike" kern="1200" cap="none" spc="0" baseline="0" dirty="0">
                <a:solidFill>
                  <a:srgbClr val="000000"/>
                </a:solidFill>
                <a:effectLst/>
                <a:uFillTx/>
                <a:latin typeface="Calibri"/>
              </a:rPr>
              <a:t> « light », destiné aux taches les moins consommateurs en ressources, afin d'optimiser l'utilisation de l'infrastructure et de réduire les coûts associés.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Ces travaux ont permis d'identifier plusieurs pistes d'amélioration concrètes pour rendre l'infrastructure plus efficace et mieux adaptée aux besoins du projet.</a:t>
            </a:r>
          </a:p>
          <a:p>
            <a:endParaRPr lang="fr-FR" dirty="0"/>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6</a:t>
            </a:fld>
            <a:endParaRPr lang="fr-FR"/>
          </a:p>
        </p:txBody>
      </p:sp>
    </p:spTree>
    <p:extLst>
      <p:ext uri="{BB962C8B-B14F-4D97-AF65-F5344CB8AC3E}">
        <p14:creationId xmlns:p14="http://schemas.microsoft.com/office/powerpoint/2010/main" val="393562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marL="0" marR="0" lvl="0" indent="0" algn="l" defTabSz="457181" rtl="0" eaLnBrk="1" fontAlgn="t" latinLnBrk="0" hangingPunct="1">
              <a:lnSpc>
                <a:spcPct val="100000"/>
              </a:lnSpc>
              <a:spcBef>
                <a:spcPts val="0"/>
              </a:spcBef>
              <a:spcAft>
                <a:spcPts val="0"/>
              </a:spcAft>
              <a:buClrTx/>
              <a:buSzTx/>
              <a:buFontTx/>
              <a:buNone/>
              <a:tabLst/>
              <a:defRPr/>
            </a:pPr>
            <a:r>
              <a:rPr lang="fr-FR" sz="1200" b="0" i="0" u="none" strike="noStrike" kern="1200" cap="none" spc="0" baseline="0" dirty="0">
                <a:solidFill>
                  <a:srgbClr val="000000"/>
                </a:solidFill>
                <a:effectLst/>
                <a:uFillTx/>
                <a:latin typeface="Calibri"/>
              </a:rPr>
              <a:t>Après avoir travaillé sur le 2eme axe, on va passer au 3eme axe.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L'idée est simple : on ne peut améliorer efficacement un système que si l'on est capable de le mesurer.</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La 1ere raison est d'obtenir de la </a:t>
            </a:r>
            <a:r>
              <a:rPr lang="fr-FR" sz="1200" b="1" i="0" u="none" strike="noStrike" kern="1200" cap="none" spc="0" baseline="0" dirty="0">
                <a:solidFill>
                  <a:srgbClr val="000000"/>
                </a:solidFill>
                <a:effectLst/>
                <a:uFillTx/>
                <a:latin typeface="Calibri"/>
              </a:rPr>
              <a:t>visibilité</a:t>
            </a:r>
            <a:r>
              <a:rPr lang="fr-FR" sz="1200" b="0" i="0" u="none" strike="noStrike" kern="1200" cap="none" spc="0" baseline="0" dirty="0">
                <a:solidFill>
                  <a:srgbClr val="000000"/>
                </a:solidFill>
                <a:effectLst/>
                <a:uFillTx/>
                <a:latin typeface="Calibri"/>
              </a:rPr>
              <a:t> sur l'état du produit et de la plateforme CI. Les métriques permettent de suivre l'évolution du projet de manière objective et d'identifier rapidement les éventuelles dérives.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La 2eme raison est l'</a:t>
            </a:r>
            <a:r>
              <a:rPr lang="fr-FR" sz="1200" b="1" i="0" u="none" strike="noStrike" kern="1200" cap="none" spc="0" baseline="0" dirty="0">
                <a:solidFill>
                  <a:srgbClr val="000000"/>
                </a:solidFill>
                <a:effectLst/>
                <a:uFillTx/>
                <a:latin typeface="Calibri"/>
              </a:rPr>
              <a:t>optimisation</a:t>
            </a:r>
            <a:r>
              <a:rPr lang="fr-FR" sz="1200" b="0" i="0" u="none" strike="noStrike" kern="1200" cap="none" spc="0" baseline="0" dirty="0">
                <a:solidFill>
                  <a:srgbClr val="000000"/>
                </a:solidFill>
                <a:effectLst/>
                <a:uFillTx/>
                <a:latin typeface="Calibri"/>
              </a:rPr>
              <a:t>. En analysant les données collectées, il devient possible d'identifier des axes d'amélioration, que ce soit sur la qualité du </a:t>
            </a:r>
            <a:r>
              <a:rPr lang="fr-FR" sz="1200" b="0"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les performances des workflows ou l'utilisation de l'infrastructure.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Enfin, ces métriques constituent une </a:t>
            </a:r>
            <a:r>
              <a:rPr lang="fr-FR" sz="1200" b="1" i="0" u="none" strike="noStrike" kern="1200" cap="none" spc="0" baseline="0" dirty="0">
                <a:solidFill>
                  <a:srgbClr val="000000"/>
                </a:solidFill>
                <a:effectLst/>
                <a:uFillTx/>
                <a:latin typeface="Calibri"/>
              </a:rPr>
              <a:t>aide à la décision</a:t>
            </a:r>
            <a:r>
              <a:rPr lang="fr-FR" sz="1200" b="0" i="0" u="none" strike="noStrike" kern="1200" cap="none" spc="0" baseline="0" dirty="0">
                <a:solidFill>
                  <a:srgbClr val="000000"/>
                </a:solidFill>
                <a:effectLst/>
                <a:uFillTx/>
                <a:latin typeface="Calibri"/>
              </a:rPr>
              <a:t>. Elles permettent de s'appuyer sur des données concrètes pour prioriser les actions, évaluer l'impact des évolutions et orienter les choix techniques.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Dans le cadre du stage, plusieurs catégories de métriques ont été collectées.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Tout d'abord des métriques liées à la </a:t>
            </a:r>
            <a:r>
              <a:rPr lang="fr-FR" sz="1200" b="1" i="0" u="none" strike="noStrike" kern="1200" cap="none" spc="0" baseline="0" dirty="0">
                <a:solidFill>
                  <a:srgbClr val="000000"/>
                </a:solidFill>
                <a:effectLst/>
                <a:uFillTx/>
                <a:latin typeface="Calibri"/>
              </a:rPr>
              <a:t>qualité du </a:t>
            </a:r>
            <a:r>
              <a:rPr lang="fr-FR" sz="1200" b="1"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comme la couverture de code.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Ensuite des métriques de </a:t>
            </a:r>
            <a:r>
              <a:rPr lang="fr-FR" sz="1200" b="1" i="0" u="none" strike="noStrike" kern="1200" cap="none" spc="0" baseline="0" dirty="0">
                <a:solidFill>
                  <a:srgbClr val="000000"/>
                </a:solidFill>
                <a:effectLst/>
                <a:uFillTx/>
                <a:latin typeface="Calibri"/>
              </a:rPr>
              <a:t>sécurité</a:t>
            </a:r>
            <a:r>
              <a:rPr lang="fr-FR" sz="1200" b="0" i="0" u="none" strike="noStrike" kern="1200" cap="none" spc="0" baseline="0" dirty="0">
                <a:solidFill>
                  <a:srgbClr val="000000"/>
                </a:solidFill>
                <a:effectLst/>
                <a:uFillTx/>
                <a:latin typeface="Calibri"/>
              </a:rPr>
              <a:t>, issues notamment des scans </a:t>
            </a:r>
            <a:r>
              <a:rPr lang="fr-FR" sz="1200" b="0" i="0" u="none" strike="noStrike" kern="1200" cap="none" spc="0" baseline="0" dirty="0" err="1">
                <a:solidFill>
                  <a:srgbClr val="000000"/>
                </a:solidFill>
                <a:effectLst/>
                <a:uFillTx/>
                <a:latin typeface="Calibri"/>
              </a:rPr>
              <a:t>Coverity</a:t>
            </a:r>
            <a:r>
              <a:rPr lang="fr-FR" sz="1200" b="0" i="0" u="none" strike="noStrike" kern="1200" cap="none" spc="0" baseline="0" dirty="0">
                <a:solidFill>
                  <a:srgbClr val="000000"/>
                </a:solidFill>
                <a:effectLst/>
                <a:uFillTx/>
                <a:latin typeface="Calibri"/>
              </a:rPr>
              <a:t> et BDBA, afin de suivre l'évolution des défauts et des vulnérabilités détectés.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Enfin, des métriques relatives à </a:t>
            </a:r>
            <a:r>
              <a:rPr lang="fr-FR" sz="1200" b="1" i="0" u="none" strike="noStrike" kern="1200" cap="none" spc="0" baseline="0" dirty="0">
                <a:solidFill>
                  <a:srgbClr val="000000"/>
                </a:solidFill>
                <a:effectLst/>
                <a:uFillTx/>
                <a:latin typeface="Calibri"/>
              </a:rPr>
              <a:t>l'infrastructure CI</a:t>
            </a:r>
            <a:r>
              <a:rPr lang="fr-FR" sz="1200" b="0" i="0" u="none" strike="noStrike" kern="1200" cap="none" spc="0" baseline="0" dirty="0">
                <a:solidFill>
                  <a:srgbClr val="000000"/>
                </a:solidFill>
                <a:effectLst/>
                <a:uFillTx/>
                <a:latin typeface="Calibri"/>
              </a:rPr>
              <a:t>, permettant de surveiller les temps d'exécution, le taux de succès des workflows ou encore l'utilisation des ressources.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L'objectif final était de transformer ces données en indicateurs exploitables afin d'améliorer en continu le produit et son environnement de développement.</a:t>
            </a:r>
          </a:p>
          <a:p>
            <a:endParaRPr lang="fr-FR" dirty="0"/>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7</a:t>
            </a:fld>
            <a:endParaRPr lang="fr-FR"/>
          </a:p>
        </p:txBody>
      </p:sp>
    </p:spTree>
    <p:extLst>
      <p:ext uri="{BB962C8B-B14F-4D97-AF65-F5344CB8AC3E}">
        <p14:creationId xmlns:p14="http://schemas.microsoft.com/office/powerpoint/2010/main" val="1154320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Le dernier axe de mon stage a porté sur l'utilisation de l'intelligence artificielle pour assister les activités de développement.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Dans le contexte de l'intégration continue, les développeurs sont régulièrement confrontés à des échecs de compilation, des erreurs de configuration ou encore des rapports de sécurité parfois complexes à analyser.</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L'objectif était donc d'évaluer dans quelle mesure les modèles de langage pouvaient aider à automatiser certaines tâches d'investigation et réduire le temps passé à analyser les problèmes.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J'ai exploré plusieurs cas d'usage.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 premier concernait l'analyse des logs afin d'identifier plus rapidement la cause d'un échec CI.</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 deuxième portait sur l'assistance à l'analyse des résultats d'outils de qualité et de sécurité tels que </a:t>
            </a:r>
            <a:r>
              <a:rPr lang="fr-FR" sz="1200" b="0" i="0" u="none" strike="noStrike" kern="1200" cap="none" spc="0" baseline="0" dirty="0" err="1">
                <a:solidFill>
                  <a:srgbClr val="000000"/>
                </a:solidFill>
                <a:effectLst/>
                <a:uFillTx/>
                <a:latin typeface="Calibri"/>
              </a:rPr>
              <a:t>Coverity</a:t>
            </a:r>
            <a:r>
              <a:rPr lang="fr-FR" sz="1200" b="0" i="0" u="none" strike="noStrike" kern="1200" cap="none" spc="0" baseline="0" dirty="0">
                <a:solidFill>
                  <a:srgbClr val="000000"/>
                </a:solidFill>
                <a:effectLst/>
                <a:uFillTx/>
                <a:latin typeface="Calibri"/>
              </a:rPr>
              <a:t> ou BDBA.</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J'ai également utilisé l'IA pour accélérer certaines tâches de développement, comme la génération de scripts, la compréhension de code existant ou encore la production de documentation technique.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Ces expérimentations ont montré que l'IA constitue un véritable outil d'assistance pour les développeurs. Elle permet de gagner du temps sur les tâches répétitives et d'accélérer les phases d'analyse.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 revanche, les résultats restent fortement dépendants du contexte fourni et nécessitent toujours une validation humaine avant d'être intégrés dans le projet.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L'IA ne remplace donc pas l'expertise des ingénieurs, mais elle représente un levier intéressant pour améliorer la productivité et l'automatisation des activités répétitives.</a:t>
            </a:r>
          </a:p>
          <a:p>
            <a:endParaRPr lang="fr-FR" dirty="0"/>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8</a:t>
            </a:fld>
            <a:endParaRPr lang="fr-FR"/>
          </a:p>
        </p:txBody>
      </p:sp>
    </p:spTree>
    <p:extLst>
      <p:ext uri="{BB962C8B-B14F-4D97-AF65-F5344CB8AC3E}">
        <p14:creationId xmlns:p14="http://schemas.microsoft.com/office/powerpoint/2010/main" val="3944802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Cette slide résume les principaux résultats obtenus au cours du stage ainsi que leur impact sur le projet.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 1er axe concerne la </a:t>
            </a:r>
            <a:r>
              <a:rPr lang="fr-FR" sz="1200" b="1" i="0" u="none" strike="noStrike" kern="1200" cap="none" spc="0" baseline="0" dirty="0">
                <a:solidFill>
                  <a:srgbClr val="000000"/>
                </a:solidFill>
                <a:effectLst/>
                <a:uFillTx/>
                <a:latin typeface="Calibri"/>
              </a:rPr>
              <a:t>fiabilité et la sécurité</a:t>
            </a:r>
            <a:r>
              <a:rPr lang="fr-FR" sz="1200" b="0" i="0" u="none" strike="noStrike" kern="1200" cap="none" spc="0" baseline="0" dirty="0">
                <a:solidFill>
                  <a:srgbClr val="000000"/>
                </a:solidFill>
                <a:effectLst/>
                <a:uFillTx/>
                <a:latin typeface="Calibri"/>
              </a:rPr>
              <a:t>. J'ai contribué à l'intégration de scans de vulnérabilités dans les workflows CI afin de détecter plus tôt les composants présentant des risques de sécurité. J'ai également automatisé la génération et la publication des artefacts logiciels, ce qui améliore la reproductibilité et la fiabilité des livraisons.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 2eme axe porte sur la </a:t>
            </a:r>
            <a:r>
              <a:rPr lang="fr-FR" sz="1200" b="1" i="0" u="none" strike="noStrike" kern="1200" cap="none" spc="0" baseline="0" dirty="0">
                <a:solidFill>
                  <a:srgbClr val="000000"/>
                </a:solidFill>
                <a:effectLst/>
                <a:uFillTx/>
                <a:latin typeface="Calibri"/>
              </a:rPr>
              <a:t>performance et l'optimisation</a:t>
            </a:r>
            <a:r>
              <a:rPr lang="fr-FR" sz="1200" b="0" i="0" u="none" strike="noStrike" kern="1200" cap="none" spc="0" baseline="0" dirty="0">
                <a:solidFill>
                  <a:srgbClr val="000000"/>
                </a:solidFill>
                <a:effectLst/>
                <a:uFillTx/>
                <a:latin typeface="Calibri"/>
              </a:rPr>
              <a:t>. L'analyse de l'infrastructure m'a permis d'identifier plusieurs limites techniques. Ces travaux ont également mis en évidence des opportunités d'optimisation et de réduction des coûts d'exploitation.</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Le 3eme axe est le </a:t>
            </a:r>
            <a:r>
              <a:rPr lang="fr-FR" sz="1200" b="1" i="0" u="none" strike="noStrike" kern="1200" cap="none" spc="0" baseline="0" dirty="0">
                <a:solidFill>
                  <a:srgbClr val="000000"/>
                </a:solidFill>
                <a:effectLst/>
                <a:uFillTx/>
                <a:latin typeface="Calibri"/>
              </a:rPr>
              <a:t>pilotage par la donnée</a:t>
            </a:r>
            <a:r>
              <a:rPr lang="fr-FR" sz="1200" b="0" i="0" u="none" strike="noStrike" kern="1200" cap="none" spc="0" baseline="0" dirty="0">
                <a:solidFill>
                  <a:srgbClr val="000000"/>
                </a:solidFill>
                <a:effectLst/>
                <a:uFillTx/>
                <a:latin typeface="Calibri"/>
              </a:rPr>
              <a:t>. J'ai mis en place la collecte et la centralisation de plusieurs indicateurs permettant de suivre l'état du </a:t>
            </a:r>
            <a:r>
              <a:rPr lang="fr-FR" sz="1200" b="0"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la sécurité ainsi que les performances de l'infrastructure. Cela offre une meilleure visibilité et facilite la prise de décision.</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Enfin, j'ai exploré l'utilisation de l'IA pour l'</a:t>
            </a:r>
            <a:r>
              <a:rPr lang="fr-FR" sz="1200" b="1" i="0" u="none" strike="noStrike" kern="1200" cap="none" spc="0" baseline="0" dirty="0">
                <a:solidFill>
                  <a:srgbClr val="000000"/>
                </a:solidFill>
                <a:effectLst/>
                <a:uFillTx/>
                <a:latin typeface="Calibri"/>
              </a:rPr>
              <a:t>analyse des échecs accélérée</a:t>
            </a:r>
            <a:r>
              <a:rPr lang="fr-FR" sz="1200" b="0" i="0" u="none" strike="noStrike" kern="1200" cap="none" spc="0" baseline="0" dirty="0">
                <a:solidFill>
                  <a:srgbClr val="000000"/>
                </a:solidFill>
                <a:effectLst/>
                <a:uFillTx/>
                <a:latin typeface="Calibri"/>
              </a:rPr>
              <a:t>. L'objectif est de réduire le temps d'investigation.</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Au final, ces travaux ont permis de renforcer la sécurité, d'améliorer la visibilité sur le projet et de préparer plusieurs pistes d'optimisation pour l'avenir.</a:t>
            </a:r>
          </a:p>
          <a:p>
            <a:endParaRPr lang="fr-FR" dirty="0"/>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9</a:t>
            </a:fld>
            <a:endParaRPr lang="fr-FR"/>
          </a:p>
        </p:txBody>
      </p:sp>
    </p:spTree>
    <p:extLst>
      <p:ext uri="{BB962C8B-B14F-4D97-AF65-F5344CB8AC3E}">
        <p14:creationId xmlns:p14="http://schemas.microsoft.com/office/powerpoint/2010/main" val="622419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txBody>
          <a:bodyPr/>
          <a:lstStyle/>
          <a:p>
            <a:endParaRPr lang="fr-FR"/>
          </a:p>
        </p:txBody>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Au-delà des résultats techniques, ce stage a été une expérience particulièrement enrichissante sur le plan personnel et professionnel.</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Il m'a permis de renforcer mes compétences techniques dans les domaines de l'intégration continue, du cloud AWS et du développement Linux embarqué.</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J'ai également appris à travailler au sein d'une équipe, en collaborant avec différents acteurs du projet et en participant aux pratiques de développement mises en place.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Cette expérience m'a aussi permis de découvrir le fonctionnement d'un grand groupe industriel et de mieux comprendre les contraintes de qualité, de sécurité et d'organisation qui accompagnent le développement d'un produit.</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Un des enseignements majeurs que je retiens est l'importance de la communication. J'ai compris que la réussite d'un projet dépend autant des échanges entre les équipes que des solutions techniques elles-mêmes.</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Enfin, ce stage m'a permis de développer une véritable vision d'ingénieur, en apprenant à prendre en compte non seulement les aspects techniques, mais également les enjeux de maintenance et de coût des solutions proposées.</a:t>
            </a:r>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10</a:t>
            </a:fld>
            <a:endParaRPr lang="fr-FR"/>
          </a:p>
        </p:txBody>
      </p:sp>
    </p:spTree>
    <p:extLst>
      <p:ext uri="{BB962C8B-B14F-4D97-AF65-F5344CB8AC3E}">
        <p14:creationId xmlns:p14="http://schemas.microsoft.com/office/powerpoint/2010/main" val="1026065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39700" y="768350"/>
            <a:ext cx="6819900" cy="3836988"/>
          </a:xfrm>
        </p:spPr>
      </p:sp>
      <p:sp>
        <p:nvSpPr>
          <p:cNvPr id="3" name="Espace réservé des notes 2"/>
          <p:cNvSpPr>
            <a:spLocks noGrp="1"/>
          </p:cNvSpPr>
          <p:nvPr>
            <p:ph type="body" idx="1"/>
          </p:nvPr>
        </p:nvSpPr>
        <p:spPr/>
        <p:txBody>
          <a:bodyPr/>
          <a:lstStyle/>
          <a:p>
            <a:pPr fontAlgn="t"/>
            <a:r>
              <a:rPr lang="fr-FR" sz="1200" b="0" i="0" u="none" strike="noStrike" kern="1200" cap="none" spc="0" baseline="0" dirty="0">
                <a:solidFill>
                  <a:srgbClr val="000000"/>
                </a:solidFill>
                <a:effectLst/>
                <a:uFillTx/>
                <a:latin typeface="Calibri"/>
              </a:rPr>
              <a:t>Pour conclure, ce stage m'a permis de contribuer à l'évolution de l'infrastructure d'intégration continue du projet Bluebird à travers quatre axes principaux : l'amélioration des workflows CI, l'optimisation de l'infrastructure d'exécution, la mise en place d'une démarche d'observabilité et l'exploration de solutions basées sur l'intelligence artificielle.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Ces travaux ont contribué à renforcer l'automatisation, la qualité et la sécurité du processus de développement </a:t>
            </a:r>
            <a:r>
              <a:rPr lang="fr-FR" sz="1200" b="0" i="0" u="none" strike="noStrike" kern="1200" cap="none" spc="0" baseline="0" dirty="0" err="1">
                <a:solidFill>
                  <a:srgbClr val="000000"/>
                </a:solidFill>
                <a:effectLst/>
                <a:uFillTx/>
                <a:latin typeface="Calibri"/>
              </a:rPr>
              <a:t>firmware</a:t>
            </a:r>
            <a:r>
              <a:rPr lang="fr-FR" sz="1200" b="0" i="0" u="none" strike="noStrike" kern="1200" cap="none" spc="0" baseline="0" dirty="0">
                <a:solidFill>
                  <a:srgbClr val="000000"/>
                </a:solidFill>
                <a:effectLst/>
                <a:uFillTx/>
                <a:latin typeface="Calibri"/>
              </a:rPr>
              <a:t> tout en apportant une meilleure visibilité sur le fonctionnement de la plateforme.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Au-delà des résultats techniques, cette expérience m'a permis de découvrir l'environnement industriel d'un grand groupe, de travailler au sein d'équipes Agile et de développer une vision plus globale du métier d'ingénieur.</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Elle a également confirmé l'importance de la collaboration, de la communication et de l'amélioration continue dans la réussite d'un projet technique.</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Enfin, ce stage a renforcé mon intérêt pour les domaines du développement logiciel, du DevOps et du </a:t>
            </a:r>
            <a:r>
              <a:rPr lang="fr-FR" sz="1200" b="0" i="0" u="none" strike="noStrike" kern="1200" cap="none" spc="0" baseline="0" dirty="0" err="1">
                <a:solidFill>
                  <a:srgbClr val="000000"/>
                </a:solidFill>
                <a:effectLst/>
                <a:uFillTx/>
                <a:latin typeface="Calibri"/>
              </a:rPr>
              <a:t>DevSecOps</a:t>
            </a:r>
            <a:r>
              <a:rPr lang="fr-FR" sz="1200" b="0" i="0" u="none" strike="noStrike" kern="1200" cap="none" spc="0" baseline="0" dirty="0">
                <a:solidFill>
                  <a:srgbClr val="000000"/>
                </a:solidFill>
                <a:effectLst/>
                <a:uFillTx/>
                <a:latin typeface="Calibri"/>
              </a:rPr>
              <a:t>, que je souhaite continuer à approfondir dans la suite de mon parcours professionnel.</a:t>
            </a:r>
          </a:p>
          <a:p>
            <a:pPr fontAlgn="t"/>
            <a:endParaRPr lang="fr-FR" sz="1200" b="0" i="0" u="none" strike="noStrike" kern="1200" cap="none" spc="0" baseline="0" dirty="0">
              <a:solidFill>
                <a:srgbClr val="000000"/>
              </a:solidFill>
              <a:effectLst/>
              <a:uFillTx/>
              <a:latin typeface="Calibri"/>
            </a:endParaRPr>
          </a:p>
          <a:p>
            <a:pPr fontAlgn="t"/>
            <a:r>
              <a:rPr lang="fr-FR" sz="1200" b="0" i="0" u="none" strike="noStrike" kern="1200" cap="none" spc="0" baseline="0" dirty="0">
                <a:solidFill>
                  <a:srgbClr val="000000"/>
                </a:solidFill>
                <a:effectLst/>
                <a:uFillTx/>
                <a:latin typeface="Calibri"/>
              </a:rPr>
              <a:t>Je tiens à remercier Schneider Electric, mon tuteur, mon équipe ainsi que toutes les personnes qui m'ont accompagné durant cette expérience.</a:t>
            </a:r>
          </a:p>
          <a:p>
            <a:pPr fontAlgn="t"/>
            <a:endParaRPr lang="fr-FR" sz="1200" b="0" i="0" u="none" strike="noStrike" kern="1200" cap="none" spc="0" baseline="0" dirty="0">
              <a:solidFill>
                <a:srgbClr val="000000"/>
              </a:solidFill>
              <a:effectLst/>
              <a:uFillTx/>
              <a:latin typeface="Calibri"/>
            </a:endParaRPr>
          </a:p>
          <a:p>
            <a:pPr fontAlgn="t"/>
            <a:r>
              <a:rPr lang="fr-FR" sz="1200" b="1" i="0" u="none" strike="noStrike" kern="1200" cap="none" spc="0" baseline="0" dirty="0">
                <a:solidFill>
                  <a:srgbClr val="000000"/>
                </a:solidFill>
                <a:effectLst/>
                <a:uFillTx/>
                <a:latin typeface="Calibri"/>
              </a:rPr>
              <a:t>Je vous remercie pour votre attention et je suis maintenant disponible pour répondre à vos questions.</a:t>
            </a:r>
            <a:endParaRPr lang="fr-FR" sz="1200" b="0" i="0" u="none" strike="noStrike" kern="1200" cap="none" spc="0" baseline="0" dirty="0">
              <a:solidFill>
                <a:srgbClr val="000000"/>
              </a:solidFill>
              <a:effectLst/>
              <a:uFillTx/>
              <a:latin typeface="Calibri"/>
            </a:endParaRPr>
          </a:p>
          <a:p>
            <a:endParaRPr lang="fr-FR" dirty="0"/>
          </a:p>
        </p:txBody>
      </p:sp>
      <p:sp>
        <p:nvSpPr>
          <p:cNvPr id="4" name="Espace réservé du numéro de diapositive 3"/>
          <p:cNvSpPr>
            <a:spLocks noGrp="1"/>
          </p:cNvSpPr>
          <p:nvPr>
            <p:ph type="sldNum" sz="quarter" idx="5"/>
          </p:nvPr>
        </p:nvSpPr>
        <p:spPr/>
        <p:txBody>
          <a:bodyPr/>
          <a:lstStyle/>
          <a:p>
            <a:pPr lvl="0"/>
            <a:fld id="{62B794F1-CB14-4ACA-AE55-89404BFC616A}" type="slidenum">
              <a:rPr lang="fr-FR" smtClean="0"/>
              <a:t>11</a:t>
            </a:fld>
            <a:endParaRPr lang="fr-FR"/>
          </a:p>
        </p:txBody>
      </p:sp>
    </p:spTree>
    <p:extLst>
      <p:ext uri="{BB962C8B-B14F-4D97-AF65-F5344CB8AC3E}">
        <p14:creationId xmlns:p14="http://schemas.microsoft.com/office/powerpoint/2010/main" val="3865889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E1325-0AF6-118F-932C-28AFBA29287D}"/>
              </a:ext>
            </a:extLst>
          </p:cNvPr>
          <p:cNvSpPr>
            <a:spLocks noGrp="1" noRot="1" noChangeAspect="1"/>
          </p:cNvSpPr>
          <p:nvPr>
            <p:ph type="sldImg"/>
          </p:nvPr>
        </p:nvSpPr>
        <p:spPr>
          <a:xfrm>
            <a:off x="139700" y="768350"/>
            <a:ext cx="6819900" cy="3836988"/>
          </a:xfrm>
        </p:spPr>
        <p:txBody>
          <a:bodyPr/>
          <a:lstStyle/>
          <a:p>
            <a:endParaRPr lang="fr-FR"/>
          </a:p>
        </p:txBody>
      </p:sp>
      <p:sp>
        <p:nvSpPr>
          <p:cNvPr id="3" name="Notes Placeholder 2">
            <a:extLst>
              <a:ext uri="{FF2B5EF4-FFF2-40B4-BE49-F238E27FC236}">
                <a16:creationId xmlns:a16="http://schemas.microsoft.com/office/drawing/2014/main" id="{72D81A28-8EB2-0A75-7E63-1C52D30B0EC2}"/>
              </a:ext>
            </a:extLst>
          </p:cNvPr>
          <p:cNvSpPr txBox="1">
            <a:spLocks noGrp="1"/>
          </p:cNvSpPr>
          <p:nvPr>
            <p:ph type="body" sz="quarter" idx="1"/>
          </p:nvPr>
        </p:nvSpPr>
        <p:spPr/>
        <p:txBody>
          <a:bodyPr/>
          <a:lstStyle/>
          <a:p>
            <a:endParaRPr lang="fr-FR"/>
          </a:p>
        </p:txBody>
      </p:sp>
      <p:sp>
        <p:nvSpPr>
          <p:cNvPr id="4" name="Slide Number Placeholder 3">
            <a:extLst>
              <a:ext uri="{FF2B5EF4-FFF2-40B4-BE49-F238E27FC236}">
                <a16:creationId xmlns:a16="http://schemas.microsoft.com/office/drawing/2014/main" id="{D3C3FB97-981F-18B1-CFAF-0B86D6A6D246}"/>
              </a:ext>
            </a:extLst>
          </p:cNvPr>
          <p:cNvSpPr txBox="1"/>
          <p:nvPr/>
        </p:nvSpPr>
        <p:spPr>
          <a:xfrm>
            <a:off x="4021293" y="9721105"/>
            <a:ext cx="3076361" cy="511734"/>
          </a:xfrm>
          <a:prstGeom prst="rect">
            <a:avLst/>
          </a:prstGeom>
          <a:noFill/>
          <a:ln cap="flat">
            <a:noFill/>
          </a:ln>
        </p:spPr>
        <p:txBody>
          <a:bodyPr vert="horz" wrap="square" lIns="99047" tIns="49523" rIns="99047" bIns="49523" anchor="b" anchorCtr="0" compatLnSpc="1">
            <a:noAutofit/>
          </a:bodyPr>
          <a:lstStyle/>
          <a:p>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7CBE274-3674-45BD-860D-B1CA41E8043C}" type="slidenum">
              <a:t>13</a:t>
            </a:fld>
            <a:endParaRPr lang="en-US" sz="1300" b="0" i="0" u="none" strike="noStrike" kern="1200" cap="none" spc="0" baseline="0">
              <a:solidFill>
                <a:srgbClr val="000000"/>
              </a:solidFill>
              <a:uFillTx/>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hyperlink" Target="https://twitter.com/SchneiderElec" TargetMode="External"/><Relationship Id="rId13"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5.svg"/><Relationship Id="rId12" Type="http://schemas.openxmlformats.org/officeDocument/2006/relationships/hyperlink" Target="https://blog.se.com/" TargetMode="External"/><Relationship Id="rId2" Type="http://schemas.openxmlformats.org/officeDocument/2006/relationships/hyperlink" Target="https://www.facebook.com/SchneiderElectric" TargetMode="External"/><Relationship Id="rId1" Type="http://schemas.openxmlformats.org/officeDocument/2006/relationships/slideMaster" Target="../slideMasters/slideMaster1.xml"/><Relationship Id="rId6" Type="http://schemas.openxmlformats.org/officeDocument/2006/relationships/hyperlink" Target="https://www.youtube.com/user/SchneiderCorporate" TargetMode="External"/><Relationship Id="rId11" Type="http://schemas.openxmlformats.org/officeDocument/2006/relationships/image" Target="../media/image7.svg"/><Relationship Id="rId5" Type="http://schemas.openxmlformats.org/officeDocument/2006/relationships/image" Target="../media/image4.svg"/><Relationship Id="rId10" Type="http://schemas.openxmlformats.org/officeDocument/2006/relationships/hyperlink" Target="https://www.instagram.com/schneiderelectric/" TargetMode="External"/><Relationship Id="rId4" Type="http://schemas.openxmlformats.org/officeDocument/2006/relationships/hyperlink" Target="https://www.linkedin.com/company/schneider-electric/" TargetMode="External"/><Relationship Id="rId9" Type="http://schemas.openxmlformats.org/officeDocument/2006/relationships/image" Target="../media/image6.svg"/><Relationship Id="rId14"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8" Type="http://schemas.openxmlformats.org/officeDocument/2006/relationships/hyperlink" Target="https://twitter.com/SchneiderElec" TargetMode="External"/><Relationship Id="rId13"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5.svg"/><Relationship Id="rId12" Type="http://schemas.openxmlformats.org/officeDocument/2006/relationships/hyperlink" Target="https://blog.se.com/" TargetMode="External"/><Relationship Id="rId2" Type="http://schemas.openxmlformats.org/officeDocument/2006/relationships/hyperlink" Target="https://www.facebook.com/SchneiderElectric" TargetMode="External"/><Relationship Id="rId1" Type="http://schemas.openxmlformats.org/officeDocument/2006/relationships/slideMaster" Target="../slideMasters/slideMaster2.xml"/><Relationship Id="rId6" Type="http://schemas.openxmlformats.org/officeDocument/2006/relationships/hyperlink" Target="https://www.youtube.com/user/SchneiderCorporate" TargetMode="External"/><Relationship Id="rId11" Type="http://schemas.openxmlformats.org/officeDocument/2006/relationships/image" Target="../media/image7.svg"/><Relationship Id="rId5" Type="http://schemas.openxmlformats.org/officeDocument/2006/relationships/image" Target="../media/image4.svg"/><Relationship Id="rId10" Type="http://schemas.openxmlformats.org/officeDocument/2006/relationships/hyperlink" Target="https://www.instagram.com/schneiderelectric/" TargetMode="External"/><Relationship Id="rId4" Type="http://schemas.openxmlformats.org/officeDocument/2006/relationships/hyperlink" Target="https://www.linkedin.com/company/schneider-electric/" TargetMode="External"/><Relationship Id="rId9" Type="http://schemas.openxmlformats.org/officeDocument/2006/relationships/image" Target="../media/image6.svg"/><Relationship Id="rId14" Type="http://schemas.openxmlformats.org/officeDocument/2006/relationships/image" Target="../media/image9.svg"/></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8" Type="http://schemas.openxmlformats.org/officeDocument/2006/relationships/hyperlink" Target="https://twitter.com/SchneiderElec" TargetMode="External"/><Relationship Id="rId13"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3.svg"/><Relationship Id="rId12" Type="http://schemas.openxmlformats.org/officeDocument/2006/relationships/hyperlink" Target="https://blog.se.com/" TargetMode="External"/><Relationship Id="rId2" Type="http://schemas.openxmlformats.org/officeDocument/2006/relationships/hyperlink" Target="https://www.facebook.com/SchneiderElectric" TargetMode="External"/><Relationship Id="rId1" Type="http://schemas.openxmlformats.org/officeDocument/2006/relationships/slideMaster" Target="../slideMasters/slideMaster3.xml"/><Relationship Id="rId6" Type="http://schemas.openxmlformats.org/officeDocument/2006/relationships/hyperlink" Target="https://www.youtube.com/user/SchneiderCorporate" TargetMode="External"/><Relationship Id="rId11" Type="http://schemas.openxmlformats.org/officeDocument/2006/relationships/image" Target="../media/image15.svg"/><Relationship Id="rId5" Type="http://schemas.openxmlformats.org/officeDocument/2006/relationships/image" Target="../media/image12.svg"/><Relationship Id="rId10" Type="http://schemas.openxmlformats.org/officeDocument/2006/relationships/hyperlink" Target="https://www.instagram.com/schneiderelectric/" TargetMode="External"/><Relationship Id="rId4" Type="http://schemas.openxmlformats.org/officeDocument/2006/relationships/hyperlink" Target="https://www.linkedin.com/company/schneider-electric/" TargetMode="External"/><Relationship Id="rId9" Type="http://schemas.openxmlformats.org/officeDocument/2006/relationships/image" Target="../media/image14.svg"/><Relationship Id="rId14" Type="http://schemas.openxmlformats.org/officeDocument/2006/relationships/image" Target="../media/image17.svg"/></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8" Type="http://schemas.openxmlformats.org/officeDocument/2006/relationships/hyperlink" Target="https://twitter.com/SchneiderElec" TargetMode="External"/><Relationship Id="rId13"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3.svg"/><Relationship Id="rId12" Type="http://schemas.openxmlformats.org/officeDocument/2006/relationships/hyperlink" Target="https://blog.se.com/" TargetMode="External"/><Relationship Id="rId2" Type="http://schemas.openxmlformats.org/officeDocument/2006/relationships/hyperlink" Target="https://www.facebook.com/SchneiderElectric" TargetMode="External"/><Relationship Id="rId1" Type="http://schemas.openxmlformats.org/officeDocument/2006/relationships/slideMaster" Target="../slideMasters/slideMaster4.xml"/><Relationship Id="rId6" Type="http://schemas.openxmlformats.org/officeDocument/2006/relationships/hyperlink" Target="https://www.youtube.com/user/SchneiderCorporate" TargetMode="External"/><Relationship Id="rId11" Type="http://schemas.openxmlformats.org/officeDocument/2006/relationships/image" Target="../media/image15.svg"/><Relationship Id="rId5" Type="http://schemas.openxmlformats.org/officeDocument/2006/relationships/image" Target="../media/image12.svg"/><Relationship Id="rId10" Type="http://schemas.openxmlformats.org/officeDocument/2006/relationships/hyperlink" Target="https://www.instagram.com/schneiderelectric/" TargetMode="External"/><Relationship Id="rId4" Type="http://schemas.openxmlformats.org/officeDocument/2006/relationships/hyperlink" Target="https://www.linkedin.com/company/schneider-electric/" TargetMode="External"/><Relationship Id="rId9" Type="http://schemas.openxmlformats.org/officeDocument/2006/relationships/image" Target="../media/image14.svg"/><Relationship Id="rId14"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simpl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94833721-4702-015C-5C55-A6D551C53C9A}"/>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BBD6C787-5D07-2FE1-EC00-1CB261CB3C8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9E119E96-B01F-FAF3-B57C-31E8245D637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659766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9482E6E8-0E04-262F-03A3-C25E7F49888C}"/>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Subhead placeholder">
            <a:extLst>
              <a:ext uri="{FF2B5EF4-FFF2-40B4-BE49-F238E27FC236}">
                <a16:creationId xmlns:a16="http://schemas.microsoft.com/office/drawing/2014/main" id="{52A81BDD-601C-6F22-2FCD-0167E3F0564C}"/>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4" name="Content Placeholder 4">
            <a:extLst>
              <a:ext uri="{FF2B5EF4-FFF2-40B4-BE49-F238E27FC236}">
                <a16:creationId xmlns:a16="http://schemas.microsoft.com/office/drawing/2014/main" id="{6688404B-23CC-0D1C-F180-8B765ED629F8}"/>
              </a:ext>
            </a:extLst>
          </p:cNvPr>
          <p:cNvSpPr txBox="1">
            <a:spLocks noGrp="1"/>
          </p:cNvSpPr>
          <p:nvPr>
            <p:ph idx="4294967295"/>
          </p:nvPr>
        </p:nvSpPr>
        <p:spPr>
          <a:xfrm>
            <a:off x="457200" y="1508394"/>
            <a:ext cx="8229600"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72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ne column two line headlin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226FD7F9-E301-35EA-E30C-17EDE0347819}"/>
              </a:ext>
            </a:extLst>
          </p:cNvPr>
          <p:cNvSpPr txBox="1">
            <a:spLocks noGrp="1"/>
          </p:cNvSpPr>
          <p:nvPr>
            <p:ph idx="4294967295"/>
          </p:nvPr>
        </p:nvSpPr>
        <p:spPr>
          <a:xfrm>
            <a:off x="457200" y="1508394"/>
            <a:ext cx="8229600"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B808DADE-9DDE-5DB5-228C-28FD024FF87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70B10B91-6229-65C6-35A6-1768F3E9F4DC}"/>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9A0E651-AC67-4207-A268-616E77EB8BE5}" type="slidenum">
              <a:t>‹N°›</a:t>
            </a:fld>
            <a:endParaRPr lang="en-US"/>
          </a:p>
        </p:txBody>
      </p:sp>
    </p:spTree>
    <p:extLst>
      <p:ext uri="{BB962C8B-B14F-4D97-AF65-F5344CB8AC3E}">
        <p14:creationId xmlns:p14="http://schemas.microsoft.com/office/powerpoint/2010/main" val="2047261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Offer comm">
    <p:bg>
      <p:bgPr>
        <a:solidFill>
          <a:srgbClr val="FFFFFF"/>
        </a:solidFill>
        <a:effectLst/>
      </p:bgPr>
    </p:bg>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0DBFAA1E-224E-D86B-A1AE-0211A87B82B8}"/>
              </a:ext>
            </a:extLst>
          </p:cNvPr>
          <p:cNvSpPr txBox="1">
            <a:spLocks noGrp="1"/>
          </p:cNvSpPr>
          <p:nvPr>
            <p:ph type="body" idx="4294967295"/>
          </p:nvPr>
        </p:nvSpPr>
        <p:spPr>
          <a:xfrm>
            <a:off x="457200" y="4108902"/>
            <a:ext cx="4114800"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07BE9A33-94BF-ECA2-B674-3BAA41048E2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Picture Placeholder 11">
            <a:extLst>
              <a:ext uri="{FF2B5EF4-FFF2-40B4-BE49-F238E27FC236}">
                <a16:creationId xmlns:a16="http://schemas.microsoft.com/office/drawing/2014/main" id="{B7786E97-D455-B33B-BE29-302E76BB359C}"/>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fr-FR"/>
              <a:t>Cliquez sur l'icône pour ajouter une image</a:t>
            </a:r>
            <a:endParaRPr lang="en-US"/>
          </a:p>
        </p:txBody>
      </p:sp>
      <p:sp>
        <p:nvSpPr>
          <p:cNvPr id="5" name="Graphic 2">
            <a:extLst>
              <a:ext uri="{FF2B5EF4-FFF2-40B4-BE49-F238E27FC236}">
                <a16:creationId xmlns:a16="http://schemas.microsoft.com/office/drawing/2014/main" id="{EC470EA9-A290-BDA0-658D-95CC97E515FA}"/>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A2F24"/>
              </a:solidFill>
              <a:uFillTx/>
              <a:latin typeface="Poppins"/>
            </a:endParaRPr>
          </a:p>
        </p:txBody>
      </p:sp>
      <p:sp>
        <p:nvSpPr>
          <p:cNvPr id="6" name="Footer Placeholder 1">
            <a:extLst>
              <a:ext uri="{FF2B5EF4-FFF2-40B4-BE49-F238E27FC236}">
                <a16:creationId xmlns:a16="http://schemas.microsoft.com/office/drawing/2014/main" id="{0AE6AC34-578C-6CF6-94F2-04D504073DE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13235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2" name="Subtitle placeholder">
            <a:extLst>
              <a:ext uri="{FF2B5EF4-FFF2-40B4-BE49-F238E27FC236}">
                <a16:creationId xmlns:a16="http://schemas.microsoft.com/office/drawing/2014/main" id="{2A9D94C2-8943-3A08-BEFD-D39739983684}"/>
              </a:ext>
            </a:extLst>
          </p:cNvPr>
          <p:cNvSpPr txBox="1">
            <a:spLocks noGrp="1"/>
          </p:cNvSpPr>
          <p:nvPr>
            <p:ph type="subTitle" idx="4294967295"/>
          </p:nvPr>
        </p:nvSpPr>
        <p:spPr>
          <a:xfrm>
            <a:off x="457200" y="3460482"/>
            <a:ext cx="8291514" cy="215441"/>
          </a:xfrm>
        </p:spPr>
        <p:txBody>
          <a:bodyPr/>
          <a:lstStyle>
            <a:lvl1pPr>
              <a:defRPr lang="en-US" sz="1600"/>
            </a:lvl1pPr>
          </a:lstStyle>
          <a:p>
            <a:pPr lvl="0"/>
            <a:r>
              <a:rPr lang="en-US"/>
              <a:t>Click to edit optional subtitle</a:t>
            </a:r>
          </a:p>
        </p:txBody>
      </p:sp>
      <p:sp>
        <p:nvSpPr>
          <p:cNvPr id="3" name="Presenter and date">
            <a:extLst>
              <a:ext uri="{FF2B5EF4-FFF2-40B4-BE49-F238E27FC236}">
                <a16:creationId xmlns:a16="http://schemas.microsoft.com/office/drawing/2014/main" id="{1F707C0D-3753-43C7-46C9-1A69D166D0D4}"/>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4" name="Picture 8">
            <a:extLst>
              <a:ext uri="{FF2B5EF4-FFF2-40B4-BE49-F238E27FC236}">
                <a16:creationId xmlns:a16="http://schemas.microsoft.com/office/drawing/2014/main" id="{56777EDE-ED8F-E1FF-3E3A-1A34CA6CA9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5" name="Footer Placeholder 2">
            <a:extLst>
              <a:ext uri="{FF2B5EF4-FFF2-40B4-BE49-F238E27FC236}">
                <a16:creationId xmlns:a16="http://schemas.microsoft.com/office/drawing/2014/main" id="{D0BFFA05-9C81-46B6-E100-F59FDB3F67E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77694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with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CDA86636-3A3E-0680-E80D-26E035ABE0D8}"/>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Content Placeholder 4">
            <a:extLst>
              <a:ext uri="{FF2B5EF4-FFF2-40B4-BE49-F238E27FC236}">
                <a16:creationId xmlns:a16="http://schemas.microsoft.com/office/drawing/2014/main" id="{751515CB-DDB3-F0FD-4E6F-7F6561D70921}"/>
              </a:ext>
            </a:extLst>
          </p:cNvPr>
          <p:cNvSpPr txBox="1">
            <a:spLocks noGrp="1"/>
          </p:cNvSpPr>
          <p:nvPr>
            <p:ph idx="4294967295"/>
          </p:nvPr>
        </p:nvSpPr>
        <p:spPr>
          <a:xfrm>
            <a:off x="457200" y="1508394"/>
            <a:ext cx="8229600"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23CB2498-80B0-CE84-AA39-08518E7DDDCF}"/>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B57B8062-C5DE-D8D9-D008-BBA360ABE12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AAF7B4B-DF13-4D7A-8240-8124129782D1}" type="slidenum">
              <a:t>‹N°›</a:t>
            </a:fld>
            <a:endParaRPr lang="en-US"/>
          </a:p>
        </p:txBody>
      </p:sp>
    </p:spTree>
    <p:extLst>
      <p:ext uri="{BB962C8B-B14F-4D97-AF65-F5344CB8AC3E}">
        <p14:creationId xmlns:p14="http://schemas.microsoft.com/office/powerpoint/2010/main" val="53919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slide with title">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1227B20E-95D2-04AF-764B-C4B88A2762A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4DE066E-358A-42BC-AD2C-D7A5C23CC4BF}" type="slidenum">
              <a:t>‹N°›</a:t>
            </a:fld>
            <a:endParaRPr lang="en-US"/>
          </a:p>
        </p:txBody>
      </p:sp>
    </p:spTree>
    <p:extLst>
      <p:ext uri="{BB962C8B-B14F-4D97-AF65-F5344CB8AC3E}">
        <p14:creationId xmlns:p14="http://schemas.microsoft.com/office/powerpoint/2010/main" val="4028420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6493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ne column 2/3 of slide">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4F30B446-0F30-32F2-5D4A-BBC596425BFF}"/>
              </a:ext>
            </a:extLst>
          </p:cNvPr>
          <p:cNvSpPr txBox="1">
            <a:spLocks noGrp="1"/>
          </p:cNvSpPr>
          <p:nvPr>
            <p:ph idx="4294967295"/>
          </p:nvPr>
        </p:nvSpPr>
        <p:spPr>
          <a:xfrm>
            <a:off x="457200" y="1508394"/>
            <a:ext cx="5449622" cy="2667140"/>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F3288B52-8012-BBA9-D8ED-22882FC33B22}"/>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fr-FR"/>
              <a:t>Cliquez pour modifier les styles du texte du masque</a:t>
            </a:r>
          </a:p>
        </p:txBody>
      </p:sp>
      <p:sp>
        <p:nvSpPr>
          <p:cNvPr id="4" name="Footer Placeholder 7">
            <a:extLst>
              <a:ext uri="{FF2B5EF4-FFF2-40B4-BE49-F238E27FC236}">
                <a16:creationId xmlns:a16="http://schemas.microsoft.com/office/drawing/2014/main" id="{362809BF-E5F4-2618-5A70-203989282AD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8">
            <a:extLst>
              <a:ext uri="{FF2B5EF4-FFF2-40B4-BE49-F238E27FC236}">
                <a16:creationId xmlns:a16="http://schemas.microsoft.com/office/drawing/2014/main" id="{566BA5A8-B86A-C04A-CB42-4E87CB7B3F8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B775A3A-51DC-4D23-8A65-181925B2A3CD}" type="slidenum">
              <a:t>‹N°›</a:t>
            </a:fld>
            <a:endParaRPr lang="en-US"/>
          </a:p>
        </p:txBody>
      </p:sp>
    </p:spTree>
    <p:extLst>
      <p:ext uri="{BB962C8B-B14F-4D97-AF65-F5344CB8AC3E}">
        <p14:creationId xmlns:p14="http://schemas.microsoft.com/office/powerpoint/2010/main" val="1598244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 column with callou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47CEF778-9F1E-8F4F-92C4-ECD06B7B08AD}"/>
              </a:ext>
            </a:extLst>
          </p:cNvPr>
          <p:cNvSpPr txBox="1">
            <a:spLocks noGrp="1"/>
          </p:cNvSpPr>
          <p:nvPr>
            <p:ph idx="4294967295"/>
          </p:nvPr>
        </p:nvSpPr>
        <p:spPr>
          <a:xfrm>
            <a:off x="457200" y="1508394"/>
            <a:ext cx="5449622"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C2EFCEEA-8CE4-045C-CFEA-56E210D99169}"/>
              </a:ext>
            </a:extLst>
          </p:cNvPr>
          <p:cNvSpPr txBox="1">
            <a:spLocks noGrp="1"/>
          </p:cNvSpPr>
          <p:nvPr>
            <p:ph idx="4294967295"/>
          </p:nvPr>
        </p:nvSpPr>
        <p:spPr>
          <a:xfrm>
            <a:off x="6202887" y="1508394"/>
            <a:ext cx="2483912"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40174082-A3DC-938D-5EC4-91E8EB1CE88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D92CD850-01D4-69C6-C4FE-2D0C553AE50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F08511D-0C61-45B1-B702-C3821E21D84C}" type="slidenum">
              <a:t>‹N°›</a:t>
            </a:fld>
            <a:endParaRPr lang="en-US"/>
          </a:p>
        </p:txBody>
      </p:sp>
    </p:spTree>
    <p:extLst>
      <p:ext uri="{BB962C8B-B14F-4D97-AF65-F5344CB8AC3E}">
        <p14:creationId xmlns:p14="http://schemas.microsoft.com/office/powerpoint/2010/main" val="672969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63C2C9E-E8CA-45C1-7ACD-0FACD0D0FFEF}"/>
              </a:ext>
            </a:extLst>
          </p:cNvPr>
          <p:cNvSpPr txBox="1">
            <a:spLocks noGrp="1"/>
          </p:cNvSpPr>
          <p:nvPr>
            <p:ph idx="4294967295"/>
          </p:nvPr>
        </p:nvSpPr>
        <p:spPr>
          <a:xfrm>
            <a:off x="454100" y="1713421"/>
            <a:ext cx="4013905" cy="2610922"/>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36E9B675-2939-4133-5801-00B3700BBDED}"/>
              </a:ext>
            </a:extLst>
          </p:cNvPr>
          <p:cNvSpPr txBox="1">
            <a:spLocks noGrp="1"/>
          </p:cNvSpPr>
          <p:nvPr>
            <p:ph type="body" idx="4294967295"/>
          </p:nvPr>
        </p:nvSpPr>
        <p:spPr>
          <a:xfrm>
            <a:off x="4672894" y="1352553"/>
            <a:ext cx="4013895" cy="158748"/>
          </a:xfrm>
        </p:spPr>
        <p:txBody>
          <a:bodyPr/>
          <a:lstStyle>
            <a:lvl1pPr>
              <a:lnSpc>
                <a:spcPts val="1600"/>
              </a:lnSpc>
              <a:defRPr lang="en-US"/>
            </a:lvl1pPr>
          </a:lstStyle>
          <a:p>
            <a:pPr lvl="0"/>
            <a:r>
              <a:rPr lang="en-US"/>
              <a:t>Click to edit master text styles</a:t>
            </a:r>
          </a:p>
        </p:txBody>
      </p:sp>
      <p:sp>
        <p:nvSpPr>
          <p:cNvPr id="4" name="Text placeholder">
            <a:extLst>
              <a:ext uri="{FF2B5EF4-FFF2-40B4-BE49-F238E27FC236}">
                <a16:creationId xmlns:a16="http://schemas.microsoft.com/office/drawing/2014/main" id="{B2F26E88-3E55-5962-CA64-0ED0237ECC9D}"/>
              </a:ext>
            </a:extLst>
          </p:cNvPr>
          <p:cNvSpPr txBox="1">
            <a:spLocks noGrp="1"/>
          </p:cNvSpPr>
          <p:nvPr>
            <p:ph idx="4294967295"/>
          </p:nvPr>
        </p:nvSpPr>
        <p:spPr>
          <a:xfrm>
            <a:off x="4672894" y="1713421"/>
            <a:ext cx="4013895" cy="2610922"/>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8">
            <a:extLst>
              <a:ext uri="{FF2B5EF4-FFF2-40B4-BE49-F238E27FC236}">
                <a16:creationId xmlns:a16="http://schemas.microsoft.com/office/drawing/2014/main" id="{DA4E2897-DF2D-0018-7C35-45DBE1991BF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0">
            <a:extLst>
              <a:ext uri="{FF2B5EF4-FFF2-40B4-BE49-F238E27FC236}">
                <a16:creationId xmlns:a16="http://schemas.microsoft.com/office/drawing/2014/main" id="{B00C13E4-4399-2689-3235-CBA8D7DD300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F2FABED-7741-4EE1-BED5-14E26616714A}" type="slidenum">
              <a:t>‹N°›</a:t>
            </a:fld>
            <a:endParaRPr lang="en-US"/>
          </a:p>
        </p:txBody>
      </p:sp>
    </p:spTree>
    <p:extLst>
      <p:ext uri="{BB962C8B-B14F-4D97-AF65-F5344CB8AC3E}">
        <p14:creationId xmlns:p14="http://schemas.microsoft.com/office/powerpoint/2010/main" val="204891075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s with subtitle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C5E540A0-17AD-D77E-7FDD-0B2AB23C3FDD}"/>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32C04DA2-1484-2973-157F-F6C69906F065}"/>
              </a:ext>
            </a:extLst>
          </p:cNvPr>
          <p:cNvSpPr txBox="1">
            <a:spLocks noGrp="1"/>
          </p:cNvSpPr>
          <p:nvPr>
            <p:ph idx="4294967295"/>
          </p:nvPr>
        </p:nvSpPr>
        <p:spPr>
          <a:xfrm>
            <a:off x="454100" y="1508394"/>
            <a:ext cx="4013905" cy="2647681"/>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aption placeholder">
            <a:extLst>
              <a:ext uri="{FF2B5EF4-FFF2-40B4-BE49-F238E27FC236}">
                <a16:creationId xmlns:a16="http://schemas.microsoft.com/office/drawing/2014/main" id="{1C91B4C9-3B5C-31C9-3DF1-A0D2C55721B2}"/>
              </a:ext>
            </a:extLst>
          </p:cNvPr>
          <p:cNvSpPr txBox="1">
            <a:spLocks noGrp="1"/>
          </p:cNvSpPr>
          <p:nvPr>
            <p:ph type="body" idx="4294967295"/>
          </p:nvPr>
        </p:nvSpPr>
        <p:spPr>
          <a:xfrm>
            <a:off x="454100" y="4341808"/>
            <a:ext cx="4013905" cy="158748"/>
          </a:xfrm>
        </p:spPr>
        <p:txBody>
          <a:bodyPr/>
          <a:lstStyle>
            <a:lvl1pPr>
              <a:lnSpc>
                <a:spcPts val="1300"/>
              </a:lnSpc>
              <a:defRPr lang="en-US" sz="1100"/>
            </a:lvl1pPr>
          </a:lstStyle>
          <a:p>
            <a:pPr lvl="0"/>
            <a:r>
              <a:rPr lang="en-US"/>
              <a:t>Click to edit master text styles</a:t>
            </a:r>
          </a:p>
        </p:txBody>
      </p:sp>
      <p:sp>
        <p:nvSpPr>
          <p:cNvPr id="5" name="Text placeholder">
            <a:extLst>
              <a:ext uri="{FF2B5EF4-FFF2-40B4-BE49-F238E27FC236}">
                <a16:creationId xmlns:a16="http://schemas.microsoft.com/office/drawing/2014/main" id="{14F94345-D5FC-5B33-7F65-115A04ABA7F0}"/>
              </a:ext>
            </a:extLst>
          </p:cNvPr>
          <p:cNvSpPr txBox="1">
            <a:spLocks noGrp="1"/>
          </p:cNvSpPr>
          <p:nvPr>
            <p:ph idx="4294967295"/>
          </p:nvPr>
        </p:nvSpPr>
        <p:spPr>
          <a:xfrm>
            <a:off x="4672894" y="1508394"/>
            <a:ext cx="4013905" cy="2647681"/>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a:extLst>
              <a:ext uri="{FF2B5EF4-FFF2-40B4-BE49-F238E27FC236}">
                <a16:creationId xmlns:a16="http://schemas.microsoft.com/office/drawing/2014/main" id="{4B68EDBC-E135-C39E-BF12-BD2C0A46AAC1}"/>
              </a:ext>
            </a:extLst>
          </p:cNvPr>
          <p:cNvSpPr txBox="1">
            <a:spLocks noGrp="1"/>
          </p:cNvSpPr>
          <p:nvPr>
            <p:ph type="body" idx="4294967295"/>
          </p:nvPr>
        </p:nvSpPr>
        <p:spPr>
          <a:xfrm>
            <a:off x="4672894" y="4341808"/>
            <a:ext cx="4013905" cy="158748"/>
          </a:xfrm>
        </p:spPr>
        <p:txBody>
          <a:bodyPr/>
          <a:lstStyle>
            <a:lvl1pPr>
              <a:lnSpc>
                <a:spcPts val="1300"/>
              </a:lnSpc>
              <a:defRPr lang="en-US" sz="1100"/>
            </a:lvl1pPr>
          </a:lstStyle>
          <a:p>
            <a:pPr lvl="0"/>
            <a:r>
              <a:rPr lang="en-US"/>
              <a:t>Click to edit master text styles</a:t>
            </a:r>
          </a:p>
        </p:txBody>
      </p:sp>
      <p:sp>
        <p:nvSpPr>
          <p:cNvPr id="7" name="Footer Placeholder 10">
            <a:extLst>
              <a:ext uri="{FF2B5EF4-FFF2-40B4-BE49-F238E27FC236}">
                <a16:creationId xmlns:a16="http://schemas.microsoft.com/office/drawing/2014/main" id="{23933127-0AAF-BC79-F11F-53B252F7B6F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8" name="Slide Number Placeholder 13">
            <a:extLst>
              <a:ext uri="{FF2B5EF4-FFF2-40B4-BE49-F238E27FC236}">
                <a16:creationId xmlns:a16="http://schemas.microsoft.com/office/drawing/2014/main" id="{36B46473-68B4-C3D8-4A0C-047C5BE7568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AC196BE-D1C4-41AD-9E2F-913B72A2916D}" type="slidenum">
              <a:t>‹N°›</a:t>
            </a:fld>
            <a:endParaRPr lang="en-US"/>
          </a:p>
        </p:txBody>
      </p:sp>
    </p:spTree>
    <p:extLst>
      <p:ext uri="{BB962C8B-B14F-4D97-AF65-F5344CB8AC3E}">
        <p14:creationId xmlns:p14="http://schemas.microsoft.com/office/powerpoint/2010/main" val="72440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ree columns">
    <p:bg>
      <p:bgPr>
        <a:solidFill>
          <a:srgbClr val="FFFFFF"/>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E56A5542-F36D-40F1-AA06-E3C98061EF95}"/>
              </a:ext>
            </a:extLst>
          </p:cNvPr>
          <p:cNvSpPr txBox="1">
            <a:spLocks noGrp="1"/>
          </p:cNvSpPr>
          <p:nvPr>
            <p:ph idx="4294967295"/>
          </p:nvPr>
        </p:nvSpPr>
        <p:spPr>
          <a:xfrm>
            <a:off x="457200" y="1508394"/>
            <a:ext cx="254582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524D9539-BCE3-FB66-8855-82AE029F254A}"/>
              </a:ext>
            </a:extLst>
          </p:cNvPr>
          <p:cNvSpPr txBox="1">
            <a:spLocks noGrp="1"/>
          </p:cNvSpPr>
          <p:nvPr>
            <p:ph idx="4294967295"/>
          </p:nvPr>
        </p:nvSpPr>
        <p:spPr>
          <a:xfrm>
            <a:off x="3299082" y="1508394"/>
            <a:ext cx="254582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a:extLst>
              <a:ext uri="{FF2B5EF4-FFF2-40B4-BE49-F238E27FC236}">
                <a16:creationId xmlns:a16="http://schemas.microsoft.com/office/drawing/2014/main" id="{B1A7B1A8-0E5A-A0BF-77CC-88F5024D59E8}"/>
              </a:ext>
            </a:extLst>
          </p:cNvPr>
          <p:cNvSpPr txBox="1">
            <a:spLocks noGrp="1"/>
          </p:cNvSpPr>
          <p:nvPr>
            <p:ph idx="4294967295"/>
          </p:nvPr>
        </p:nvSpPr>
        <p:spPr>
          <a:xfrm>
            <a:off x="6140973" y="1508394"/>
            <a:ext cx="254582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6">
            <a:extLst>
              <a:ext uri="{FF2B5EF4-FFF2-40B4-BE49-F238E27FC236}">
                <a16:creationId xmlns:a16="http://schemas.microsoft.com/office/drawing/2014/main" id="{E7AE9589-89FE-CBBE-1E3B-9BEA03F0B95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7">
            <a:extLst>
              <a:ext uri="{FF2B5EF4-FFF2-40B4-BE49-F238E27FC236}">
                <a16:creationId xmlns:a16="http://schemas.microsoft.com/office/drawing/2014/main" id="{35AFC3C2-DD30-5BA3-5E7F-3CB92F7AD03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8C2DE90-943B-4407-9093-58B5731C1F2A}" type="slidenum">
              <a:t>‹N°›</a:t>
            </a:fld>
            <a:endParaRPr lang="en-US"/>
          </a:p>
        </p:txBody>
      </p:sp>
    </p:spTree>
    <p:extLst>
      <p:ext uri="{BB962C8B-B14F-4D97-AF65-F5344CB8AC3E}">
        <p14:creationId xmlns:p14="http://schemas.microsoft.com/office/powerpoint/2010/main" val="3547136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ne column with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6A8D317E-2572-32C1-FC5C-A4AC31824426}"/>
              </a:ext>
            </a:extLst>
          </p:cNvPr>
          <p:cNvSpPr txBox="1">
            <a:spLocks noGrp="1"/>
          </p:cNvSpPr>
          <p:nvPr>
            <p:ph idx="4294967295"/>
          </p:nvPr>
        </p:nvSpPr>
        <p:spPr>
          <a:xfrm>
            <a:off x="457200" y="1508394"/>
            <a:ext cx="3951991"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8A3F7EF5-4A88-856D-88A4-4DC823A76F23}"/>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4" name="Footer Placeholder 9">
            <a:extLst>
              <a:ext uri="{FF2B5EF4-FFF2-40B4-BE49-F238E27FC236}">
                <a16:creationId xmlns:a16="http://schemas.microsoft.com/office/drawing/2014/main" id="{7EB68697-14C8-A743-F083-497A88D754C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E958CD12-CF38-FD59-6F69-0639F58F3F1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27CC721-9B64-4E55-A220-8D600B437A25}" type="slidenum">
              <a:t>‹N°›</a:t>
            </a:fld>
            <a:endParaRPr lang="en-US"/>
          </a:p>
        </p:txBody>
      </p:sp>
    </p:spTree>
    <p:extLst>
      <p:ext uri="{BB962C8B-B14F-4D97-AF65-F5344CB8AC3E}">
        <p14:creationId xmlns:p14="http://schemas.microsoft.com/office/powerpoint/2010/main" val="3198003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One column with object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1DC2683B-F71E-7A48-09DF-4EF4123B4DAC}"/>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BB590459-BF37-B700-9E8F-5AED906DEBC7}"/>
              </a:ext>
            </a:extLst>
          </p:cNvPr>
          <p:cNvSpPr txBox="1">
            <a:spLocks noGrp="1"/>
          </p:cNvSpPr>
          <p:nvPr>
            <p:ph idx="4294967295"/>
          </p:nvPr>
        </p:nvSpPr>
        <p:spPr>
          <a:xfrm>
            <a:off x="457200" y="1508394"/>
            <a:ext cx="3951991"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descr="Image placeholder">
            <a:extLst>
              <a:ext uri="{FF2B5EF4-FFF2-40B4-BE49-F238E27FC236}">
                <a16:creationId xmlns:a16="http://schemas.microsoft.com/office/drawing/2014/main" id="{A20C6211-2426-8683-0A94-013676B0D38E}"/>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5" name="Footer Placeholder 9">
            <a:extLst>
              <a:ext uri="{FF2B5EF4-FFF2-40B4-BE49-F238E27FC236}">
                <a16:creationId xmlns:a16="http://schemas.microsoft.com/office/drawing/2014/main" id="{1CCA88DE-750E-B9D2-9E8E-B47099857AA4}"/>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1">
            <a:extLst>
              <a:ext uri="{FF2B5EF4-FFF2-40B4-BE49-F238E27FC236}">
                <a16:creationId xmlns:a16="http://schemas.microsoft.com/office/drawing/2014/main" id="{8AC879E7-A6C5-B43B-B453-F77DA41354B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D0BAF9C-C83E-4284-BD67-01C99237679F}" type="slidenum">
              <a:t>‹N°›</a:t>
            </a:fld>
            <a:endParaRPr lang="en-US"/>
          </a:p>
        </p:txBody>
      </p:sp>
    </p:spTree>
    <p:extLst>
      <p:ext uri="{BB962C8B-B14F-4D97-AF65-F5344CB8AC3E}">
        <p14:creationId xmlns:p14="http://schemas.microsoft.com/office/powerpoint/2010/main" val="2477284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One column with half page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4348B663-7790-D1F3-EA97-20ECC276E079}"/>
              </a:ext>
            </a:extLst>
          </p:cNvPr>
          <p:cNvSpPr txBox="1">
            <a:spLocks noGrp="1"/>
          </p:cNvSpPr>
          <p:nvPr>
            <p:ph idx="4294967295"/>
          </p:nvPr>
        </p:nvSpPr>
        <p:spPr>
          <a:xfrm>
            <a:off x="457200" y="1508394"/>
            <a:ext cx="3951991"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086EDCDA-F569-5393-FAFF-D943730346A3}"/>
              </a:ext>
            </a:extLst>
          </p:cNvPr>
          <p:cNvSpPr txBox="1">
            <a:spLocks noGrp="1"/>
          </p:cNvSpPr>
          <p:nvPr>
            <p:ph idx="4294967295"/>
          </p:nvPr>
        </p:nvSpPr>
        <p:spPr>
          <a:xfrm>
            <a:off x="4572000" y="0"/>
            <a:ext cx="4572000" cy="5143499"/>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4" name="Footer Placeholder 7">
            <a:extLst>
              <a:ext uri="{FF2B5EF4-FFF2-40B4-BE49-F238E27FC236}">
                <a16:creationId xmlns:a16="http://schemas.microsoft.com/office/drawing/2014/main" id="{E9381997-6575-0783-474F-C32DDFC7087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46E98FBF-E1B2-21DB-25F8-9520A30B77F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05C65A7-7931-44D0-90D0-3AE456D345FD}" type="slidenum">
              <a:t>‹N°›</a:t>
            </a:fld>
            <a:endParaRPr lang="en-US"/>
          </a:p>
        </p:txBody>
      </p:sp>
    </p:spTree>
    <p:extLst>
      <p:ext uri="{BB962C8B-B14F-4D97-AF65-F5344CB8AC3E}">
        <p14:creationId xmlns:p14="http://schemas.microsoft.com/office/powerpoint/2010/main" val="1670051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One column with 1/3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260DF5C-D5A6-5E8C-948C-02F014765803}"/>
              </a:ext>
            </a:extLst>
          </p:cNvPr>
          <p:cNvSpPr txBox="1">
            <a:spLocks noGrp="1"/>
          </p:cNvSpPr>
          <p:nvPr>
            <p:ph idx="4294967295"/>
          </p:nvPr>
        </p:nvSpPr>
        <p:spPr>
          <a:xfrm>
            <a:off x="457200" y="1508394"/>
            <a:ext cx="542544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B3C9218F-F33F-6A43-3950-D4F7A6439C55}"/>
              </a:ext>
            </a:extLst>
          </p:cNvPr>
          <p:cNvSpPr txBox="1">
            <a:spLocks noGrp="1"/>
          </p:cNvSpPr>
          <p:nvPr>
            <p:ph idx="4294967295"/>
          </p:nvPr>
        </p:nvSpPr>
        <p:spPr>
          <a:xfrm>
            <a:off x="6098398" y="0"/>
            <a:ext cx="3045601" cy="5143499"/>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4" name="Footer Placeholder 3">
            <a:extLst>
              <a:ext uri="{FF2B5EF4-FFF2-40B4-BE49-F238E27FC236}">
                <a16:creationId xmlns:a16="http://schemas.microsoft.com/office/drawing/2014/main" id="{06E57A2E-85D4-6992-2BB6-92DFD8B8871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4">
            <a:extLst>
              <a:ext uri="{FF2B5EF4-FFF2-40B4-BE49-F238E27FC236}">
                <a16:creationId xmlns:a16="http://schemas.microsoft.com/office/drawing/2014/main" id="{E8D85ED8-D478-F7BB-2592-4A6E06CFEFC3}"/>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81F187B-41BD-4260-A4AC-75142A5CFC09}" type="slidenum">
              <a:t>‹N°›</a:t>
            </a:fld>
            <a:endParaRPr lang="en-US"/>
          </a:p>
        </p:txBody>
      </p:sp>
    </p:spTree>
    <p:extLst>
      <p:ext uri="{BB962C8B-B14F-4D97-AF65-F5344CB8AC3E}">
        <p14:creationId xmlns:p14="http://schemas.microsoft.com/office/powerpoint/2010/main" val="3606739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8788C1E0-0B16-FFA3-02C8-780F939618F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6">
            <a:extLst>
              <a:ext uri="{FF2B5EF4-FFF2-40B4-BE49-F238E27FC236}">
                <a16:creationId xmlns:a16="http://schemas.microsoft.com/office/drawing/2014/main" id="{DF97390B-6CF1-BEE5-0C0C-9D2AC576F80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7C7D855-4D78-4D07-A3E8-3EE8B10E4AE9}" type="slidenum">
              <a:t>‹N°›</a:t>
            </a:fld>
            <a:endParaRPr lang="en-US"/>
          </a:p>
        </p:txBody>
      </p:sp>
    </p:spTree>
    <p:extLst>
      <p:ext uri="{BB962C8B-B14F-4D97-AF65-F5344CB8AC3E}">
        <p14:creationId xmlns:p14="http://schemas.microsoft.com/office/powerpoint/2010/main" val="18007643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slide with sketches">
    <p:spTree>
      <p:nvGrpSpPr>
        <p:cNvPr id="1" name=""/>
        <p:cNvGrpSpPr/>
        <p:nvPr/>
      </p:nvGrpSpPr>
      <p:grpSpPr>
        <a:xfrm>
          <a:off x="0" y="0"/>
          <a:ext cx="0" cy="0"/>
          <a:chOff x="0" y="0"/>
          <a:chExt cx="0" cy="0"/>
        </a:xfrm>
      </p:grpSpPr>
      <p:sp>
        <p:nvSpPr>
          <p:cNvPr id="2" name="Agenda placeholder">
            <a:extLst>
              <a:ext uri="{FF2B5EF4-FFF2-40B4-BE49-F238E27FC236}">
                <a16:creationId xmlns:a16="http://schemas.microsoft.com/office/drawing/2014/main" id="{056A7164-DDE3-9BE0-C2AE-65D2F2EE385A}"/>
              </a:ext>
            </a:extLst>
          </p:cNvPr>
          <p:cNvSpPr txBox="1">
            <a:spLocks noGrp="1"/>
          </p:cNvSpPr>
          <p:nvPr>
            <p:ph idx="4294967295"/>
          </p:nvPr>
        </p:nvSpPr>
        <p:spPr>
          <a:xfrm>
            <a:off x="457200" y="1504946"/>
            <a:ext cx="8229600" cy="2819396"/>
          </a:xfrm>
        </p:spPr>
        <p:txBody>
          <a:bodyPr/>
          <a:lstStyle>
            <a:lvl1pPr marL="342900" indent="-342900">
              <a:buClr>
                <a:srgbClr val="009530"/>
              </a:buClr>
              <a:buSzPct val="100000"/>
              <a:buFont typeface="Poppins"/>
              <a:buAutoNum type="arabicPeriod"/>
              <a:defRPr lang="en-US"/>
            </a:lvl1pPr>
            <a:lvl2pPr marL="342900" lvl="0" indent="-342900" defTabSz="457181">
              <a:buFont typeface="Poppins"/>
              <a:buAutoNum type="arabicPeriod"/>
              <a:defRPr lang="en-US"/>
            </a:lvl2pPr>
          </a:lstStyle>
          <a:p>
            <a:pPr lvl="0"/>
            <a:r>
              <a:rPr lang="en-US"/>
              <a:t>Click to edit master text styles</a:t>
            </a:r>
          </a:p>
          <a:p>
            <a:pPr lvl="0"/>
            <a:endParaRPr lang="en-US"/>
          </a:p>
        </p:txBody>
      </p:sp>
      <p:sp>
        <p:nvSpPr>
          <p:cNvPr id="3" name="Footer Placeholder 6">
            <a:extLst>
              <a:ext uri="{FF2B5EF4-FFF2-40B4-BE49-F238E27FC236}">
                <a16:creationId xmlns:a16="http://schemas.microsoft.com/office/drawing/2014/main" id="{06CEE422-9BAD-1B08-193A-A4A8A2C07C0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7">
            <a:extLst>
              <a:ext uri="{FF2B5EF4-FFF2-40B4-BE49-F238E27FC236}">
                <a16:creationId xmlns:a16="http://schemas.microsoft.com/office/drawing/2014/main" id="{2EA40830-D128-F1E9-C131-CF1E580A7DEC}"/>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F63FC2D-D91A-41FC-9657-62844B1DA121}" type="slidenum">
              <a:t>‹N°›</a:t>
            </a:fld>
            <a:endParaRPr lang="en-US"/>
          </a:p>
        </p:txBody>
      </p:sp>
    </p:spTree>
    <p:extLst>
      <p:ext uri="{BB962C8B-B14F-4D97-AF65-F5344CB8AC3E}">
        <p14:creationId xmlns:p14="http://schemas.microsoft.com/office/powerpoint/2010/main" val="76976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break with subhead">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0E00C539-2ED4-371B-3EE3-1C3CB4CEFF0F}"/>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2D503372-7510-EEDB-E4F9-8A1019B5A30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5F235DC3-6485-4B88-9CEE-9E8C4F89F61B}" type="slidenum">
              <a:t>‹N°›</a:t>
            </a:fld>
            <a:endParaRPr lang="en-US"/>
          </a:p>
        </p:txBody>
      </p:sp>
    </p:spTree>
    <p:extLst>
      <p:ext uri="{BB962C8B-B14F-4D97-AF65-F5344CB8AC3E}">
        <p14:creationId xmlns:p14="http://schemas.microsoft.com/office/powerpoint/2010/main" val="40570187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break for longer copy">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F443F653-E1D7-2D1C-3516-6E634BAABC7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C623A17-2A79-4A42-854F-F46DF73858B5}" type="slidenum">
              <a:t>‹N°›</a:t>
            </a:fld>
            <a:endParaRPr lang="en-US"/>
          </a:p>
        </p:txBody>
      </p:sp>
    </p:spTree>
    <p:extLst>
      <p:ext uri="{BB962C8B-B14F-4D97-AF65-F5344CB8AC3E}">
        <p14:creationId xmlns:p14="http://schemas.microsoft.com/office/powerpoint/2010/main" val="5507982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break for longer copy with image">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A1CF8C8D-2C00-97A7-B6E3-54EE150109B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F2E6C74E-067A-767A-EB2C-AE23B19BAB9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B887BAA-45C0-4B7B-8D34-6E445A366ED6}" type="slidenum">
              <a:t>‹N°›</a:t>
            </a:fld>
            <a:endParaRPr lang="en-US"/>
          </a:p>
        </p:txBody>
      </p:sp>
    </p:spTree>
    <p:extLst>
      <p:ext uri="{BB962C8B-B14F-4D97-AF65-F5344CB8AC3E}">
        <p14:creationId xmlns:p14="http://schemas.microsoft.com/office/powerpoint/2010/main" val="640172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FDD10129-E465-83CE-D2A9-8C63AB5BC51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5">
            <a:extLst>
              <a:ext uri="{FF2B5EF4-FFF2-40B4-BE49-F238E27FC236}">
                <a16:creationId xmlns:a16="http://schemas.microsoft.com/office/drawing/2014/main" id="{DC1CBBB6-AAF3-6D16-E564-35450C23DBF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1A35811-E4DF-49B8-9637-3F29E5CBBB90}" type="slidenum">
              <a:t>‹N°›</a:t>
            </a:fld>
            <a:endParaRPr lang="en-US"/>
          </a:p>
        </p:txBody>
      </p:sp>
    </p:spTree>
    <p:extLst>
      <p:ext uri="{BB962C8B-B14F-4D97-AF65-F5344CB8AC3E}">
        <p14:creationId xmlns:p14="http://schemas.microsoft.com/office/powerpoint/2010/main" val="2374321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Advancing Energy Tech slide">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472D61C3-7C20-460C-2126-53008657582B}"/>
              </a:ext>
            </a:extLst>
          </p:cNvPr>
          <p:cNvSpPr txBox="1"/>
          <p:nvPr/>
        </p:nvSpPr>
        <p:spPr>
          <a:xfrm>
            <a:off x="1630110" y="2233742"/>
            <a:ext cx="5883779" cy="615555"/>
          </a:xfrm>
          <a:prstGeom prst="rect">
            <a:avLst/>
          </a:prstGeom>
          <a:noFill/>
          <a:ln cap="flat">
            <a:noFill/>
          </a:ln>
          <a:effectLst>
            <a:outerShdw dist="22997" dir="5400000" algn="tl">
              <a:srgbClr val="000000">
                <a:alpha val="35000"/>
              </a:srgbClr>
            </a:outerShdw>
          </a:effectLst>
        </p:spPr>
        <p:txBody>
          <a:bodyPr vert="horz" wrap="square" lIns="91440" tIns="45720" rIns="91440" bIns="45720" anchor="t" anchorCtr="1" compatLnSpc="1">
            <a:sp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A2F24"/>
                </a:solidFill>
                <a:uFillTx/>
                <a:latin typeface="Poppins"/>
                <a:cs typeface="Arial"/>
              </a:rPr>
              <a:t>Advancing Energy Tech</a:t>
            </a:r>
          </a:p>
        </p:txBody>
      </p:sp>
      <p:sp>
        <p:nvSpPr>
          <p:cNvPr id="3" name="Footer Placeholder 3">
            <a:extLst>
              <a:ext uri="{FF2B5EF4-FFF2-40B4-BE49-F238E27FC236}">
                <a16:creationId xmlns:a16="http://schemas.microsoft.com/office/drawing/2014/main" id="{CECDD05A-7229-055C-665F-4E088FAB44B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6">
            <a:extLst>
              <a:ext uri="{FF2B5EF4-FFF2-40B4-BE49-F238E27FC236}">
                <a16:creationId xmlns:a16="http://schemas.microsoft.com/office/drawing/2014/main" id="{343D5E64-95DD-7F53-5F9A-75A868FAAA3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AC2078D-15A2-44CC-A34B-95EF7A6BAFEA}" type="slidenum">
              <a:t>‹N°›</a:t>
            </a:fld>
            <a:endParaRPr lang="en-US"/>
          </a:p>
        </p:txBody>
      </p:sp>
    </p:spTree>
    <p:extLst>
      <p:ext uri="{BB962C8B-B14F-4D97-AF65-F5344CB8AC3E}">
        <p14:creationId xmlns:p14="http://schemas.microsoft.com/office/powerpoint/2010/main" val="1667770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losing slide">
    <p:bg>
      <p:bgPr>
        <a:solidFill>
          <a:srgbClr val="FFFFFF"/>
        </a:solidFill>
        <a:effectLst/>
      </p:bgPr>
    </p:bg>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ADF90CD1-F89E-F859-7400-D9473AD544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D67CECEF-E941-167C-88AE-24AC03C16AC8}"/>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B05C493B-D004-6011-2120-A3AA224C160C}"/>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C66DB87C-1695-6459-D81D-FE0560A4DBCB}"/>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4AF77FA5-87C4-6B53-FDDF-71D62E52B48A}"/>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2085E411-5799-840D-B9BA-174317362358}"/>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sp>
        <p:nvSpPr>
          <p:cNvPr id="8" name="Rectangle 1">
            <a:extLst>
              <a:ext uri="{FF2B5EF4-FFF2-40B4-BE49-F238E27FC236}">
                <a16:creationId xmlns:a16="http://schemas.microsoft.com/office/drawing/2014/main" id="{917ED28F-7EFF-E0D2-6BB3-F029EC45F070}"/>
              </a:ext>
              <a:ext uri="{C183D7F6-B498-43B3-948B-1728B52AA6E4}">
                <adec:decorative xmlns:adec="http://schemas.microsoft.com/office/drawing/2017/decorative" val="1"/>
              </a:ext>
            </a:extLst>
          </p:cNvPr>
          <p:cNvSpPr/>
          <p:nvPr/>
        </p:nvSpPr>
        <p:spPr>
          <a:xfrm>
            <a:off x="7491569" y="4533439"/>
            <a:ext cx="1652430" cy="610060"/>
          </a:xfrm>
          <a:prstGeom prst="rect">
            <a:avLst/>
          </a:prstGeom>
          <a:solidFill>
            <a:srgbClr val="FFFFFF"/>
          </a:solidFill>
          <a:ln cap="flat">
            <a:noFill/>
            <a:prstDash val="solid"/>
          </a:ln>
          <a:effectLst>
            <a:outerShdw dist="22997" dir="5400000" algn="tl">
              <a:srgbClr val="000000">
                <a:alpha val="35000"/>
              </a:srgbClr>
            </a:outerShdw>
          </a:effectLst>
        </p:spPr>
        <p:txBody>
          <a:bodyPr vert="horz" wrap="square" lIns="91440" tIns="45720" rIns="91440" bIns="45720" anchor="ctr" anchorCtr="1" compatLnSpc="1">
            <a:no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pic>
        <p:nvPicPr>
          <p:cNvPr id="9" name="Graphic 5">
            <a:extLst>
              <a:ext uri="{FF2B5EF4-FFF2-40B4-BE49-F238E27FC236}">
                <a16:creationId xmlns:a16="http://schemas.microsoft.com/office/drawing/2014/main" id="{5C34BE9B-DF12-DC5B-5585-0A908C3414B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324017516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lide simple">
    <p:bg>
      <p:bgPr>
        <a:solidFill>
          <a:srgbClr val="E7FFD9"/>
        </a:solidFill>
        <a:effectLst/>
      </p:bgPr>
    </p:bg>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2B72BB43-C3A2-B7E2-F7B7-DC37A060D067}"/>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C646E59D-A2A2-3F0D-28A5-F0603F5D7A4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88F03EAF-5E16-C702-575D-F69696DE21B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97325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One column">
    <p:bg>
      <p:bgPr>
        <a:solidFill>
          <a:srgbClr val="E7FFD9"/>
        </a:solidFill>
        <a:effectLst/>
      </p:bgPr>
    </p:bg>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DA15EF34-6568-85EB-FF8E-9CFBA9F263EC}"/>
              </a:ext>
            </a:extLst>
          </p:cNvPr>
          <p:cNvSpPr txBox="1">
            <a:spLocks noGrp="1"/>
          </p:cNvSpPr>
          <p:nvPr>
            <p:ph type="title"/>
          </p:nvPr>
        </p:nvSpPr>
        <p:spPr/>
        <p:txBody>
          <a:bodyPr/>
          <a:lstStyle>
            <a:lvl1pPr>
              <a:defRPr/>
            </a:lvl1pPr>
          </a:lstStyle>
          <a:p>
            <a:pPr lvl="0"/>
            <a:r>
              <a:rPr lang="en-US"/>
              <a:t>Click to edit master title style</a:t>
            </a:r>
          </a:p>
        </p:txBody>
      </p:sp>
      <p:sp>
        <p:nvSpPr>
          <p:cNvPr id="3" name="Subhead placeholder">
            <a:extLst>
              <a:ext uri="{FF2B5EF4-FFF2-40B4-BE49-F238E27FC236}">
                <a16:creationId xmlns:a16="http://schemas.microsoft.com/office/drawing/2014/main" id="{3DC458CF-753D-1278-9E95-867C5C097EFC}"/>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4" name="Content Placeholder 4">
            <a:extLst>
              <a:ext uri="{FF2B5EF4-FFF2-40B4-BE49-F238E27FC236}">
                <a16:creationId xmlns:a16="http://schemas.microsoft.com/office/drawing/2014/main" id="{6189A655-C1E7-1D96-D470-D563CCFA0979}"/>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21833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One column two line headline">
    <p:bg>
      <p:bgPr>
        <a:solidFill>
          <a:srgbClr val="E7FFD9"/>
        </a:solidFill>
        <a:effectLst/>
      </p:bgPr>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4042D811-2B3A-CF1C-9908-11E9201F7B20}"/>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1812ADEA-B680-1921-CDB3-08BADFA324B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B7E89585-6757-364F-ECE2-E1AED97A2AB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0FBFEA0-6AA9-4D76-B921-D08E74050766}" type="slidenum">
              <a:t>‹N°›</a:t>
            </a:fld>
            <a:endParaRPr lang="en-US"/>
          </a:p>
        </p:txBody>
      </p:sp>
    </p:spTree>
    <p:extLst>
      <p:ext uri="{BB962C8B-B14F-4D97-AF65-F5344CB8AC3E}">
        <p14:creationId xmlns:p14="http://schemas.microsoft.com/office/powerpoint/2010/main" val="32129623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lide Offer comm">
    <p:bg>
      <p:bgPr>
        <a:solidFill>
          <a:srgbClr val="E7FFD9"/>
        </a:solidFill>
        <a:effectLst/>
      </p:bgPr>
    </p:bg>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D68C7098-6C66-2A20-764A-136C973E63AE}"/>
              </a:ext>
            </a:extLst>
          </p:cNvPr>
          <p:cNvSpPr txBox="1">
            <a:spLocks noGrp="1"/>
          </p:cNvSpPr>
          <p:nvPr>
            <p:ph type="body" idx="4294967295"/>
          </p:nvPr>
        </p:nvSpPr>
        <p:spPr>
          <a:xfrm>
            <a:off x="457200" y="4108902"/>
            <a:ext cx="4114800"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2FC213CE-1892-0851-0A47-B4BF65BCBEA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Picture Placeholder 11">
            <a:extLst>
              <a:ext uri="{FF2B5EF4-FFF2-40B4-BE49-F238E27FC236}">
                <a16:creationId xmlns:a16="http://schemas.microsoft.com/office/drawing/2014/main" id="{2809D2C6-247E-1DC6-A7CD-B4B887623C00}"/>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en-US"/>
              <a:t>Click icon to add picture</a:t>
            </a:r>
          </a:p>
        </p:txBody>
      </p:sp>
      <p:sp>
        <p:nvSpPr>
          <p:cNvPr id="5" name="Graphic 2">
            <a:extLst>
              <a:ext uri="{FF2B5EF4-FFF2-40B4-BE49-F238E27FC236}">
                <a16:creationId xmlns:a16="http://schemas.microsoft.com/office/drawing/2014/main" id="{F6C7EA8C-6493-254A-4DE4-43D0C29BAB80}"/>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A2F24"/>
              </a:solidFill>
              <a:uFillTx/>
              <a:latin typeface="Poppins"/>
            </a:endParaRPr>
          </a:p>
        </p:txBody>
      </p:sp>
      <p:sp>
        <p:nvSpPr>
          <p:cNvPr id="6" name="Footer Placeholder 1">
            <a:extLst>
              <a:ext uri="{FF2B5EF4-FFF2-40B4-BE49-F238E27FC236}">
                <a16:creationId xmlns:a16="http://schemas.microsoft.com/office/drawing/2014/main" id="{B145974E-2672-F353-982D-59986E7B499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33791239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 with image">
    <p:bg>
      <p:bgPr>
        <a:solidFill>
          <a:srgbClr val="E7FFD9"/>
        </a:solidFill>
        <a:effectLst/>
      </p:bgPr>
    </p:bg>
    <p:spTree>
      <p:nvGrpSpPr>
        <p:cNvPr id="1" name=""/>
        <p:cNvGrpSpPr/>
        <p:nvPr/>
      </p:nvGrpSpPr>
      <p:grpSpPr>
        <a:xfrm>
          <a:off x="0" y="0"/>
          <a:ext cx="0" cy="0"/>
          <a:chOff x="0" y="0"/>
          <a:chExt cx="0" cy="0"/>
        </a:xfrm>
      </p:grpSpPr>
      <p:sp>
        <p:nvSpPr>
          <p:cNvPr id="2" name="Subtitle placeholder">
            <a:extLst>
              <a:ext uri="{FF2B5EF4-FFF2-40B4-BE49-F238E27FC236}">
                <a16:creationId xmlns:a16="http://schemas.microsoft.com/office/drawing/2014/main" id="{851F3EA8-8C6C-455C-1446-9FE495AA3AB3}"/>
              </a:ext>
            </a:extLst>
          </p:cNvPr>
          <p:cNvSpPr txBox="1">
            <a:spLocks noGrp="1"/>
          </p:cNvSpPr>
          <p:nvPr>
            <p:ph type="subTitle" idx="4294967295"/>
          </p:nvPr>
        </p:nvSpPr>
        <p:spPr>
          <a:xfrm>
            <a:off x="457200" y="3460482"/>
            <a:ext cx="8291514" cy="215441"/>
          </a:xfrm>
        </p:spPr>
        <p:txBody>
          <a:bodyPr/>
          <a:lstStyle>
            <a:lvl1pPr>
              <a:defRPr sz="1600"/>
            </a:lvl1pPr>
          </a:lstStyle>
          <a:p>
            <a:pPr lvl="0"/>
            <a:r>
              <a:rPr lang="en-US"/>
              <a:t>Click to edit optional subtitle</a:t>
            </a:r>
          </a:p>
        </p:txBody>
      </p:sp>
      <p:sp>
        <p:nvSpPr>
          <p:cNvPr id="3" name="Presenter and date">
            <a:extLst>
              <a:ext uri="{FF2B5EF4-FFF2-40B4-BE49-F238E27FC236}">
                <a16:creationId xmlns:a16="http://schemas.microsoft.com/office/drawing/2014/main" id="{14FC834D-49B9-9F54-4D9D-24D69F38E9B7}"/>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4" name="Picture 8">
            <a:extLst>
              <a:ext uri="{FF2B5EF4-FFF2-40B4-BE49-F238E27FC236}">
                <a16:creationId xmlns:a16="http://schemas.microsoft.com/office/drawing/2014/main" id="{EE38B3CA-0E22-D8E9-2BBD-B90C7E95DB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5" name="Footer Placeholder 2">
            <a:extLst>
              <a:ext uri="{FF2B5EF4-FFF2-40B4-BE49-F238E27FC236}">
                <a16:creationId xmlns:a16="http://schemas.microsoft.com/office/drawing/2014/main" id="{870499BB-4944-1DCB-8442-0AAE713FB49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696434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One column with sketches">
    <p:bg>
      <p:bgPr>
        <a:solidFill>
          <a:srgbClr val="E7FFD9"/>
        </a:solidFill>
        <a:effectLst/>
      </p:bgPr>
    </p:bg>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23177D3D-F2DE-E329-FCC0-971C2DD8C154}"/>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Content Placeholder 4">
            <a:extLst>
              <a:ext uri="{FF2B5EF4-FFF2-40B4-BE49-F238E27FC236}">
                <a16:creationId xmlns:a16="http://schemas.microsoft.com/office/drawing/2014/main" id="{5D6ACE80-3F38-321A-4A2B-DDED536C7AB7}"/>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7FD7293F-58A2-65E5-E26E-239CD946DA5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BE22862A-531C-43F9-1DAA-7BD99BC03A2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06A929D-9282-44CF-A86C-B853846C5519}" type="slidenum">
              <a:t>‹N°›</a:t>
            </a:fld>
            <a:endParaRPr lang="en-US"/>
          </a:p>
        </p:txBody>
      </p:sp>
    </p:spTree>
    <p:extLst>
      <p:ext uri="{BB962C8B-B14F-4D97-AF65-F5344CB8AC3E}">
        <p14:creationId xmlns:p14="http://schemas.microsoft.com/office/powerpoint/2010/main" val="13631765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slide with title">
    <p:bg>
      <p:bgPr>
        <a:solidFill>
          <a:srgbClr val="E7FFD9"/>
        </a:solidFill>
        <a:effectLst/>
      </p:bgPr>
    </p:bg>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94C73FF2-6ACC-BFB7-51AD-46F8D1B54A3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A14066F-4FA8-4675-99A5-18F84D0BDF0A}" type="slidenum">
              <a:t>‹N°›</a:t>
            </a:fld>
            <a:endParaRPr lang="en-US"/>
          </a:p>
        </p:txBody>
      </p:sp>
    </p:spTree>
    <p:extLst>
      <p:ext uri="{BB962C8B-B14F-4D97-AF65-F5344CB8AC3E}">
        <p14:creationId xmlns:p14="http://schemas.microsoft.com/office/powerpoint/2010/main" val="29039563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slide">
    <p:bg>
      <p:bgPr>
        <a:solidFill>
          <a:srgbClr val="E7FFD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29908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One column 2/3 of slide">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4B9CA5A-2C1C-CE43-7C1E-6FEDDD7BFF0E}"/>
              </a:ext>
            </a:extLst>
          </p:cNvPr>
          <p:cNvSpPr txBox="1">
            <a:spLocks noGrp="1"/>
          </p:cNvSpPr>
          <p:nvPr>
            <p:ph idx="4294967295"/>
          </p:nvPr>
        </p:nvSpPr>
        <p:spPr>
          <a:xfrm>
            <a:off x="457200" y="1508394"/>
            <a:ext cx="5449622" cy="266714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76445079-237A-3A74-A7F8-C49541C8B76C}"/>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en-US"/>
              <a:t>Click to edit Master text styles</a:t>
            </a:r>
          </a:p>
        </p:txBody>
      </p:sp>
      <p:sp>
        <p:nvSpPr>
          <p:cNvPr id="4" name="Footer Placeholder 7">
            <a:extLst>
              <a:ext uri="{FF2B5EF4-FFF2-40B4-BE49-F238E27FC236}">
                <a16:creationId xmlns:a16="http://schemas.microsoft.com/office/drawing/2014/main" id="{1075DD22-708A-05D2-5C10-2CC28135C97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8">
            <a:extLst>
              <a:ext uri="{FF2B5EF4-FFF2-40B4-BE49-F238E27FC236}">
                <a16:creationId xmlns:a16="http://schemas.microsoft.com/office/drawing/2014/main" id="{1340CF0C-8272-D459-24B7-36F903194C0D}"/>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388A24D-16E9-4318-B075-B41C2DCE0C19}" type="slidenum">
              <a:t>‹N°›</a:t>
            </a:fld>
            <a:endParaRPr lang="en-US"/>
          </a:p>
        </p:txBody>
      </p:sp>
    </p:spTree>
    <p:extLst>
      <p:ext uri="{BB962C8B-B14F-4D97-AF65-F5344CB8AC3E}">
        <p14:creationId xmlns:p14="http://schemas.microsoft.com/office/powerpoint/2010/main" val="14635151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One column with callou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E6204493-D3F4-CEB9-144B-3A8760C65F78}"/>
              </a:ext>
            </a:extLst>
          </p:cNvPr>
          <p:cNvSpPr txBox="1">
            <a:spLocks noGrp="1"/>
          </p:cNvSpPr>
          <p:nvPr>
            <p:ph idx="4294967295"/>
          </p:nvPr>
        </p:nvSpPr>
        <p:spPr>
          <a:xfrm>
            <a:off x="457200" y="1508394"/>
            <a:ext cx="544962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33EC2BA2-3D10-25A7-97B4-65000E2A897B}"/>
              </a:ext>
            </a:extLst>
          </p:cNvPr>
          <p:cNvSpPr txBox="1">
            <a:spLocks noGrp="1"/>
          </p:cNvSpPr>
          <p:nvPr>
            <p:ph idx="4294967295"/>
          </p:nvPr>
        </p:nvSpPr>
        <p:spPr>
          <a:xfrm>
            <a:off x="6202887" y="1508394"/>
            <a:ext cx="248391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3E65F7FF-E803-1263-B5B0-ED56CB964B1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C1200801-2441-03F4-992E-FB5A8BCF0E8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C7C02AE-87EA-4CC5-8F03-B16A94E9200E}" type="slidenum">
              <a:t>‹N°›</a:t>
            </a:fld>
            <a:endParaRPr lang="en-US"/>
          </a:p>
        </p:txBody>
      </p:sp>
    </p:spTree>
    <p:extLst>
      <p:ext uri="{BB962C8B-B14F-4D97-AF65-F5344CB8AC3E}">
        <p14:creationId xmlns:p14="http://schemas.microsoft.com/office/powerpoint/2010/main" val="19651017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s">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797089B-9B4D-437D-9174-6C266D5F1573}"/>
              </a:ext>
            </a:extLst>
          </p:cNvPr>
          <p:cNvSpPr txBox="1">
            <a:spLocks noGrp="1"/>
          </p:cNvSpPr>
          <p:nvPr>
            <p:ph idx="4294967295"/>
          </p:nvPr>
        </p:nvSpPr>
        <p:spPr>
          <a:xfrm>
            <a:off x="454100" y="1713421"/>
            <a:ext cx="401390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5C0B1AE5-A5BF-42F0-46FE-3B0215AD53B6}"/>
              </a:ext>
            </a:extLst>
          </p:cNvPr>
          <p:cNvSpPr txBox="1">
            <a:spLocks noGrp="1"/>
          </p:cNvSpPr>
          <p:nvPr>
            <p:ph type="body" idx="4294967295"/>
          </p:nvPr>
        </p:nvSpPr>
        <p:spPr>
          <a:xfrm>
            <a:off x="4672894" y="1352553"/>
            <a:ext cx="4013895" cy="158748"/>
          </a:xfrm>
        </p:spPr>
        <p:txBody>
          <a:bodyPr/>
          <a:lstStyle>
            <a:lvl1pPr>
              <a:lnSpc>
                <a:spcPts val="1600"/>
              </a:lnSpc>
              <a:defRPr/>
            </a:lvl1pPr>
          </a:lstStyle>
          <a:p>
            <a:pPr lvl="0"/>
            <a:r>
              <a:rPr lang="en-US"/>
              <a:t>Click to edit master text styles</a:t>
            </a:r>
          </a:p>
        </p:txBody>
      </p:sp>
      <p:sp>
        <p:nvSpPr>
          <p:cNvPr id="4" name="Text placeholder">
            <a:extLst>
              <a:ext uri="{FF2B5EF4-FFF2-40B4-BE49-F238E27FC236}">
                <a16:creationId xmlns:a16="http://schemas.microsoft.com/office/drawing/2014/main" id="{354B5579-29F0-9420-F377-46833B0C912C}"/>
              </a:ext>
            </a:extLst>
          </p:cNvPr>
          <p:cNvSpPr txBox="1">
            <a:spLocks noGrp="1"/>
          </p:cNvSpPr>
          <p:nvPr>
            <p:ph idx="4294967295"/>
          </p:nvPr>
        </p:nvSpPr>
        <p:spPr>
          <a:xfrm>
            <a:off x="4672894" y="1713421"/>
            <a:ext cx="401389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8">
            <a:extLst>
              <a:ext uri="{FF2B5EF4-FFF2-40B4-BE49-F238E27FC236}">
                <a16:creationId xmlns:a16="http://schemas.microsoft.com/office/drawing/2014/main" id="{A7F1F325-09DD-223A-50C0-AC6557ABB6B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0">
            <a:extLst>
              <a:ext uri="{FF2B5EF4-FFF2-40B4-BE49-F238E27FC236}">
                <a16:creationId xmlns:a16="http://schemas.microsoft.com/office/drawing/2014/main" id="{16C59650-38E1-3C16-91C2-8EFB29B346AE}"/>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A81F0CF-A468-482E-853E-51F682731B87}" type="slidenum">
              <a:t>‹N°›</a:t>
            </a:fld>
            <a:endParaRPr lang="en-US"/>
          </a:p>
        </p:txBody>
      </p:sp>
    </p:spTree>
    <p:extLst>
      <p:ext uri="{BB962C8B-B14F-4D97-AF65-F5344CB8AC3E}">
        <p14:creationId xmlns:p14="http://schemas.microsoft.com/office/powerpoint/2010/main" val="7007864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s with subtitle and sketches">
    <p:bg>
      <p:bgPr>
        <a:solidFill>
          <a:srgbClr val="E7FFD9"/>
        </a:solidFill>
        <a:effectLst/>
      </p:bgPr>
    </p:bg>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3A13C6F5-C098-0C18-9E57-E1D8E8DFA211}"/>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FBF534EC-83DB-8A6B-B68D-4B05B2B3FEF0}"/>
              </a:ext>
            </a:extLst>
          </p:cNvPr>
          <p:cNvSpPr txBox="1">
            <a:spLocks noGrp="1"/>
          </p:cNvSpPr>
          <p:nvPr>
            <p:ph idx="4294967295"/>
          </p:nvPr>
        </p:nvSpPr>
        <p:spPr>
          <a:xfrm>
            <a:off x="454100"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aption placeholder">
            <a:extLst>
              <a:ext uri="{FF2B5EF4-FFF2-40B4-BE49-F238E27FC236}">
                <a16:creationId xmlns:a16="http://schemas.microsoft.com/office/drawing/2014/main" id="{BDD939C0-406D-FB23-C252-72E663F5DC3B}"/>
              </a:ext>
            </a:extLst>
          </p:cNvPr>
          <p:cNvSpPr txBox="1">
            <a:spLocks noGrp="1"/>
          </p:cNvSpPr>
          <p:nvPr>
            <p:ph type="body" idx="4294967295"/>
          </p:nvPr>
        </p:nvSpPr>
        <p:spPr>
          <a:xfrm>
            <a:off x="454100" y="4341808"/>
            <a:ext cx="4013905" cy="158748"/>
          </a:xfrm>
        </p:spPr>
        <p:txBody>
          <a:bodyPr/>
          <a:lstStyle>
            <a:lvl1pPr>
              <a:lnSpc>
                <a:spcPts val="1300"/>
              </a:lnSpc>
              <a:defRPr sz="1100"/>
            </a:lvl1pPr>
          </a:lstStyle>
          <a:p>
            <a:pPr lvl="0"/>
            <a:r>
              <a:rPr lang="en-US"/>
              <a:t>Click to edit master text styles</a:t>
            </a:r>
          </a:p>
        </p:txBody>
      </p:sp>
      <p:sp>
        <p:nvSpPr>
          <p:cNvPr id="5" name="Text placeholder">
            <a:extLst>
              <a:ext uri="{FF2B5EF4-FFF2-40B4-BE49-F238E27FC236}">
                <a16:creationId xmlns:a16="http://schemas.microsoft.com/office/drawing/2014/main" id="{4232B632-853B-65B7-B1F4-08FBBD8369E6}"/>
              </a:ext>
            </a:extLst>
          </p:cNvPr>
          <p:cNvSpPr txBox="1">
            <a:spLocks noGrp="1"/>
          </p:cNvSpPr>
          <p:nvPr>
            <p:ph idx="4294967295"/>
          </p:nvPr>
        </p:nvSpPr>
        <p:spPr>
          <a:xfrm>
            <a:off x="4672894"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a:extLst>
              <a:ext uri="{FF2B5EF4-FFF2-40B4-BE49-F238E27FC236}">
                <a16:creationId xmlns:a16="http://schemas.microsoft.com/office/drawing/2014/main" id="{C7C082A2-4B4D-1BE9-7D80-3BE653484963}"/>
              </a:ext>
            </a:extLst>
          </p:cNvPr>
          <p:cNvSpPr txBox="1">
            <a:spLocks noGrp="1"/>
          </p:cNvSpPr>
          <p:nvPr>
            <p:ph type="body" idx="4294967295"/>
          </p:nvPr>
        </p:nvSpPr>
        <p:spPr>
          <a:xfrm>
            <a:off x="4672894" y="4341808"/>
            <a:ext cx="4013905" cy="158748"/>
          </a:xfrm>
        </p:spPr>
        <p:txBody>
          <a:bodyPr/>
          <a:lstStyle>
            <a:lvl1pPr>
              <a:lnSpc>
                <a:spcPts val="1300"/>
              </a:lnSpc>
              <a:defRPr sz="1100"/>
            </a:lvl1pPr>
          </a:lstStyle>
          <a:p>
            <a:pPr lvl="0"/>
            <a:r>
              <a:rPr lang="en-US"/>
              <a:t>Click to edit master text styles</a:t>
            </a:r>
          </a:p>
        </p:txBody>
      </p:sp>
      <p:sp>
        <p:nvSpPr>
          <p:cNvPr id="7" name="Footer Placeholder 10">
            <a:extLst>
              <a:ext uri="{FF2B5EF4-FFF2-40B4-BE49-F238E27FC236}">
                <a16:creationId xmlns:a16="http://schemas.microsoft.com/office/drawing/2014/main" id="{E31E7B83-B646-46AD-5D8F-46453567767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8" name="Slide Number Placeholder 13">
            <a:extLst>
              <a:ext uri="{FF2B5EF4-FFF2-40B4-BE49-F238E27FC236}">
                <a16:creationId xmlns:a16="http://schemas.microsoft.com/office/drawing/2014/main" id="{7F95B185-4A6E-4227-662F-0319F303BE9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64B7773-F6DA-4BC7-94D1-8771356D6A8A}" type="slidenum">
              <a:t>‹N°›</a:t>
            </a:fld>
            <a:endParaRPr lang="en-US"/>
          </a:p>
        </p:txBody>
      </p:sp>
    </p:spTree>
    <p:extLst>
      <p:ext uri="{BB962C8B-B14F-4D97-AF65-F5344CB8AC3E}">
        <p14:creationId xmlns:p14="http://schemas.microsoft.com/office/powerpoint/2010/main" val="39916484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columns">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C49CFB93-C46C-BF12-8317-BF1E145872D9}"/>
              </a:ext>
            </a:extLst>
          </p:cNvPr>
          <p:cNvSpPr txBox="1">
            <a:spLocks noGrp="1"/>
          </p:cNvSpPr>
          <p:nvPr>
            <p:ph idx="4294967295"/>
          </p:nvPr>
        </p:nvSpPr>
        <p:spPr>
          <a:xfrm>
            <a:off x="457200"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3ADE0BAB-06BC-10C9-851F-A034018B0310}"/>
              </a:ext>
            </a:extLst>
          </p:cNvPr>
          <p:cNvSpPr txBox="1">
            <a:spLocks noGrp="1"/>
          </p:cNvSpPr>
          <p:nvPr>
            <p:ph idx="4294967295"/>
          </p:nvPr>
        </p:nvSpPr>
        <p:spPr>
          <a:xfrm>
            <a:off x="3299082"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a:extLst>
              <a:ext uri="{FF2B5EF4-FFF2-40B4-BE49-F238E27FC236}">
                <a16:creationId xmlns:a16="http://schemas.microsoft.com/office/drawing/2014/main" id="{EC1C641C-9A72-03BC-1EE1-40A24B5A8E37}"/>
              </a:ext>
            </a:extLst>
          </p:cNvPr>
          <p:cNvSpPr txBox="1">
            <a:spLocks noGrp="1"/>
          </p:cNvSpPr>
          <p:nvPr>
            <p:ph idx="4294967295"/>
          </p:nvPr>
        </p:nvSpPr>
        <p:spPr>
          <a:xfrm>
            <a:off x="6140973"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6">
            <a:extLst>
              <a:ext uri="{FF2B5EF4-FFF2-40B4-BE49-F238E27FC236}">
                <a16:creationId xmlns:a16="http://schemas.microsoft.com/office/drawing/2014/main" id="{9F8CE6C4-99E0-4DD1-71B7-E8A66C86ACC5}"/>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7">
            <a:extLst>
              <a:ext uri="{FF2B5EF4-FFF2-40B4-BE49-F238E27FC236}">
                <a16:creationId xmlns:a16="http://schemas.microsoft.com/office/drawing/2014/main" id="{8CE5C674-6680-C33B-736C-E98A57C71E7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8752A80-F5E2-4DCC-95F9-AC9CCDF1C631}" type="slidenum">
              <a:t>‹N°›</a:t>
            </a:fld>
            <a:endParaRPr lang="en-US"/>
          </a:p>
        </p:txBody>
      </p:sp>
    </p:spTree>
    <p:extLst>
      <p:ext uri="{BB962C8B-B14F-4D97-AF65-F5344CB8AC3E}">
        <p14:creationId xmlns:p14="http://schemas.microsoft.com/office/powerpoint/2010/main" val="39130207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One column with objec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598E6D86-06D3-8F72-E6C8-E80919757574}"/>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C8B9DDA5-0F26-5651-E87C-FD4EDF435508}"/>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4" name="Footer Placeholder 9">
            <a:extLst>
              <a:ext uri="{FF2B5EF4-FFF2-40B4-BE49-F238E27FC236}">
                <a16:creationId xmlns:a16="http://schemas.microsoft.com/office/drawing/2014/main" id="{71B44625-CD05-12B9-2013-24BE7EE9A90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DDC6F5C5-22EF-29D7-B15D-73406B7A607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AAF6655F-95AE-4284-B7F5-7017B3573E36}" type="slidenum">
              <a:t>‹N°›</a:t>
            </a:fld>
            <a:endParaRPr lang="en-US"/>
          </a:p>
        </p:txBody>
      </p:sp>
    </p:spTree>
    <p:extLst>
      <p:ext uri="{BB962C8B-B14F-4D97-AF65-F5344CB8AC3E}">
        <p14:creationId xmlns:p14="http://schemas.microsoft.com/office/powerpoint/2010/main" val="11587541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One column with object and sketches">
    <p:bg>
      <p:bgPr>
        <a:solidFill>
          <a:srgbClr val="E7FFD9"/>
        </a:solidFill>
        <a:effectLst/>
      </p:bgPr>
    </p:bg>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F86C85A0-1BE3-216C-D242-FAD85E664A73}"/>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32F72100-5332-2DA9-676E-82B12A936777}"/>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descr="Image placeholder">
            <a:extLst>
              <a:ext uri="{FF2B5EF4-FFF2-40B4-BE49-F238E27FC236}">
                <a16:creationId xmlns:a16="http://schemas.microsoft.com/office/drawing/2014/main" id="{F6C71A6B-EF0C-1BF3-3BED-202B9638CF2E}"/>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5" name="Footer Placeholder 9">
            <a:extLst>
              <a:ext uri="{FF2B5EF4-FFF2-40B4-BE49-F238E27FC236}">
                <a16:creationId xmlns:a16="http://schemas.microsoft.com/office/drawing/2014/main" id="{2DF427AE-6978-E753-B402-89F71BFD971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1">
            <a:extLst>
              <a:ext uri="{FF2B5EF4-FFF2-40B4-BE49-F238E27FC236}">
                <a16:creationId xmlns:a16="http://schemas.microsoft.com/office/drawing/2014/main" id="{B23FE941-563F-0DF8-F2AE-2D48F1226E03}"/>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0473900-E7C2-416D-B2E6-D4851CAB94A7}" type="slidenum">
              <a:t>‹N°›</a:t>
            </a:fld>
            <a:endParaRPr lang="en-US"/>
          </a:p>
        </p:txBody>
      </p:sp>
    </p:spTree>
    <p:extLst>
      <p:ext uri="{BB962C8B-B14F-4D97-AF65-F5344CB8AC3E}">
        <p14:creationId xmlns:p14="http://schemas.microsoft.com/office/powerpoint/2010/main" val="29138789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One column with half page objec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87327B6E-6D69-3E7E-DE9C-DCF814ED99B9}"/>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BDE4DD40-803D-C55B-A8C9-7710904F6DD6}"/>
              </a:ext>
            </a:extLst>
          </p:cNvPr>
          <p:cNvSpPr txBox="1">
            <a:spLocks noGrp="1"/>
          </p:cNvSpPr>
          <p:nvPr>
            <p:ph idx="4294967295"/>
          </p:nvPr>
        </p:nvSpPr>
        <p:spPr>
          <a:xfrm>
            <a:off x="4572000" y="0"/>
            <a:ext cx="4572000" cy="5143499"/>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4" name="Footer Placeholder 7">
            <a:extLst>
              <a:ext uri="{FF2B5EF4-FFF2-40B4-BE49-F238E27FC236}">
                <a16:creationId xmlns:a16="http://schemas.microsoft.com/office/drawing/2014/main" id="{50D282C2-4B17-756E-DA79-6226F1BA946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5F4BE22F-B0C6-FB17-3063-82EE9A7F754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5FE4E48-CF4D-46DB-8AAE-41F9FC90AAB4}" type="slidenum">
              <a:t>‹N°›</a:t>
            </a:fld>
            <a:endParaRPr lang="en-US"/>
          </a:p>
        </p:txBody>
      </p:sp>
    </p:spTree>
    <p:extLst>
      <p:ext uri="{BB962C8B-B14F-4D97-AF65-F5344CB8AC3E}">
        <p14:creationId xmlns:p14="http://schemas.microsoft.com/office/powerpoint/2010/main" val="32468047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One column with 1/3 objec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62C91B3F-59BA-341E-AAE0-7FAC750139C4}"/>
              </a:ext>
            </a:extLst>
          </p:cNvPr>
          <p:cNvSpPr txBox="1">
            <a:spLocks noGrp="1"/>
          </p:cNvSpPr>
          <p:nvPr>
            <p:ph idx="4294967295"/>
          </p:nvPr>
        </p:nvSpPr>
        <p:spPr>
          <a:xfrm>
            <a:off x="457200" y="1508394"/>
            <a:ext cx="542544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67CFCCA2-0DDF-D185-0C28-A2D17FB2418D}"/>
              </a:ext>
            </a:extLst>
          </p:cNvPr>
          <p:cNvSpPr txBox="1">
            <a:spLocks noGrp="1"/>
          </p:cNvSpPr>
          <p:nvPr>
            <p:ph idx="4294967295"/>
          </p:nvPr>
        </p:nvSpPr>
        <p:spPr>
          <a:xfrm>
            <a:off x="6098398" y="0"/>
            <a:ext cx="3045601" cy="5143499"/>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4" name="Footer Placeholder 3">
            <a:extLst>
              <a:ext uri="{FF2B5EF4-FFF2-40B4-BE49-F238E27FC236}">
                <a16:creationId xmlns:a16="http://schemas.microsoft.com/office/drawing/2014/main" id="{36030A44-A6DF-E4E1-C4DD-3FC0BC948E1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4">
            <a:extLst>
              <a:ext uri="{FF2B5EF4-FFF2-40B4-BE49-F238E27FC236}">
                <a16:creationId xmlns:a16="http://schemas.microsoft.com/office/drawing/2014/main" id="{3FA6E464-BAE6-7DC5-32B2-6B39AAF7EAE4}"/>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E563B76-BFD7-4520-9443-A0DD2637A486}" type="slidenum">
              <a:t>‹N°›</a:t>
            </a:fld>
            <a:endParaRPr lang="en-US"/>
          </a:p>
        </p:txBody>
      </p:sp>
    </p:spTree>
    <p:extLst>
      <p:ext uri="{BB962C8B-B14F-4D97-AF65-F5344CB8AC3E}">
        <p14:creationId xmlns:p14="http://schemas.microsoft.com/office/powerpoint/2010/main" val="4419688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Agenda slide">
    <p:bg>
      <p:bgPr>
        <a:solidFill>
          <a:srgbClr val="E7FFD9"/>
        </a:solidFill>
        <a:effectLst/>
      </p:bgPr>
    </p:bg>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32DCEDF2-75F0-F3E0-D027-028EAA4A535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6">
            <a:extLst>
              <a:ext uri="{FF2B5EF4-FFF2-40B4-BE49-F238E27FC236}">
                <a16:creationId xmlns:a16="http://schemas.microsoft.com/office/drawing/2014/main" id="{CDD8B665-D586-9CEB-18BC-ECC1D974FED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AA803460-591C-4709-8AA3-32A193E2C8B5}" type="slidenum">
              <a:t>‹N°›</a:t>
            </a:fld>
            <a:endParaRPr lang="en-US"/>
          </a:p>
        </p:txBody>
      </p:sp>
    </p:spTree>
    <p:extLst>
      <p:ext uri="{BB962C8B-B14F-4D97-AF65-F5344CB8AC3E}">
        <p14:creationId xmlns:p14="http://schemas.microsoft.com/office/powerpoint/2010/main" val="31599492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Agenda slide with sketches">
    <p:bg>
      <p:bgPr>
        <a:solidFill>
          <a:srgbClr val="E7FFD9"/>
        </a:solidFill>
        <a:effectLst/>
      </p:bgPr>
    </p:bg>
    <p:spTree>
      <p:nvGrpSpPr>
        <p:cNvPr id="1" name=""/>
        <p:cNvGrpSpPr/>
        <p:nvPr/>
      </p:nvGrpSpPr>
      <p:grpSpPr>
        <a:xfrm>
          <a:off x="0" y="0"/>
          <a:ext cx="0" cy="0"/>
          <a:chOff x="0" y="0"/>
          <a:chExt cx="0" cy="0"/>
        </a:xfrm>
      </p:grpSpPr>
      <p:sp>
        <p:nvSpPr>
          <p:cNvPr id="2" name="Agenda placeholder">
            <a:extLst>
              <a:ext uri="{FF2B5EF4-FFF2-40B4-BE49-F238E27FC236}">
                <a16:creationId xmlns:a16="http://schemas.microsoft.com/office/drawing/2014/main" id="{A842C114-82DF-4CFB-3D07-15C66D201AD3}"/>
              </a:ext>
            </a:extLst>
          </p:cNvPr>
          <p:cNvSpPr txBox="1">
            <a:spLocks noGrp="1"/>
          </p:cNvSpPr>
          <p:nvPr>
            <p:ph idx="4294967295"/>
          </p:nvPr>
        </p:nvSpPr>
        <p:spPr>
          <a:xfrm>
            <a:off x="457200" y="1504946"/>
            <a:ext cx="8229600" cy="2819396"/>
          </a:xfrm>
        </p:spPr>
        <p:txBody>
          <a:bodyPr/>
          <a:lstStyle>
            <a:lvl1pPr marL="342900" indent="-342900">
              <a:buClr>
                <a:srgbClr val="0A2F24"/>
              </a:buClr>
              <a:buSzPct val="100000"/>
              <a:buFont typeface="Poppins"/>
              <a:buAutoNum type="arabicPeriod"/>
              <a:defRPr/>
            </a:lvl1pPr>
            <a:lvl2pPr marL="342900" lvl="0" indent="-342900" defTabSz="457181">
              <a:buFont typeface="Poppins"/>
              <a:buAutoNum type="arabicPeriod"/>
              <a:defRPr/>
            </a:lvl2pPr>
          </a:lstStyle>
          <a:p>
            <a:pPr lvl="0"/>
            <a:r>
              <a:rPr lang="en-US"/>
              <a:t>Click to edit master text styles</a:t>
            </a:r>
          </a:p>
          <a:p>
            <a:pPr lvl="0"/>
            <a:endParaRPr lang="en-US"/>
          </a:p>
        </p:txBody>
      </p:sp>
      <p:sp>
        <p:nvSpPr>
          <p:cNvPr id="3" name="Footer Placeholder 6">
            <a:extLst>
              <a:ext uri="{FF2B5EF4-FFF2-40B4-BE49-F238E27FC236}">
                <a16:creationId xmlns:a16="http://schemas.microsoft.com/office/drawing/2014/main" id="{EE54D61C-A1B3-97EE-D0F4-5AF9CD12F32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7">
            <a:extLst>
              <a:ext uri="{FF2B5EF4-FFF2-40B4-BE49-F238E27FC236}">
                <a16:creationId xmlns:a16="http://schemas.microsoft.com/office/drawing/2014/main" id="{29D98611-84A7-13A1-CB60-CA1761D06A7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D83953C-4703-4AAB-8DC9-AE3109FAA506}" type="slidenum">
              <a:t>‹N°›</a:t>
            </a:fld>
            <a:endParaRPr lang="en-US"/>
          </a:p>
        </p:txBody>
      </p:sp>
    </p:spTree>
    <p:extLst>
      <p:ext uri="{BB962C8B-B14F-4D97-AF65-F5344CB8AC3E}">
        <p14:creationId xmlns:p14="http://schemas.microsoft.com/office/powerpoint/2010/main" val="26900279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tion break with subhead">
    <p:bg>
      <p:bgPr>
        <a:solidFill>
          <a:srgbClr val="E7FFD9"/>
        </a:solidFill>
        <a:effectLst/>
      </p:bgPr>
    </p:bg>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0241C8EA-6B1F-96E5-C210-10BE10E1526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BE763086-B8A6-3A8E-F605-06D35642101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5B6EF8E-A1B5-4D92-97BA-99F8D664CF6A}" type="slidenum">
              <a:t>‹N°›</a:t>
            </a:fld>
            <a:endParaRPr lang="en-US"/>
          </a:p>
        </p:txBody>
      </p:sp>
    </p:spTree>
    <p:extLst>
      <p:ext uri="{BB962C8B-B14F-4D97-AF65-F5344CB8AC3E}">
        <p14:creationId xmlns:p14="http://schemas.microsoft.com/office/powerpoint/2010/main" val="17652649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ection break for longer copy">
    <p:bg>
      <p:bgPr>
        <a:solidFill>
          <a:srgbClr val="E7FFD9"/>
        </a:solidFill>
        <a:effectLst/>
      </p:bgPr>
    </p:bg>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8D7A659F-3831-820E-5E55-CD742D02085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D5E706E-F83A-4BD4-9662-2961C178F757}" type="slidenum">
              <a:t>‹N°›</a:t>
            </a:fld>
            <a:endParaRPr lang="en-US"/>
          </a:p>
        </p:txBody>
      </p:sp>
    </p:spTree>
    <p:extLst>
      <p:ext uri="{BB962C8B-B14F-4D97-AF65-F5344CB8AC3E}">
        <p14:creationId xmlns:p14="http://schemas.microsoft.com/office/powerpoint/2010/main" val="4491646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break for longer copy with image">
    <p:bg>
      <p:bgPr>
        <a:solidFill>
          <a:srgbClr val="E7FFD9"/>
        </a:solidFill>
        <a:effectLst/>
      </p:bgPr>
    </p:bg>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38B0EA8E-C194-EFBF-66E2-4767DA4B870F}"/>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6281F621-D287-7E2F-4DF5-1356F92573D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8D696A4-908E-4D5D-ADA8-7DDE4D120D1C}" type="slidenum">
              <a:t>‹N°›</a:t>
            </a:fld>
            <a:endParaRPr lang="en-US"/>
          </a:p>
        </p:txBody>
      </p:sp>
    </p:spTree>
    <p:extLst>
      <p:ext uri="{BB962C8B-B14F-4D97-AF65-F5344CB8AC3E}">
        <p14:creationId xmlns:p14="http://schemas.microsoft.com/office/powerpoint/2010/main" val="18468765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bg>
      <p:bgPr>
        <a:solidFill>
          <a:srgbClr val="E7FFD9"/>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C8CD8B64-A7A9-BD27-549C-73A220F24F5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5">
            <a:extLst>
              <a:ext uri="{FF2B5EF4-FFF2-40B4-BE49-F238E27FC236}">
                <a16:creationId xmlns:a16="http://schemas.microsoft.com/office/drawing/2014/main" id="{69F9BBC1-559A-3F31-CCA0-CF5B5888DA8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008687A-68EB-449B-9317-97D7297EE02C}" type="slidenum">
              <a:t>‹N°›</a:t>
            </a:fld>
            <a:endParaRPr lang="en-US"/>
          </a:p>
        </p:txBody>
      </p:sp>
    </p:spTree>
    <p:extLst>
      <p:ext uri="{BB962C8B-B14F-4D97-AF65-F5344CB8AC3E}">
        <p14:creationId xmlns:p14="http://schemas.microsoft.com/office/powerpoint/2010/main" val="13790539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dvancing Energy Tech slide">
    <p:bg>
      <p:bgPr>
        <a:solidFill>
          <a:srgbClr val="E7FFD9"/>
        </a:solidFill>
        <a:effectLst/>
      </p:bgPr>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C5D5E8EE-57D2-3752-6A95-1AD67A3366C8}"/>
              </a:ext>
            </a:extLst>
          </p:cNvPr>
          <p:cNvSpPr txBox="1"/>
          <p:nvPr/>
        </p:nvSpPr>
        <p:spPr>
          <a:xfrm>
            <a:off x="1630110" y="2233742"/>
            <a:ext cx="5883779" cy="615555"/>
          </a:xfrm>
          <a:prstGeom prst="rect">
            <a:avLst/>
          </a:prstGeom>
          <a:noFill/>
          <a:ln cap="flat">
            <a:noFill/>
          </a:ln>
          <a:effectLst>
            <a:outerShdw dist="22997" dir="5400000" algn="tl">
              <a:srgbClr val="000000">
                <a:alpha val="35000"/>
              </a:srgbClr>
            </a:outerShdw>
          </a:effectLst>
        </p:spPr>
        <p:txBody>
          <a:bodyPr vert="horz" wrap="square" lIns="91440" tIns="45720" rIns="91440" bIns="45720" anchor="t" anchorCtr="1" compatLnSpc="1">
            <a:sp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A2F24"/>
                </a:solidFill>
                <a:uFillTx/>
                <a:latin typeface="Poppins"/>
                <a:cs typeface="Arial"/>
              </a:rPr>
              <a:t>Advancing Energy Tech</a:t>
            </a:r>
          </a:p>
        </p:txBody>
      </p:sp>
      <p:sp>
        <p:nvSpPr>
          <p:cNvPr id="3" name="Footer Placeholder 3">
            <a:extLst>
              <a:ext uri="{FF2B5EF4-FFF2-40B4-BE49-F238E27FC236}">
                <a16:creationId xmlns:a16="http://schemas.microsoft.com/office/drawing/2014/main" id="{991F9901-A44E-8ADD-7CF6-337916D5B93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6">
            <a:extLst>
              <a:ext uri="{FF2B5EF4-FFF2-40B4-BE49-F238E27FC236}">
                <a16:creationId xmlns:a16="http://schemas.microsoft.com/office/drawing/2014/main" id="{C08E73B3-39A3-A981-B0A5-B953654EEA15}"/>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1E507D0-BCDA-487A-94C2-7402FAC85A5B}" type="slidenum">
              <a:t>‹N°›</a:t>
            </a:fld>
            <a:endParaRPr lang="en-US"/>
          </a:p>
        </p:txBody>
      </p:sp>
    </p:spTree>
    <p:extLst>
      <p:ext uri="{BB962C8B-B14F-4D97-AF65-F5344CB8AC3E}">
        <p14:creationId xmlns:p14="http://schemas.microsoft.com/office/powerpoint/2010/main" val="10602958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losing slide">
    <p:bg>
      <p:bgPr>
        <a:solidFill>
          <a:srgbClr val="E7FFD9"/>
        </a:solidFill>
        <a:effectLst/>
      </p:bgPr>
    </p:bg>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02CDC9B5-BA4F-C2A0-0595-F5082A008F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990A5E77-A2CF-BCCB-A066-E7516E0B1489}"/>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CD0C1547-599D-42BB-AB5C-31D2CD5EF1EF}"/>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62DEC13F-20A8-4C5A-2FAD-61A6ABBA5BD2}"/>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D5B17604-BE07-E68A-A025-43845F9465A8}"/>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31CFFEB6-EDAE-43E2-D15A-741D784B3821}"/>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sp>
        <p:nvSpPr>
          <p:cNvPr id="8" name="Rectangle 1">
            <a:extLst>
              <a:ext uri="{FF2B5EF4-FFF2-40B4-BE49-F238E27FC236}">
                <a16:creationId xmlns:a16="http://schemas.microsoft.com/office/drawing/2014/main" id="{3A488CDB-B17F-F39D-1057-7A6B0F11A53E}"/>
              </a:ext>
              <a:ext uri="{C183D7F6-B498-43B3-948B-1728B52AA6E4}">
                <adec:decorative xmlns:adec="http://schemas.microsoft.com/office/drawing/2017/decorative" val="1"/>
              </a:ext>
            </a:extLst>
          </p:cNvPr>
          <p:cNvSpPr/>
          <p:nvPr/>
        </p:nvSpPr>
        <p:spPr>
          <a:xfrm>
            <a:off x="7491569" y="4533439"/>
            <a:ext cx="1652430" cy="610060"/>
          </a:xfrm>
          <a:prstGeom prst="rect">
            <a:avLst/>
          </a:prstGeom>
          <a:solidFill>
            <a:srgbClr val="E7FFD9"/>
          </a:solidFill>
          <a:ln cap="flat">
            <a:noFill/>
            <a:prstDash val="solid"/>
          </a:ln>
          <a:effectLst>
            <a:outerShdw dist="22997" dir="5400000" algn="tl">
              <a:srgbClr val="000000">
                <a:alpha val="35000"/>
              </a:srgbClr>
            </a:outerShdw>
          </a:effectLst>
        </p:spPr>
        <p:txBody>
          <a:bodyPr vert="horz" wrap="square" lIns="91440" tIns="45720" rIns="91440" bIns="45720" anchor="ctr" anchorCtr="1" compatLnSpc="1">
            <a:no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pic>
        <p:nvPicPr>
          <p:cNvPr id="9" name="Graphic 5">
            <a:extLst>
              <a:ext uri="{FF2B5EF4-FFF2-40B4-BE49-F238E27FC236}">
                <a16:creationId xmlns:a16="http://schemas.microsoft.com/office/drawing/2014/main" id="{5F50CDBD-51CE-B36A-F501-6A8F66C4FE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1681801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lide simpl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EC50EEC6-37F1-C943-62B8-5D6168E084DE}"/>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0C49366D-F570-D142-AE0E-876CB1B4B42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E39CF00C-0F54-98D3-5D2E-648657934C2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2990556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2F7CD54F-0316-6E5A-412D-65D547AACEFC}"/>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BA8ADD78-BC66-CB60-63A5-797E8E9708E7}"/>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0A4016FF-0BA1-E2F2-5742-C4F21E1CB854}"/>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CB1669C-F10F-4BE9-AA60-D3413118BD8A}" type="slidenum">
              <a:t>‹N°›</a:t>
            </a:fld>
            <a:endParaRPr lang="en-US"/>
          </a:p>
        </p:txBody>
      </p:sp>
    </p:spTree>
    <p:extLst>
      <p:ext uri="{BB962C8B-B14F-4D97-AF65-F5344CB8AC3E}">
        <p14:creationId xmlns:p14="http://schemas.microsoft.com/office/powerpoint/2010/main" val="36278932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One column two line headlin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B3189DBD-53C5-B0B0-CDFA-38095C03C32E}"/>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CA2DD74E-D80B-CC52-911F-C0589589509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841515ED-63A5-B239-98D9-395A3CBD5BE9}"/>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3505153-17B0-4A12-95B1-0D4018CFF412}" type="slidenum">
              <a:t>‹N°›</a:t>
            </a:fld>
            <a:endParaRPr lang="en-US"/>
          </a:p>
        </p:txBody>
      </p:sp>
    </p:spTree>
    <p:extLst>
      <p:ext uri="{BB962C8B-B14F-4D97-AF65-F5344CB8AC3E}">
        <p14:creationId xmlns:p14="http://schemas.microsoft.com/office/powerpoint/2010/main" val="652844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lide Offer comm">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AA2D83FA-F255-ACB3-0A13-EDDAA19DC1D5}"/>
              </a:ext>
            </a:extLst>
          </p:cNvPr>
          <p:cNvSpPr txBox="1">
            <a:spLocks noGrp="1"/>
          </p:cNvSpPr>
          <p:nvPr>
            <p:ph type="body" idx="4294967295"/>
          </p:nvPr>
        </p:nvSpPr>
        <p:spPr>
          <a:xfrm>
            <a:off x="457200" y="4108902"/>
            <a:ext cx="4114800"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FFDDA5FC-DDAB-2769-7001-92C8262DA1D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Picture Placeholder 11">
            <a:extLst>
              <a:ext uri="{FF2B5EF4-FFF2-40B4-BE49-F238E27FC236}">
                <a16:creationId xmlns:a16="http://schemas.microsoft.com/office/drawing/2014/main" id="{2A9CBBE3-1313-D802-B744-AB7EF3F77CA7}"/>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en-US"/>
              <a:t>Click icon to add picture</a:t>
            </a:r>
          </a:p>
        </p:txBody>
      </p:sp>
      <p:sp>
        <p:nvSpPr>
          <p:cNvPr id="5" name="Graphic 2">
            <a:extLst>
              <a:ext uri="{FF2B5EF4-FFF2-40B4-BE49-F238E27FC236}">
                <a16:creationId xmlns:a16="http://schemas.microsoft.com/office/drawing/2014/main" id="{7886E824-8CF6-AF86-9015-13B6FB471BB8}"/>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sp>
        <p:nvSpPr>
          <p:cNvPr id="6" name="Footer Placeholder 1">
            <a:extLst>
              <a:ext uri="{FF2B5EF4-FFF2-40B4-BE49-F238E27FC236}">
                <a16:creationId xmlns:a16="http://schemas.microsoft.com/office/drawing/2014/main" id="{BEE77AD5-E943-28BF-FEDE-16B1A7404F9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764574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2" name="Subtitle placeholder">
            <a:extLst>
              <a:ext uri="{FF2B5EF4-FFF2-40B4-BE49-F238E27FC236}">
                <a16:creationId xmlns:a16="http://schemas.microsoft.com/office/drawing/2014/main" id="{21BE4469-AA53-7A9F-FE18-175868597517}"/>
              </a:ext>
            </a:extLst>
          </p:cNvPr>
          <p:cNvSpPr txBox="1">
            <a:spLocks noGrp="1"/>
          </p:cNvSpPr>
          <p:nvPr>
            <p:ph type="subTitle" idx="4294967295"/>
          </p:nvPr>
        </p:nvSpPr>
        <p:spPr>
          <a:xfrm>
            <a:off x="457200" y="3460482"/>
            <a:ext cx="8291514" cy="215441"/>
          </a:xfrm>
        </p:spPr>
        <p:txBody>
          <a:bodyPr/>
          <a:lstStyle>
            <a:lvl1pPr>
              <a:defRPr sz="1600"/>
            </a:lvl1pPr>
          </a:lstStyle>
          <a:p>
            <a:pPr lvl="0"/>
            <a:r>
              <a:rPr lang="en-US"/>
              <a:t>Click to edit optional subtitle</a:t>
            </a:r>
          </a:p>
        </p:txBody>
      </p:sp>
      <p:sp>
        <p:nvSpPr>
          <p:cNvPr id="3" name="Presenter and date">
            <a:extLst>
              <a:ext uri="{FF2B5EF4-FFF2-40B4-BE49-F238E27FC236}">
                <a16:creationId xmlns:a16="http://schemas.microsoft.com/office/drawing/2014/main" id="{ABEA4BB5-22CF-3C34-1649-04691F1DCFB5}"/>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4" name="Picture 8">
            <a:extLst>
              <a:ext uri="{FF2B5EF4-FFF2-40B4-BE49-F238E27FC236}">
                <a16:creationId xmlns:a16="http://schemas.microsoft.com/office/drawing/2014/main" id="{282431B9-E88B-A27F-B068-411C7AABD4F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5" name="Footer Placeholder 2">
            <a:extLst>
              <a:ext uri="{FF2B5EF4-FFF2-40B4-BE49-F238E27FC236}">
                <a16:creationId xmlns:a16="http://schemas.microsoft.com/office/drawing/2014/main" id="{B5748918-BD41-A3B0-0DAF-25C6E412DBB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0714211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One column with sketches">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20BEFC8A-53B3-3752-B3FB-46A58DD82EE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BA3EA13-707B-4E6D-8B15-2989E8BBFFFF}" type="slidenum">
              <a:t>‹N°›</a:t>
            </a:fld>
            <a:endParaRPr lang="en-US"/>
          </a:p>
        </p:txBody>
      </p:sp>
      <p:sp>
        <p:nvSpPr>
          <p:cNvPr id="3" name="Title 3">
            <a:extLst>
              <a:ext uri="{FF2B5EF4-FFF2-40B4-BE49-F238E27FC236}">
                <a16:creationId xmlns:a16="http://schemas.microsoft.com/office/drawing/2014/main" id="{00F6FF73-0A14-5DAB-56F4-8DEDB5266AA1}"/>
              </a:ext>
            </a:extLst>
          </p:cNvPr>
          <p:cNvSpPr txBox="1">
            <a:spLocks noGrp="1"/>
          </p:cNvSpPr>
          <p:nvPr>
            <p:ph type="title"/>
          </p:nvPr>
        </p:nvSpPr>
        <p:spPr/>
        <p:txBody>
          <a:bodyPr/>
          <a:lstStyle>
            <a:lvl1pPr>
              <a:defRPr/>
            </a:lvl1pPr>
          </a:lstStyle>
          <a:p>
            <a:pPr lvl="0"/>
            <a:r>
              <a:rPr lang="en-US"/>
              <a:t>Click to edit master title style</a:t>
            </a:r>
          </a:p>
        </p:txBody>
      </p:sp>
      <p:sp>
        <p:nvSpPr>
          <p:cNvPr id="4" name="Subhead placeholder">
            <a:extLst>
              <a:ext uri="{FF2B5EF4-FFF2-40B4-BE49-F238E27FC236}">
                <a16:creationId xmlns:a16="http://schemas.microsoft.com/office/drawing/2014/main" id="{0BBCCB96-66EE-466E-3239-A126485E8807}"/>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0060F1E5-725B-09DC-ADDB-610C04D7639C}"/>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5106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slide with title">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F2333820-F917-5794-557C-F363154B020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1AF2B26-44CB-4F57-ABB5-A1DAFC5A457E}" type="slidenum">
              <a:t>‹N°›</a:t>
            </a:fld>
            <a:endParaRPr lang="en-US"/>
          </a:p>
        </p:txBody>
      </p:sp>
    </p:spTree>
    <p:extLst>
      <p:ext uri="{BB962C8B-B14F-4D97-AF65-F5344CB8AC3E}">
        <p14:creationId xmlns:p14="http://schemas.microsoft.com/office/powerpoint/2010/main" val="33173968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4246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One column 2/3 of slide">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5C10EAAC-6C8F-B5F0-9CA5-92393E98D667}"/>
              </a:ext>
            </a:extLst>
          </p:cNvPr>
          <p:cNvSpPr txBox="1">
            <a:spLocks noGrp="1"/>
          </p:cNvSpPr>
          <p:nvPr>
            <p:ph idx="4294967295"/>
          </p:nvPr>
        </p:nvSpPr>
        <p:spPr>
          <a:xfrm>
            <a:off x="457200" y="1508394"/>
            <a:ext cx="5449622" cy="266714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EB504DEA-88C4-DFB6-22F3-5538F7924131}"/>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en-US"/>
              <a:t>Click to edit Master text styles</a:t>
            </a:r>
          </a:p>
        </p:txBody>
      </p:sp>
      <p:sp>
        <p:nvSpPr>
          <p:cNvPr id="4" name="Footer Placeholder 7">
            <a:extLst>
              <a:ext uri="{FF2B5EF4-FFF2-40B4-BE49-F238E27FC236}">
                <a16:creationId xmlns:a16="http://schemas.microsoft.com/office/drawing/2014/main" id="{9A6D58D0-A9E9-1AF7-0242-5A4803BDB68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8">
            <a:extLst>
              <a:ext uri="{FF2B5EF4-FFF2-40B4-BE49-F238E27FC236}">
                <a16:creationId xmlns:a16="http://schemas.microsoft.com/office/drawing/2014/main" id="{C990671D-7DD8-42AD-31A1-45F200C714D3}"/>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DD6680D-F0C5-436E-8F4B-757734654728}" type="slidenum">
              <a:t>‹N°›</a:t>
            </a:fld>
            <a:endParaRPr lang="en-US"/>
          </a:p>
        </p:txBody>
      </p:sp>
    </p:spTree>
    <p:extLst>
      <p:ext uri="{BB962C8B-B14F-4D97-AF65-F5344CB8AC3E}">
        <p14:creationId xmlns:p14="http://schemas.microsoft.com/office/powerpoint/2010/main" val="8132366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One column with callou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299F085A-FCAE-61F6-DB2F-62270E1C67D4}"/>
              </a:ext>
            </a:extLst>
          </p:cNvPr>
          <p:cNvSpPr txBox="1">
            <a:spLocks noGrp="1"/>
          </p:cNvSpPr>
          <p:nvPr>
            <p:ph idx="4294967295"/>
          </p:nvPr>
        </p:nvSpPr>
        <p:spPr>
          <a:xfrm>
            <a:off x="457200" y="1508394"/>
            <a:ext cx="544962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56E2830D-D574-75E0-E524-D31015D0CD41}"/>
              </a:ext>
            </a:extLst>
          </p:cNvPr>
          <p:cNvSpPr txBox="1">
            <a:spLocks noGrp="1"/>
          </p:cNvSpPr>
          <p:nvPr>
            <p:ph idx="4294967295"/>
          </p:nvPr>
        </p:nvSpPr>
        <p:spPr>
          <a:xfrm>
            <a:off x="6202887" y="1508394"/>
            <a:ext cx="248391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728E9ACC-D873-2602-E9FC-335522C8F1C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6D742C2A-3185-0742-239E-5CD70984D88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5A32257-05B8-44D8-B73A-A1B26753042F}" type="slidenum">
              <a:t>‹N°›</a:t>
            </a:fld>
            <a:endParaRPr lang="en-US"/>
          </a:p>
        </p:txBody>
      </p:sp>
    </p:spTree>
    <p:extLst>
      <p:ext uri="{BB962C8B-B14F-4D97-AF65-F5344CB8AC3E}">
        <p14:creationId xmlns:p14="http://schemas.microsoft.com/office/powerpoint/2010/main" val="407629617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8B77764-A1F6-80C5-D0BD-901E76A62907}"/>
              </a:ext>
            </a:extLst>
          </p:cNvPr>
          <p:cNvSpPr txBox="1">
            <a:spLocks noGrp="1"/>
          </p:cNvSpPr>
          <p:nvPr>
            <p:ph idx="4294967295"/>
          </p:nvPr>
        </p:nvSpPr>
        <p:spPr>
          <a:xfrm>
            <a:off x="454100" y="1713421"/>
            <a:ext cx="401390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D98E9A90-58BD-A643-AC6E-2F2C1981DE7E}"/>
              </a:ext>
            </a:extLst>
          </p:cNvPr>
          <p:cNvSpPr txBox="1">
            <a:spLocks noGrp="1"/>
          </p:cNvSpPr>
          <p:nvPr>
            <p:ph type="body" idx="4294967295"/>
          </p:nvPr>
        </p:nvSpPr>
        <p:spPr>
          <a:xfrm>
            <a:off x="4672894" y="1352553"/>
            <a:ext cx="4013895" cy="158748"/>
          </a:xfrm>
        </p:spPr>
        <p:txBody>
          <a:bodyPr/>
          <a:lstStyle>
            <a:lvl1pPr>
              <a:lnSpc>
                <a:spcPts val="1600"/>
              </a:lnSpc>
              <a:defRPr/>
            </a:lvl1pPr>
          </a:lstStyle>
          <a:p>
            <a:pPr lvl="0"/>
            <a:r>
              <a:rPr lang="en-US"/>
              <a:t>Click to edit master text styles</a:t>
            </a:r>
          </a:p>
        </p:txBody>
      </p:sp>
      <p:sp>
        <p:nvSpPr>
          <p:cNvPr id="4" name="Text placeholder">
            <a:extLst>
              <a:ext uri="{FF2B5EF4-FFF2-40B4-BE49-F238E27FC236}">
                <a16:creationId xmlns:a16="http://schemas.microsoft.com/office/drawing/2014/main" id="{3E187791-90DD-10CD-8D5D-96E3CB6D2FDE}"/>
              </a:ext>
            </a:extLst>
          </p:cNvPr>
          <p:cNvSpPr txBox="1">
            <a:spLocks noGrp="1"/>
          </p:cNvSpPr>
          <p:nvPr>
            <p:ph idx="4294967295"/>
          </p:nvPr>
        </p:nvSpPr>
        <p:spPr>
          <a:xfrm>
            <a:off x="4672894" y="1713421"/>
            <a:ext cx="401389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8">
            <a:extLst>
              <a:ext uri="{FF2B5EF4-FFF2-40B4-BE49-F238E27FC236}">
                <a16:creationId xmlns:a16="http://schemas.microsoft.com/office/drawing/2014/main" id="{4957C289-6BC7-0FC7-AFF4-3CC297F7EAD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0">
            <a:extLst>
              <a:ext uri="{FF2B5EF4-FFF2-40B4-BE49-F238E27FC236}">
                <a16:creationId xmlns:a16="http://schemas.microsoft.com/office/drawing/2014/main" id="{16BB3921-8543-C957-63AB-40E12F6F124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CFF9130-30AD-43AC-85A4-AAC74C965DB9}" type="slidenum">
              <a:t>‹N°›</a:t>
            </a:fld>
            <a:endParaRPr lang="en-US"/>
          </a:p>
        </p:txBody>
      </p:sp>
    </p:spTree>
    <p:extLst>
      <p:ext uri="{BB962C8B-B14F-4D97-AF65-F5344CB8AC3E}">
        <p14:creationId xmlns:p14="http://schemas.microsoft.com/office/powerpoint/2010/main" val="33212022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wo columns with subtitle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5735DB42-C922-A0BC-5E08-B7E02273BEE6}"/>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DA528306-91D2-3291-149A-26396F061426}"/>
              </a:ext>
            </a:extLst>
          </p:cNvPr>
          <p:cNvSpPr txBox="1">
            <a:spLocks noGrp="1"/>
          </p:cNvSpPr>
          <p:nvPr>
            <p:ph idx="4294967295"/>
          </p:nvPr>
        </p:nvSpPr>
        <p:spPr>
          <a:xfrm>
            <a:off x="454100"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aption placeholder">
            <a:extLst>
              <a:ext uri="{FF2B5EF4-FFF2-40B4-BE49-F238E27FC236}">
                <a16:creationId xmlns:a16="http://schemas.microsoft.com/office/drawing/2014/main" id="{F41086D5-CE43-12B7-A0DE-727FD62696C5}"/>
              </a:ext>
            </a:extLst>
          </p:cNvPr>
          <p:cNvSpPr txBox="1">
            <a:spLocks noGrp="1"/>
          </p:cNvSpPr>
          <p:nvPr>
            <p:ph type="body" idx="4294967295"/>
          </p:nvPr>
        </p:nvSpPr>
        <p:spPr>
          <a:xfrm>
            <a:off x="454100" y="4341808"/>
            <a:ext cx="4013905" cy="158748"/>
          </a:xfrm>
        </p:spPr>
        <p:txBody>
          <a:bodyPr/>
          <a:lstStyle>
            <a:lvl1pPr>
              <a:lnSpc>
                <a:spcPts val="1300"/>
              </a:lnSpc>
              <a:defRPr sz="1100"/>
            </a:lvl1pPr>
          </a:lstStyle>
          <a:p>
            <a:pPr lvl="0"/>
            <a:r>
              <a:rPr lang="en-US"/>
              <a:t>Click to edit master text styles</a:t>
            </a:r>
          </a:p>
        </p:txBody>
      </p:sp>
      <p:sp>
        <p:nvSpPr>
          <p:cNvPr id="5" name="Text placeholder">
            <a:extLst>
              <a:ext uri="{FF2B5EF4-FFF2-40B4-BE49-F238E27FC236}">
                <a16:creationId xmlns:a16="http://schemas.microsoft.com/office/drawing/2014/main" id="{4A436793-64C8-C33A-9711-CCC4F90CFF91}"/>
              </a:ext>
            </a:extLst>
          </p:cNvPr>
          <p:cNvSpPr txBox="1">
            <a:spLocks noGrp="1"/>
          </p:cNvSpPr>
          <p:nvPr>
            <p:ph idx="4294967295"/>
          </p:nvPr>
        </p:nvSpPr>
        <p:spPr>
          <a:xfrm>
            <a:off x="4672894"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a:extLst>
              <a:ext uri="{FF2B5EF4-FFF2-40B4-BE49-F238E27FC236}">
                <a16:creationId xmlns:a16="http://schemas.microsoft.com/office/drawing/2014/main" id="{2B7B4033-FAA6-A901-4983-3950314593DD}"/>
              </a:ext>
            </a:extLst>
          </p:cNvPr>
          <p:cNvSpPr txBox="1">
            <a:spLocks noGrp="1"/>
          </p:cNvSpPr>
          <p:nvPr>
            <p:ph type="body" idx="4294967295"/>
          </p:nvPr>
        </p:nvSpPr>
        <p:spPr>
          <a:xfrm>
            <a:off x="4672894" y="4341808"/>
            <a:ext cx="4013905" cy="158748"/>
          </a:xfrm>
        </p:spPr>
        <p:txBody>
          <a:bodyPr/>
          <a:lstStyle>
            <a:lvl1pPr>
              <a:lnSpc>
                <a:spcPts val="1300"/>
              </a:lnSpc>
              <a:defRPr sz="1100"/>
            </a:lvl1pPr>
          </a:lstStyle>
          <a:p>
            <a:pPr lvl="0"/>
            <a:r>
              <a:rPr lang="en-US"/>
              <a:t>Click to edit master text styles</a:t>
            </a:r>
          </a:p>
        </p:txBody>
      </p:sp>
      <p:sp>
        <p:nvSpPr>
          <p:cNvPr id="7" name="Footer Placeholder 10">
            <a:extLst>
              <a:ext uri="{FF2B5EF4-FFF2-40B4-BE49-F238E27FC236}">
                <a16:creationId xmlns:a16="http://schemas.microsoft.com/office/drawing/2014/main" id="{332AB8E5-09AF-E5FB-89EE-42924834DF7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8" name="Slide Number Placeholder 13">
            <a:extLst>
              <a:ext uri="{FF2B5EF4-FFF2-40B4-BE49-F238E27FC236}">
                <a16:creationId xmlns:a16="http://schemas.microsoft.com/office/drawing/2014/main" id="{5E626B11-97B6-7934-63D0-820A75EC1C7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527B972F-656D-4876-ACEC-BB7AC73902BE}" type="slidenum">
              <a:t>‹N°›</a:t>
            </a:fld>
            <a:endParaRPr lang="en-US"/>
          </a:p>
        </p:txBody>
      </p:sp>
    </p:spTree>
    <p:extLst>
      <p:ext uri="{BB962C8B-B14F-4D97-AF65-F5344CB8AC3E}">
        <p14:creationId xmlns:p14="http://schemas.microsoft.com/office/powerpoint/2010/main" val="40289478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C87C1A21-0C56-2F18-3435-C335612E94FA}"/>
              </a:ext>
            </a:extLst>
          </p:cNvPr>
          <p:cNvSpPr txBox="1">
            <a:spLocks noGrp="1"/>
          </p:cNvSpPr>
          <p:nvPr>
            <p:ph idx="4294967295"/>
          </p:nvPr>
        </p:nvSpPr>
        <p:spPr>
          <a:xfrm>
            <a:off x="457200"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D0CE55E3-E8C9-F6FD-731B-4446B35018CE}"/>
              </a:ext>
            </a:extLst>
          </p:cNvPr>
          <p:cNvSpPr txBox="1">
            <a:spLocks noGrp="1"/>
          </p:cNvSpPr>
          <p:nvPr>
            <p:ph idx="4294967295"/>
          </p:nvPr>
        </p:nvSpPr>
        <p:spPr>
          <a:xfrm>
            <a:off x="3299082"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a:extLst>
              <a:ext uri="{FF2B5EF4-FFF2-40B4-BE49-F238E27FC236}">
                <a16:creationId xmlns:a16="http://schemas.microsoft.com/office/drawing/2014/main" id="{588B6E53-04D7-4BEC-F033-DAFFEE3F002D}"/>
              </a:ext>
            </a:extLst>
          </p:cNvPr>
          <p:cNvSpPr txBox="1">
            <a:spLocks noGrp="1"/>
          </p:cNvSpPr>
          <p:nvPr>
            <p:ph idx="4294967295"/>
          </p:nvPr>
        </p:nvSpPr>
        <p:spPr>
          <a:xfrm>
            <a:off x="6140973"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6">
            <a:extLst>
              <a:ext uri="{FF2B5EF4-FFF2-40B4-BE49-F238E27FC236}">
                <a16:creationId xmlns:a16="http://schemas.microsoft.com/office/drawing/2014/main" id="{AE5310EB-DD79-AD7B-7908-CBFD4693238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7">
            <a:extLst>
              <a:ext uri="{FF2B5EF4-FFF2-40B4-BE49-F238E27FC236}">
                <a16:creationId xmlns:a16="http://schemas.microsoft.com/office/drawing/2014/main" id="{22DB8A1A-6171-4DB7-62C8-4FF9231F8D4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83490B4-ECBD-4387-B644-3E6495F5AA9F}" type="slidenum">
              <a:t>‹N°›</a:t>
            </a:fld>
            <a:endParaRPr lang="en-US"/>
          </a:p>
        </p:txBody>
      </p:sp>
    </p:spTree>
    <p:extLst>
      <p:ext uri="{BB962C8B-B14F-4D97-AF65-F5344CB8AC3E}">
        <p14:creationId xmlns:p14="http://schemas.microsoft.com/office/powerpoint/2010/main" val="10646891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One column with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C393362-A3AE-A1A2-9F93-EF374C09CFEC}"/>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CF9F3660-49E8-A756-2E30-85F3EAF6CF74}"/>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9">
            <a:extLst>
              <a:ext uri="{FF2B5EF4-FFF2-40B4-BE49-F238E27FC236}">
                <a16:creationId xmlns:a16="http://schemas.microsoft.com/office/drawing/2014/main" id="{0A49CB01-2C3E-ABEC-8590-F638E139279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42878944-9B78-1421-DD34-4E69BF02DF39}"/>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179BD64-3C15-4C0A-BE89-0B9F72E2083D}" type="slidenum">
              <a:t>‹N°›</a:t>
            </a:fld>
            <a:endParaRPr lang="en-US"/>
          </a:p>
        </p:txBody>
      </p:sp>
    </p:spTree>
    <p:extLst>
      <p:ext uri="{BB962C8B-B14F-4D97-AF65-F5344CB8AC3E}">
        <p14:creationId xmlns:p14="http://schemas.microsoft.com/office/powerpoint/2010/main" val="325046332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One column with object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E7CF087E-E3A2-64AC-64E9-9D5FE56C1F35}"/>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5B067134-7206-ED74-ED7B-76CA0E38D922}"/>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descr="Image placeholder">
            <a:extLst>
              <a:ext uri="{FF2B5EF4-FFF2-40B4-BE49-F238E27FC236}">
                <a16:creationId xmlns:a16="http://schemas.microsoft.com/office/drawing/2014/main" id="{346EDCC1-3DB9-F9E6-B184-66CE5DE2B100}"/>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5" name="Footer Placeholder 9">
            <a:extLst>
              <a:ext uri="{FF2B5EF4-FFF2-40B4-BE49-F238E27FC236}">
                <a16:creationId xmlns:a16="http://schemas.microsoft.com/office/drawing/2014/main" id="{9D17EE7B-AC0C-DAD0-2D93-2E8B742773D6}"/>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1">
            <a:extLst>
              <a:ext uri="{FF2B5EF4-FFF2-40B4-BE49-F238E27FC236}">
                <a16:creationId xmlns:a16="http://schemas.microsoft.com/office/drawing/2014/main" id="{BAB32E5A-7698-B9BB-5973-F70F814DAB7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DC230B1-9A05-4918-8D89-64C41BF11934}" type="slidenum">
              <a:t>‹N°›</a:t>
            </a:fld>
            <a:endParaRPr lang="en-US"/>
          </a:p>
        </p:txBody>
      </p:sp>
    </p:spTree>
    <p:extLst>
      <p:ext uri="{BB962C8B-B14F-4D97-AF65-F5344CB8AC3E}">
        <p14:creationId xmlns:p14="http://schemas.microsoft.com/office/powerpoint/2010/main" val="15472250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One column with half page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9DE69F92-F9CA-1A3A-6DB0-87D7EEAB31A9}"/>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FC82757E-A812-F1A4-5291-97703AE1865C}"/>
              </a:ext>
            </a:extLst>
          </p:cNvPr>
          <p:cNvSpPr txBox="1">
            <a:spLocks noGrp="1"/>
          </p:cNvSpPr>
          <p:nvPr>
            <p:ph idx="4294967295"/>
          </p:nvPr>
        </p:nvSpPr>
        <p:spPr>
          <a:xfrm>
            <a:off x="4572000" y="0"/>
            <a:ext cx="4572000"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7">
            <a:extLst>
              <a:ext uri="{FF2B5EF4-FFF2-40B4-BE49-F238E27FC236}">
                <a16:creationId xmlns:a16="http://schemas.microsoft.com/office/drawing/2014/main" id="{D0B1566F-4D62-C6BB-1211-EF3B1A4275C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B6458805-F0B6-2E3F-2CB3-41ECB8D6B88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E668DE6-9CD5-4737-856F-A9F78313137F}" type="slidenum">
              <a:t>‹N°›</a:t>
            </a:fld>
            <a:endParaRPr lang="en-US"/>
          </a:p>
        </p:txBody>
      </p:sp>
    </p:spTree>
    <p:extLst>
      <p:ext uri="{BB962C8B-B14F-4D97-AF65-F5344CB8AC3E}">
        <p14:creationId xmlns:p14="http://schemas.microsoft.com/office/powerpoint/2010/main" val="35694619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One column with 1/3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162CB44-082A-D5BD-4B29-A82B123BFE3F}"/>
              </a:ext>
            </a:extLst>
          </p:cNvPr>
          <p:cNvSpPr txBox="1">
            <a:spLocks noGrp="1"/>
          </p:cNvSpPr>
          <p:nvPr>
            <p:ph idx="4294967295"/>
          </p:nvPr>
        </p:nvSpPr>
        <p:spPr>
          <a:xfrm>
            <a:off x="457200" y="1508394"/>
            <a:ext cx="542544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B90CE048-ECC9-7AFC-12C1-15EAD2E5F9D2}"/>
              </a:ext>
            </a:extLst>
          </p:cNvPr>
          <p:cNvSpPr txBox="1">
            <a:spLocks noGrp="1"/>
          </p:cNvSpPr>
          <p:nvPr>
            <p:ph idx="4294967295"/>
          </p:nvPr>
        </p:nvSpPr>
        <p:spPr>
          <a:xfrm>
            <a:off x="6098398" y="0"/>
            <a:ext cx="3045601"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3">
            <a:extLst>
              <a:ext uri="{FF2B5EF4-FFF2-40B4-BE49-F238E27FC236}">
                <a16:creationId xmlns:a16="http://schemas.microsoft.com/office/drawing/2014/main" id="{42F4BDEB-2ECB-EFEC-90C1-28A26A7DA3A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4">
            <a:extLst>
              <a:ext uri="{FF2B5EF4-FFF2-40B4-BE49-F238E27FC236}">
                <a16:creationId xmlns:a16="http://schemas.microsoft.com/office/drawing/2014/main" id="{0459DE34-7D44-2FC6-F493-394177B0BE9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0371DA1-6076-4529-A2E0-66CADB098FA3}" type="slidenum">
              <a:t>‹N°›</a:t>
            </a:fld>
            <a:endParaRPr lang="en-US"/>
          </a:p>
        </p:txBody>
      </p:sp>
    </p:spTree>
    <p:extLst>
      <p:ext uri="{BB962C8B-B14F-4D97-AF65-F5344CB8AC3E}">
        <p14:creationId xmlns:p14="http://schemas.microsoft.com/office/powerpoint/2010/main" val="17602025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214BDE86-6156-A31F-A8C9-0513E523013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6">
            <a:extLst>
              <a:ext uri="{FF2B5EF4-FFF2-40B4-BE49-F238E27FC236}">
                <a16:creationId xmlns:a16="http://schemas.microsoft.com/office/drawing/2014/main" id="{753891D3-C0A0-26F6-2C24-ACF2182292DD}"/>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5CD8A0F-F831-4A1E-8E36-575D556CB4D6}" type="slidenum">
              <a:t>‹N°›</a:t>
            </a:fld>
            <a:endParaRPr lang="en-US"/>
          </a:p>
        </p:txBody>
      </p:sp>
    </p:spTree>
    <p:extLst>
      <p:ext uri="{BB962C8B-B14F-4D97-AF65-F5344CB8AC3E}">
        <p14:creationId xmlns:p14="http://schemas.microsoft.com/office/powerpoint/2010/main" val="11982362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Agenda slide with sketches">
    <p:spTree>
      <p:nvGrpSpPr>
        <p:cNvPr id="1" name=""/>
        <p:cNvGrpSpPr/>
        <p:nvPr/>
      </p:nvGrpSpPr>
      <p:grpSpPr>
        <a:xfrm>
          <a:off x="0" y="0"/>
          <a:ext cx="0" cy="0"/>
          <a:chOff x="0" y="0"/>
          <a:chExt cx="0" cy="0"/>
        </a:xfrm>
      </p:grpSpPr>
      <p:sp>
        <p:nvSpPr>
          <p:cNvPr id="2" name="Agenda placeholder">
            <a:extLst>
              <a:ext uri="{FF2B5EF4-FFF2-40B4-BE49-F238E27FC236}">
                <a16:creationId xmlns:a16="http://schemas.microsoft.com/office/drawing/2014/main" id="{8DA21DA9-9469-6017-3B6A-A318910CC286}"/>
              </a:ext>
            </a:extLst>
          </p:cNvPr>
          <p:cNvSpPr txBox="1">
            <a:spLocks noGrp="1"/>
          </p:cNvSpPr>
          <p:nvPr>
            <p:ph idx="4294967295"/>
          </p:nvPr>
        </p:nvSpPr>
        <p:spPr>
          <a:xfrm>
            <a:off x="457200" y="1504946"/>
            <a:ext cx="8229600" cy="2819396"/>
          </a:xfrm>
        </p:spPr>
        <p:txBody>
          <a:bodyPr/>
          <a:lstStyle>
            <a:lvl1pPr marL="342900" indent="-342900">
              <a:buClr>
                <a:srgbClr val="5EFF59"/>
              </a:buClr>
              <a:buSzPct val="100000"/>
              <a:buFont typeface="Poppins"/>
              <a:buAutoNum type="arabicPeriod"/>
              <a:defRPr/>
            </a:lvl1pPr>
            <a:lvl2pPr marL="342900" lvl="0" indent="-342900" defTabSz="457181">
              <a:buFont typeface="Poppins"/>
              <a:buAutoNum type="arabicPeriod"/>
              <a:defRPr/>
            </a:lvl2pPr>
          </a:lstStyle>
          <a:p>
            <a:pPr lvl="0"/>
            <a:r>
              <a:rPr lang="en-US"/>
              <a:t>Click to edit master text styles</a:t>
            </a:r>
          </a:p>
          <a:p>
            <a:pPr lvl="0"/>
            <a:endParaRPr lang="en-US"/>
          </a:p>
        </p:txBody>
      </p:sp>
      <p:sp>
        <p:nvSpPr>
          <p:cNvPr id="3" name="Footer Placeholder 6">
            <a:extLst>
              <a:ext uri="{FF2B5EF4-FFF2-40B4-BE49-F238E27FC236}">
                <a16:creationId xmlns:a16="http://schemas.microsoft.com/office/drawing/2014/main" id="{413A8A30-F449-2BE5-A3F1-815480483C1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7">
            <a:extLst>
              <a:ext uri="{FF2B5EF4-FFF2-40B4-BE49-F238E27FC236}">
                <a16:creationId xmlns:a16="http://schemas.microsoft.com/office/drawing/2014/main" id="{DBD1CD59-13D7-B586-FF4F-B21BB9849D5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E535112C-2A33-4F08-8ECE-EF8C060A9194}" type="slidenum">
              <a:t>‹N°›</a:t>
            </a:fld>
            <a:endParaRPr lang="en-US"/>
          </a:p>
        </p:txBody>
      </p:sp>
    </p:spTree>
    <p:extLst>
      <p:ext uri="{BB962C8B-B14F-4D97-AF65-F5344CB8AC3E}">
        <p14:creationId xmlns:p14="http://schemas.microsoft.com/office/powerpoint/2010/main" val="23491342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break with subhead">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E467C8A5-F166-B78F-F972-EE7CEE87159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D1FCD3C9-4BA7-4B54-2E55-5C4E9999C9D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BFF7ACF-275A-44F6-B36E-C079C3A79E0C}" type="slidenum">
              <a:t>‹N°›</a:t>
            </a:fld>
            <a:endParaRPr lang="en-US"/>
          </a:p>
        </p:txBody>
      </p:sp>
    </p:spTree>
    <p:extLst>
      <p:ext uri="{BB962C8B-B14F-4D97-AF65-F5344CB8AC3E}">
        <p14:creationId xmlns:p14="http://schemas.microsoft.com/office/powerpoint/2010/main" val="30188464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break for longer copy">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3D86B60A-2C23-AF8F-A1BF-009CF10D510E}"/>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C4110B0-9DA1-427B-8FC5-122B262E1347}" type="slidenum">
              <a:t>‹N°›</a:t>
            </a:fld>
            <a:endParaRPr lang="en-US"/>
          </a:p>
        </p:txBody>
      </p:sp>
    </p:spTree>
    <p:extLst>
      <p:ext uri="{BB962C8B-B14F-4D97-AF65-F5344CB8AC3E}">
        <p14:creationId xmlns:p14="http://schemas.microsoft.com/office/powerpoint/2010/main" val="265520750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break for longer copy with image">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CD532D79-275F-9F3E-A54D-D3B07C5E5CE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2991CE70-BB75-C37E-A1BB-43454D365B4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5EE15611-97CF-4ACF-825D-112F5C129D90}" type="slidenum">
              <a:t>‹N°›</a:t>
            </a:fld>
            <a:endParaRPr lang="en-US"/>
          </a:p>
        </p:txBody>
      </p:sp>
    </p:spTree>
    <p:extLst>
      <p:ext uri="{BB962C8B-B14F-4D97-AF65-F5344CB8AC3E}">
        <p14:creationId xmlns:p14="http://schemas.microsoft.com/office/powerpoint/2010/main" val="412654414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9C2EC623-204E-2716-BBAA-5C4EC5B440D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5">
            <a:extLst>
              <a:ext uri="{FF2B5EF4-FFF2-40B4-BE49-F238E27FC236}">
                <a16:creationId xmlns:a16="http://schemas.microsoft.com/office/drawing/2014/main" id="{021D0F11-0098-5F69-380E-89357818775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0CCE066-9B0D-4EA2-9797-59EF099A4F60}" type="slidenum">
              <a:t>‹N°›</a:t>
            </a:fld>
            <a:endParaRPr lang="en-US"/>
          </a:p>
        </p:txBody>
      </p:sp>
    </p:spTree>
    <p:extLst>
      <p:ext uri="{BB962C8B-B14F-4D97-AF65-F5344CB8AC3E}">
        <p14:creationId xmlns:p14="http://schemas.microsoft.com/office/powerpoint/2010/main" val="181225222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Advancing Energy Tech slide">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E741E7E2-3221-8B92-FA5B-98EC35AB36C1}"/>
              </a:ext>
            </a:extLst>
          </p:cNvPr>
          <p:cNvSpPr txBox="1"/>
          <p:nvPr/>
        </p:nvSpPr>
        <p:spPr>
          <a:xfrm>
            <a:off x="1630110" y="2233742"/>
            <a:ext cx="5883779" cy="615555"/>
          </a:xfrm>
          <a:prstGeom prst="rect">
            <a:avLst/>
          </a:prstGeom>
          <a:noFill/>
          <a:ln cap="flat">
            <a:noFill/>
          </a:ln>
          <a:effectLst>
            <a:outerShdw dist="22997" dir="5400000" algn="tl">
              <a:srgbClr val="000000">
                <a:alpha val="35000"/>
              </a:srgbClr>
            </a:outerShdw>
          </a:effectLst>
        </p:spPr>
        <p:txBody>
          <a:bodyPr vert="horz" wrap="square" lIns="91440" tIns="45720" rIns="91440" bIns="45720" anchor="t" anchorCtr="1" compatLnSpc="1">
            <a:sp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E7FFD9"/>
                </a:solidFill>
                <a:uFillTx/>
                <a:latin typeface="Poppins"/>
                <a:cs typeface="Arial"/>
              </a:rPr>
              <a:t>Advancing Energy Tech</a:t>
            </a:r>
          </a:p>
        </p:txBody>
      </p:sp>
      <p:sp>
        <p:nvSpPr>
          <p:cNvPr id="3" name="Footer Placeholder 3">
            <a:extLst>
              <a:ext uri="{FF2B5EF4-FFF2-40B4-BE49-F238E27FC236}">
                <a16:creationId xmlns:a16="http://schemas.microsoft.com/office/drawing/2014/main" id="{86AC7DE9-C256-17A3-6447-3B0158173E07}"/>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6">
            <a:extLst>
              <a:ext uri="{FF2B5EF4-FFF2-40B4-BE49-F238E27FC236}">
                <a16:creationId xmlns:a16="http://schemas.microsoft.com/office/drawing/2014/main" id="{C9727468-4129-A508-BE63-AD8F222CAF3C}"/>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121CC94-EE39-4C72-9B47-2950C1F4E493}" type="slidenum">
              <a:t>‹N°›</a:t>
            </a:fld>
            <a:endParaRPr lang="en-US"/>
          </a:p>
        </p:txBody>
      </p:sp>
    </p:spTree>
    <p:extLst>
      <p:ext uri="{BB962C8B-B14F-4D97-AF65-F5344CB8AC3E}">
        <p14:creationId xmlns:p14="http://schemas.microsoft.com/office/powerpoint/2010/main" val="19294267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2DF79650-C639-B970-1C23-B4118D1FE1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0DEAC760-1A71-3C0A-D9BB-86EA033F17AE}"/>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778C32F8-DEC0-64A4-9481-2C6C7F3982E8}"/>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BDE67CA0-A472-F971-06AC-44E6C1EE7192}"/>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EDD95BF9-BCBF-FDAF-D800-C72434AFCE99}"/>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26036A56-424D-2802-E312-7560042F8589}"/>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sp>
        <p:nvSpPr>
          <p:cNvPr id="8" name="Rectangle 1">
            <a:extLst>
              <a:ext uri="{FF2B5EF4-FFF2-40B4-BE49-F238E27FC236}">
                <a16:creationId xmlns:a16="http://schemas.microsoft.com/office/drawing/2014/main" id="{688DC94A-07BF-855C-EC89-0DD6ACED0F00}"/>
              </a:ext>
              <a:ext uri="{C183D7F6-B498-43B3-948B-1728B52AA6E4}">
                <adec:decorative xmlns:adec="http://schemas.microsoft.com/office/drawing/2017/decorative" val="1"/>
              </a:ext>
            </a:extLst>
          </p:cNvPr>
          <p:cNvSpPr/>
          <p:nvPr/>
        </p:nvSpPr>
        <p:spPr>
          <a:xfrm>
            <a:off x="7491569" y="4533439"/>
            <a:ext cx="1652430" cy="610060"/>
          </a:xfrm>
          <a:prstGeom prst="rect">
            <a:avLst/>
          </a:prstGeom>
          <a:solidFill>
            <a:srgbClr val="0A2F24"/>
          </a:solidFill>
          <a:ln cap="flat">
            <a:noFill/>
            <a:prstDash val="solid"/>
          </a:ln>
          <a:effectLst>
            <a:outerShdw dist="22997" dir="5400000" algn="tl">
              <a:srgbClr val="000000">
                <a:alpha val="35000"/>
              </a:srgbClr>
            </a:outerShdw>
          </a:effectLst>
        </p:spPr>
        <p:txBody>
          <a:bodyPr vert="horz" wrap="square" lIns="91440" tIns="45720" rIns="91440" bIns="45720" anchor="ctr" anchorCtr="1" compatLnSpc="1">
            <a:no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pic>
        <p:nvPicPr>
          <p:cNvPr id="9" name="Graphic 5">
            <a:extLst>
              <a:ext uri="{FF2B5EF4-FFF2-40B4-BE49-F238E27FC236}">
                <a16:creationId xmlns:a16="http://schemas.microsoft.com/office/drawing/2014/main" id="{C11E8F74-D4BD-299A-AEF3-EC90A3F46BB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1991723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slide simpl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245F4371-1578-7374-4BEA-A5EA2B148B15}"/>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35709E3E-8ED4-0975-5174-1170DE93682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F30EE157-AE8E-B3A8-4236-8A96E747F876}"/>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7100577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B9C420BB-ABCF-58EF-F926-74C67CCE07FD}"/>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Content Placeholder 4">
            <a:extLst>
              <a:ext uri="{FF2B5EF4-FFF2-40B4-BE49-F238E27FC236}">
                <a16:creationId xmlns:a16="http://schemas.microsoft.com/office/drawing/2014/main" id="{CF613C91-C033-9548-CC36-54F53B350D27}"/>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302389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One column two line headline">
    <p:spTree>
      <p:nvGrpSpPr>
        <p:cNvPr id="1" name=""/>
        <p:cNvGrpSpPr/>
        <p:nvPr/>
      </p:nvGrpSpPr>
      <p:grpSpPr>
        <a:xfrm>
          <a:off x="0" y="0"/>
          <a:ext cx="0" cy="0"/>
          <a:chOff x="0" y="0"/>
          <a:chExt cx="0" cy="0"/>
        </a:xfrm>
      </p:grpSpPr>
      <p:sp>
        <p:nvSpPr>
          <p:cNvPr id="2" name="Footer Placeholder 8">
            <a:extLst>
              <a:ext uri="{FF2B5EF4-FFF2-40B4-BE49-F238E27FC236}">
                <a16:creationId xmlns:a16="http://schemas.microsoft.com/office/drawing/2014/main" id="{E2FD89EB-3235-D410-A147-D63AD450117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9">
            <a:extLst>
              <a:ext uri="{FF2B5EF4-FFF2-40B4-BE49-F238E27FC236}">
                <a16:creationId xmlns:a16="http://schemas.microsoft.com/office/drawing/2014/main" id="{C34A2F59-442D-135F-8BD4-7D73902D13D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3576665-7633-4885-9FB2-62330C188616}" type="slidenum">
              <a:t>‹N°›</a:t>
            </a:fld>
            <a:endParaRPr lang="en-US"/>
          </a:p>
        </p:txBody>
      </p:sp>
    </p:spTree>
    <p:extLst>
      <p:ext uri="{BB962C8B-B14F-4D97-AF65-F5344CB8AC3E}">
        <p14:creationId xmlns:p14="http://schemas.microsoft.com/office/powerpoint/2010/main" val="1245874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slide Offer comm">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DAF1C42F-56FC-F22E-B887-66670A0C9F6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3" name="Picture Placeholder 11">
            <a:extLst>
              <a:ext uri="{FF2B5EF4-FFF2-40B4-BE49-F238E27FC236}">
                <a16:creationId xmlns:a16="http://schemas.microsoft.com/office/drawing/2014/main" id="{D2B59251-A9B1-BD35-BDC6-F1DA1F8273D9}"/>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en-US"/>
              <a:t>Click icon to add picture</a:t>
            </a:r>
          </a:p>
        </p:txBody>
      </p:sp>
      <p:sp>
        <p:nvSpPr>
          <p:cNvPr id="4" name="Graphic 2">
            <a:extLst>
              <a:ext uri="{FF2B5EF4-FFF2-40B4-BE49-F238E27FC236}">
                <a16:creationId xmlns:a16="http://schemas.microsoft.com/office/drawing/2014/main" id="{492930FE-EE92-0DDA-CFE8-1937ED502EF3}"/>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sp>
        <p:nvSpPr>
          <p:cNvPr id="5" name="Footer Placeholder 1">
            <a:extLst>
              <a:ext uri="{FF2B5EF4-FFF2-40B4-BE49-F238E27FC236}">
                <a16:creationId xmlns:a16="http://schemas.microsoft.com/office/drawing/2014/main" id="{89C1D39E-B488-964B-FBF4-A2BDAD355E3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4601238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11CCCE1C-BEEE-E895-E954-054DB3AEC30D}"/>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E3DBF543-2B3F-110C-D011-C6AC9D07065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2">
            <a:extLst>
              <a:ext uri="{FF2B5EF4-FFF2-40B4-BE49-F238E27FC236}">
                <a16:creationId xmlns:a16="http://schemas.microsoft.com/office/drawing/2014/main" id="{054E8710-243E-9F06-5BD2-64F700677EF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46438894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One column with sketches">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856F29A9-B36B-F5D8-BA02-76E5E09B67C7}"/>
              </a:ext>
            </a:extLst>
          </p:cNvPr>
          <p:cNvSpPr txBox="1">
            <a:spLocks noGrp="1"/>
          </p:cNvSpPr>
          <p:nvPr>
            <p:ph type="title"/>
          </p:nvPr>
        </p:nvSpPr>
        <p:spPr/>
        <p:txBody>
          <a:bodyPr/>
          <a:lstStyle>
            <a:lvl1pPr>
              <a:defRPr/>
            </a:lvl1pPr>
          </a:lstStyle>
          <a:p>
            <a:pPr lvl="0"/>
            <a:r>
              <a:rPr lang="en-US"/>
              <a:t>Click to edit master title style</a:t>
            </a:r>
          </a:p>
        </p:txBody>
      </p:sp>
      <p:sp>
        <p:nvSpPr>
          <p:cNvPr id="3" name="Subhead placeholder">
            <a:extLst>
              <a:ext uri="{FF2B5EF4-FFF2-40B4-BE49-F238E27FC236}">
                <a16:creationId xmlns:a16="http://schemas.microsoft.com/office/drawing/2014/main" id="{3A875830-3547-E6A7-1036-111C4AA9D27F}"/>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4" name="Content Placeholder 4">
            <a:extLst>
              <a:ext uri="{FF2B5EF4-FFF2-40B4-BE49-F238E27FC236}">
                <a16:creationId xmlns:a16="http://schemas.microsoft.com/office/drawing/2014/main" id="{A833BDDA-A3D9-C09C-DA24-DBE10D082222}"/>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35647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lank slide with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80576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AE3D3050-C7E4-0F98-6958-14A34A2D3F5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2088070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One column 2/3 of slide">
    <p:spTree>
      <p:nvGrpSpPr>
        <p:cNvPr id="1" name=""/>
        <p:cNvGrpSpPr/>
        <p:nvPr/>
      </p:nvGrpSpPr>
      <p:grpSpPr>
        <a:xfrm>
          <a:off x="0" y="0"/>
          <a:ext cx="0" cy="0"/>
          <a:chOff x="0" y="0"/>
          <a:chExt cx="0" cy="0"/>
        </a:xfrm>
      </p:grpSpPr>
      <p:sp>
        <p:nvSpPr>
          <p:cNvPr id="2" name="Caption placeholder">
            <a:extLst>
              <a:ext uri="{FF2B5EF4-FFF2-40B4-BE49-F238E27FC236}">
                <a16:creationId xmlns:a16="http://schemas.microsoft.com/office/drawing/2014/main" id="{E6450F1F-720A-14F3-2F87-BC2EADAA976D}"/>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en-US"/>
              <a:t>Click to edit Master text styles</a:t>
            </a:r>
          </a:p>
        </p:txBody>
      </p:sp>
      <p:sp>
        <p:nvSpPr>
          <p:cNvPr id="3" name="Footer Placeholder 7">
            <a:extLst>
              <a:ext uri="{FF2B5EF4-FFF2-40B4-BE49-F238E27FC236}">
                <a16:creationId xmlns:a16="http://schemas.microsoft.com/office/drawing/2014/main" id="{F7212FAA-5B2D-1915-67F2-3E5DECBF690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8">
            <a:extLst>
              <a:ext uri="{FF2B5EF4-FFF2-40B4-BE49-F238E27FC236}">
                <a16:creationId xmlns:a16="http://schemas.microsoft.com/office/drawing/2014/main" id="{F5350C85-55EF-E92A-3C9D-D00CA027173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A9981B1-A7DF-4074-A4EB-8DFABB9BDA34}" type="slidenum">
              <a:t>‹N°›</a:t>
            </a:fld>
            <a:endParaRPr lang="en-US"/>
          </a:p>
        </p:txBody>
      </p:sp>
    </p:spTree>
    <p:extLst>
      <p:ext uri="{BB962C8B-B14F-4D97-AF65-F5344CB8AC3E}">
        <p14:creationId xmlns:p14="http://schemas.microsoft.com/office/powerpoint/2010/main" val="1515175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One column with callou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AA3B11D-7E5D-9ECE-EBB5-4BA8ECE59B5B}"/>
              </a:ext>
            </a:extLst>
          </p:cNvPr>
          <p:cNvSpPr txBox="1">
            <a:spLocks noGrp="1"/>
          </p:cNvSpPr>
          <p:nvPr>
            <p:ph idx="4294967295"/>
          </p:nvPr>
        </p:nvSpPr>
        <p:spPr>
          <a:xfrm>
            <a:off x="6202887" y="1508394"/>
            <a:ext cx="248391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8BB7A0B1-5A0E-61BF-777D-20FB29A9614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981DEF81-D0F1-C0DB-31D9-AFA4048EA00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B7AD46E-3D03-42B4-A24A-3FF59F8EF15C}" type="slidenum">
              <a:t>‹N°›</a:t>
            </a:fld>
            <a:endParaRPr lang="en-US"/>
          </a:p>
        </p:txBody>
      </p:sp>
    </p:spTree>
    <p:extLst>
      <p:ext uri="{BB962C8B-B14F-4D97-AF65-F5344CB8AC3E}">
        <p14:creationId xmlns:p14="http://schemas.microsoft.com/office/powerpoint/2010/main" val="98364924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Caption placeholder">
            <a:extLst>
              <a:ext uri="{FF2B5EF4-FFF2-40B4-BE49-F238E27FC236}">
                <a16:creationId xmlns:a16="http://schemas.microsoft.com/office/drawing/2014/main" id="{8C76C16C-E64D-0F5F-58D9-7C5921346AA2}"/>
              </a:ext>
            </a:extLst>
          </p:cNvPr>
          <p:cNvSpPr txBox="1">
            <a:spLocks noGrp="1"/>
          </p:cNvSpPr>
          <p:nvPr>
            <p:ph type="body" idx="4294967295"/>
          </p:nvPr>
        </p:nvSpPr>
        <p:spPr>
          <a:xfrm>
            <a:off x="4672894" y="1352553"/>
            <a:ext cx="4013895" cy="158748"/>
          </a:xfrm>
        </p:spPr>
        <p:txBody>
          <a:bodyPr/>
          <a:lstStyle>
            <a:lvl1pPr>
              <a:lnSpc>
                <a:spcPts val="1600"/>
              </a:lnSpc>
              <a:defRPr/>
            </a:lvl1pPr>
          </a:lstStyle>
          <a:p>
            <a:pPr lvl="0"/>
            <a:r>
              <a:rPr lang="en-US"/>
              <a:t>Click to edit master text styles</a:t>
            </a:r>
          </a:p>
        </p:txBody>
      </p:sp>
      <p:sp>
        <p:nvSpPr>
          <p:cNvPr id="3" name="Text placeholder">
            <a:extLst>
              <a:ext uri="{FF2B5EF4-FFF2-40B4-BE49-F238E27FC236}">
                <a16:creationId xmlns:a16="http://schemas.microsoft.com/office/drawing/2014/main" id="{107BE48B-D0FF-4AE3-BA00-1D23C7FEDC32}"/>
              </a:ext>
            </a:extLst>
          </p:cNvPr>
          <p:cNvSpPr txBox="1">
            <a:spLocks noGrp="1"/>
          </p:cNvSpPr>
          <p:nvPr>
            <p:ph idx="4294967295"/>
          </p:nvPr>
        </p:nvSpPr>
        <p:spPr>
          <a:xfrm>
            <a:off x="4672894" y="1713421"/>
            <a:ext cx="401389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721EC222-DB10-F5E2-6CD1-3A567ED1356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20514F7F-B9A4-AE94-DCF8-86D31A9E324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D2E343E-1DD1-41C8-8A3A-DCBD8685353C}" type="slidenum">
              <a:t>‹N°›</a:t>
            </a:fld>
            <a:endParaRPr lang="en-US"/>
          </a:p>
        </p:txBody>
      </p:sp>
    </p:spTree>
    <p:extLst>
      <p:ext uri="{BB962C8B-B14F-4D97-AF65-F5344CB8AC3E}">
        <p14:creationId xmlns:p14="http://schemas.microsoft.com/office/powerpoint/2010/main" val="163926725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wo columns with subtitle and sketche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06765D55-D2CE-EA38-B977-AC2C7ED6F37D}"/>
              </a:ext>
            </a:extLst>
          </p:cNvPr>
          <p:cNvSpPr txBox="1">
            <a:spLocks noGrp="1"/>
          </p:cNvSpPr>
          <p:nvPr>
            <p:ph idx="4294967295"/>
          </p:nvPr>
        </p:nvSpPr>
        <p:spPr>
          <a:xfrm>
            <a:off x="454100"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D3BC7F1B-AEF1-A8DA-BCB2-267CDD0E38A1}"/>
              </a:ext>
            </a:extLst>
          </p:cNvPr>
          <p:cNvSpPr txBox="1">
            <a:spLocks noGrp="1"/>
          </p:cNvSpPr>
          <p:nvPr>
            <p:ph type="body" idx="4294967295"/>
          </p:nvPr>
        </p:nvSpPr>
        <p:spPr>
          <a:xfrm>
            <a:off x="454100" y="4341808"/>
            <a:ext cx="4013905" cy="158748"/>
          </a:xfrm>
        </p:spPr>
        <p:txBody>
          <a:bodyPr/>
          <a:lstStyle>
            <a:lvl1pPr>
              <a:lnSpc>
                <a:spcPts val="1300"/>
              </a:lnSpc>
              <a:defRPr sz="1100"/>
            </a:lvl1pPr>
          </a:lstStyle>
          <a:p>
            <a:pPr lvl="0"/>
            <a:r>
              <a:rPr lang="en-US"/>
              <a:t>Click to edit master text styles</a:t>
            </a:r>
          </a:p>
        </p:txBody>
      </p:sp>
      <p:sp>
        <p:nvSpPr>
          <p:cNvPr id="4" name="Text placeholder">
            <a:extLst>
              <a:ext uri="{FF2B5EF4-FFF2-40B4-BE49-F238E27FC236}">
                <a16:creationId xmlns:a16="http://schemas.microsoft.com/office/drawing/2014/main" id="{1FAD87A3-CFBD-DEA9-29BF-AA82984D69A4}"/>
              </a:ext>
            </a:extLst>
          </p:cNvPr>
          <p:cNvSpPr txBox="1">
            <a:spLocks noGrp="1"/>
          </p:cNvSpPr>
          <p:nvPr>
            <p:ph idx="4294967295"/>
          </p:nvPr>
        </p:nvSpPr>
        <p:spPr>
          <a:xfrm>
            <a:off x="4672894"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aption placeholder">
            <a:extLst>
              <a:ext uri="{FF2B5EF4-FFF2-40B4-BE49-F238E27FC236}">
                <a16:creationId xmlns:a16="http://schemas.microsoft.com/office/drawing/2014/main" id="{DBBE1CD4-C3C5-9E39-261F-14E8F54C35A0}"/>
              </a:ext>
            </a:extLst>
          </p:cNvPr>
          <p:cNvSpPr txBox="1">
            <a:spLocks noGrp="1"/>
          </p:cNvSpPr>
          <p:nvPr>
            <p:ph type="body" idx="4294967295"/>
          </p:nvPr>
        </p:nvSpPr>
        <p:spPr>
          <a:xfrm>
            <a:off x="4672894" y="4341808"/>
            <a:ext cx="4013905" cy="158748"/>
          </a:xfrm>
        </p:spPr>
        <p:txBody>
          <a:bodyPr/>
          <a:lstStyle>
            <a:lvl1pPr>
              <a:lnSpc>
                <a:spcPts val="1300"/>
              </a:lnSpc>
              <a:defRPr sz="1100"/>
            </a:lvl1pPr>
          </a:lstStyle>
          <a:p>
            <a:pPr lvl="0"/>
            <a:r>
              <a:rPr lang="en-US"/>
              <a:t>Click to edit master text styles</a:t>
            </a:r>
          </a:p>
        </p:txBody>
      </p:sp>
      <p:sp>
        <p:nvSpPr>
          <p:cNvPr id="6" name="Footer Placeholder 10">
            <a:extLst>
              <a:ext uri="{FF2B5EF4-FFF2-40B4-BE49-F238E27FC236}">
                <a16:creationId xmlns:a16="http://schemas.microsoft.com/office/drawing/2014/main" id="{C9B7B51D-AE44-6D10-73AC-7F71E181B41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7" name="Slide Number Placeholder 13">
            <a:extLst>
              <a:ext uri="{FF2B5EF4-FFF2-40B4-BE49-F238E27FC236}">
                <a16:creationId xmlns:a16="http://schemas.microsoft.com/office/drawing/2014/main" id="{3C5A4E11-B9B5-9E9F-995E-F3450E4A03D5}"/>
              </a:ext>
            </a:extLst>
          </p:cNvPr>
          <p:cNvSpPr txBox="1">
            <a:spLocks noGrp="1"/>
          </p:cNvSpPr>
          <p:nvPr>
            <p:ph type="sldNum" sz="quarter" idx="8"/>
          </p:nvPr>
        </p:nvSpPr>
        <p:spPr/>
        <p:txBody>
          <a:bodyPr/>
          <a:lstStyle>
            <a:lvl1pPr>
              <a:defRPr/>
            </a:lvl1pPr>
          </a:lstStyle>
          <a:p>
            <a:pPr lvl="0"/>
            <a:r>
              <a:rPr lang="en-US"/>
              <a:t>| Page </a:t>
            </a:r>
            <a:fld id="{84310153-7805-4C30-B911-861228EA155C}" type="slidenum">
              <a:t>‹N°›</a:t>
            </a:fld>
            <a:endParaRPr lang="en-US"/>
          </a:p>
        </p:txBody>
      </p:sp>
    </p:spTree>
    <p:extLst>
      <p:ext uri="{BB962C8B-B14F-4D97-AF65-F5344CB8AC3E}">
        <p14:creationId xmlns:p14="http://schemas.microsoft.com/office/powerpoint/2010/main" val="154567503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FB189AB6-162A-2EE6-8912-6736A7193811}"/>
              </a:ext>
            </a:extLst>
          </p:cNvPr>
          <p:cNvSpPr txBox="1">
            <a:spLocks noGrp="1"/>
          </p:cNvSpPr>
          <p:nvPr>
            <p:ph idx="4294967295"/>
          </p:nvPr>
        </p:nvSpPr>
        <p:spPr>
          <a:xfrm>
            <a:off x="3299082"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3FB913AF-4639-CAEB-CB57-485D31CCB240}"/>
              </a:ext>
            </a:extLst>
          </p:cNvPr>
          <p:cNvSpPr txBox="1">
            <a:spLocks noGrp="1"/>
          </p:cNvSpPr>
          <p:nvPr>
            <p:ph idx="4294967295"/>
          </p:nvPr>
        </p:nvSpPr>
        <p:spPr>
          <a:xfrm>
            <a:off x="6140973"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6">
            <a:extLst>
              <a:ext uri="{FF2B5EF4-FFF2-40B4-BE49-F238E27FC236}">
                <a16:creationId xmlns:a16="http://schemas.microsoft.com/office/drawing/2014/main" id="{37CFB8C5-AAB7-8F3F-39EE-45492BF33EA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7">
            <a:extLst>
              <a:ext uri="{FF2B5EF4-FFF2-40B4-BE49-F238E27FC236}">
                <a16:creationId xmlns:a16="http://schemas.microsoft.com/office/drawing/2014/main" id="{936F52FB-E1E1-B812-F322-87567FBAE8B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86DE39D-C36F-4A75-87FA-A232E240ED11}" type="slidenum">
              <a:t>‹N°›</a:t>
            </a:fld>
            <a:endParaRPr lang="en-US"/>
          </a:p>
        </p:txBody>
      </p:sp>
    </p:spTree>
    <p:extLst>
      <p:ext uri="{BB962C8B-B14F-4D97-AF65-F5344CB8AC3E}">
        <p14:creationId xmlns:p14="http://schemas.microsoft.com/office/powerpoint/2010/main" val="359764349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One column with object">
    <p:spTree>
      <p:nvGrpSpPr>
        <p:cNvPr id="1" name=""/>
        <p:cNvGrpSpPr/>
        <p:nvPr/>
      </p:nvGrpSpPr>
      <p:grpSpPr>
        <a:xfrm>
          <a:off x="0" y="0"/>
          <a:ext cx="0" cy="0"/>
          <a:chOff x="0" y="0"/>
          <a:chExt cx="0" cy="0"/>
        </a:xfrm>
      </p:grpSpPr>
      <p:sp>
        <p:nvSpPr>
          <p:cNvPr id="2" name="Content placeholder" descr="Image placeholder">
            <a:extLst>
              <a:ext uri="{FF2B5EF4-FFF2-40B4-BE49-F238E27FC236}">
                <a16:creationId xmlns:a16="http://schemas.microsoft.com/office/drawing/2014/main" id="{BBDDB2D5-961D-4E68-005E-8646AAE1877C}"/>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3" name="Footer Placeholder 9">
            <a:extLst>
              <a:ext uri="{FF2B5EF4-FFF2-40B4-BE49-F238E27FC236}">
                <a16:creationId xmlns:a16="http://schemas.microsoft.com/office/drawing/2014/main" id="{FA542F84-ABB2-2042-4D2D-35189DC1C8D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10">
            <a:extLst>
              <a:ext uri="{FF2B5EF4-FFF2-40B4-BE49-F238E27FC236}">
                <a16:creationId xmlns:a16="http://schemas.microsoft.com/office/drawing/2014/main" id="{DDD2E115-1D8F-AED5-14FC-9DBB028A03B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FF2EEE1-8A80-4D2D-AF7A-53B39CF64C47}" type="slidenum">
              <a:t>‹N°›</a:t>
            </a:fld>
            <a:endParaRPr lang="en-US"/>
          </a:p>
        </p:txBody>
      </p:sp>
    </p:spTree>
    <p:extLst>
      <p:ext uri="{BB962C8B-B14F-4D97-AF65-F5344CB8AC3E}">
        <p14:creationId xmlns:p14="http://schemas.microsoft.com/office/powerpoint/2010/main" val="8530550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One column with object and sketche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21E98D3A-10F7-DEB8-5559-BDEA3C1B9A87}"/>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30625290-5BDB-070E-5136-3497A422ABA1}"/>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9">
            <a:extLst>
              <a:ext uri="{FF2B5EF4-FFF2-40B4-BE49-F238E27FC236}">
                <a16:creationId xmlns:a16="http://schemas.microsoft.com/office/drawing/2014/main" id="{FFF45C71-5E1D-9F28-90EE-BE13840291C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1">
            <a:extLst>
              <a:ext uri="{FF2B5EF4-FFF2-40B4-BE49-F238E27FC236}">
                <a16:creationId xmlns:a16="http://schemas.microsoft.com/office/drawing/2014/main" id="{60205FB1-E1B7-5DBA-D4C1-6345476AB8E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A93CEC3-36C2-4C93-8AEC-A886A3177DDD}" type="slidenum">
              <a:t>‹N°›</a:t>
            </a:fld>
            <a:endParaRPr lang="en-US"/>
          </a:p>
        </p:txBody>
      </p:sp>
    </p:spTree>
    <p:extLst>
      <p:ext uri="{BB962C8B-B14F-4D97-AF65-F5344CB8AC3E}">
        <p14:creationId xmlns:p14="http://schemas.microsoft.com/office/powerpoint/2010/main" val="414998758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One column with half page object">
    <p:spTree>
      <p:nvGrpSpPr>
        <p:cNvPr id="1" name=""/>
        <p:cNvGrpSpPr/>
        <p:nvPr/>
      </p:nvGrpSpPr>
      <p:grpSpPr>
        <a:xfrm>
          <a:off x="0" y="0"/>
          <a:ext cx="0" cy="0"/>
          <a:chOff x="0" y="0"/>
          <a:chExt cx="0" cy="0"/>
        </a:xfrm>
      </p:grpSpPr>
      <p:sp>
        <p:nvSpPr>
          <p:cNvPr id="2" name="Content placeholder" descr="Image placeholder">
            <a:extLst>
              <a:ext uri="{FF2B5EF4-FFF2-40B4-BE49-F238E27FC236}">
                <a16:creationId xmlns:a16="http://schemas.microsoft.com/office/drawing/2014/main" id="{2E2E9277-C95E-8FD5-D699-F02DC01F5681}"/>
              </a:ext>
            </a:extLst>
          </p:cNvPr>
          <p:cNvSpPr txBox="1">
            <a:spLocks noGrp="1"/>
          </p:cNvSpPr>
          <p:nvPr>
            <p:ph idx="4294967295"/>
          </p:nvPr>
        </p:nvSpPr>
        <p:spPr>
          <a:xfrm>
            <a:off x="4572000" y="0"/>
            <a:ext cx="4572000"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3" name="Footer Placeholder 7">
            <a:extLst>
              <a:ext uri="{FF2B5EF4-FFF2-40B4-BE49-F238E27FC236}">
                <a16:creationId xmlns:a16="http://schemas.microsoft.com/office/drawing/2014/main" id="{F5D513DB-FFFE-5B3D-E0F3-64EF4938A0E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10">
            <a:extLst>
              <a:ext uri="{FF2B5EF4-FFF2-40B4-BE49-F238E27FC236}">
                <a16:creationId xmlns:a16="http://schemas.microsoft.com/office/drawing/2014/main" id="{F9B3FFCE-DB1F-821C-40C6-4571058CD87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B5AB854-C73E-47A3-B583-AAC4283FEF5F}" type="slidenum">
              <a:t>‹N°›</a:t>
            </a:fld>
            <a:endParaRPr lang="en-US"/>
          </a:p>
        </p:txBody>
      </p:sp>
    </p:spTree>
    <p:extLst>
      <p:ext uri="{BB962C8B-B14F-4D97-AF65-F5344CB8AC3E}">
        <p14:creationId xmlns:p14="http://schemas.microsoft.com/office/powerpoint/2010/main" val="164342943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One column with 1/3 object">
    <p:spTree>
      <p:nvGrpSpPr>
        <p:cNvPr id="1" name=""/>
        <p:cNvGrpSpPr/>
        <p:nvPr/>
      </p:nvGrpSpPr>
      <p:grpSpPr>
        <a:xfrm>
          <a:off x="0" y="0"/>
          <a:ext cx="0" cy="0"/>
          <a:chOff x="0" y="0"/>
          <a:chExt cx="0" cy="0"/>
        </a:xfrm>
      </p:grpSpPr>
      <p:sp>
        <p:nvSpPr>
          <p:cNvPr id="2" name="Content placeholder" descr="Image placeholder">
            <a:extLst>
              <a:ext uri="{FF2B5EF4-FFF2-40B4-BE49-F238E27FC236}">
                <a16:creationId xmlns:a16="http://schemas.microsoft.com/office/drawing/2014/main" id="{B9E7673E-70A0-8834-9BF7-15A351D92A07}"/>
              </a:ext>
            </a:extLst>
          </p:cNvPr>
          <p:cNvSpPr txBox="1">
            <a:spLocks noGrp="1"/>
          </p:cNvSpPr>
          <p:nvPr>
            <p:ph idx="4294967295"/>
          </p:nvPr>
        </p:nvSpPr>
        <p:spPr>
          <a:xfrm>
            <a:off x="6098398" y="0"/>
            <a:ext cx="3045601"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3" name="Footer Placeholder 3">
            <a:extLst>
              <a:ext uri="{FF2B5EF4-FFF2-40B4-BE49-F238E27FC236}">
                <a16:creationId xmlns:a16="http://schemas.microsoft.com/office/drawing/2014/main" id="{C7247642-9F5B-6F29-7354-8A7C2015FF0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4">
            <a:extLst>
              <a:ext uri="{FF2B5EF4-FFF2-40B4-BE49-F238E27FC236}">
                <a16:creationId xmlns:a16="http://schemas.microsoft.com/office/drawing/2014/main" id="{34E7421C-99EB-3170-06F6-D1B5C65A577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3DDCACE-1FA9-452F-8067-32D765F48945}" type="slidenum">
              <a:t>‹N°›</a:t>
            </a:fld>
            <a:endParaRPr lang="en-US"/>
          </a:p>
        </p:txBody>
      </p:sp>
    </p:spTree>
    <p:extLst>
      <p:ext uri="{BB962C8B-B14F-4D97-AF65-F5344CB8AC3E}">
        <p14:creationId xmlns:p14="http://schemas.microsoft.com/office/powerpoint/2010/main" val="252263316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BB3E19F-F5E4-F521-ABB4-5C2F0201246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E56B747-C051-4CAE-85C9-1FDFFB7C9F24}" type="slidenum">
              <a:t>‹N°›</a:t>
            </a:fld>
            <a:endParaRPr lang="en-US"/>
          </a:p>
        </p:txBody>
      </p:sp>
    </p:spTree>
    <p:extLst>
      <p:ext uri="{BB962C8B-B14F-4D97-AF65-F5344CB8AC3E}">
        <p14:creationId xmlns:p14="http://schemas.microsoft.com/office/powerpoint/2010/main" val="37742895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Agenda slide with sketches">
    <p:spTree>
      <p:nvGrpSpPr>
        <p:cNvPr id="1" name=""/>
        <p:cNvGrpSpPr/>
        <p:nvPr/>
      </p:nvGrpSpPr>
      <p:grpSpPr>
        <a:xfrm>
          <a:off x="0" y="0"/>
          <a:ext cx="0" cy="0"/>
          <a:chOff x="0" y="0"/>
          <a:chExt cx="0" cy="0"/>
        </a:xfrm>
      </p:grpSpPr>
      <p:sp>
        <p:nvSpPr>
          <p:cNvPr id="2" name="Footer Placeholder 6">
            <a:extLst>
              <a:ext uri="{FF2B5EF4-FFF2-40B4-BE49-F238E27FC236}">
                <a16:creationId xmlns:a16="http://schemas.microsoft.com/office/drawing/2014/main" id="{B8544D79-CFB9-0326-27A9-536200131AD6}"/>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7">
            <a:extLst>
              <a:ext uri="{FF2B5EF4-FFF2-40B4-BE49-F238E27FC236}">
                <a16:creationId xmlns:a16="http://schemas.microsoft.com/office/drawing/2014/main" id="{5E657B61-95AE-2E37-4E29-4F1473F988E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2891C3A-288E-40F6-8B1F-E45D6C1E5804}" type="slidenum">
              <a:t>‹N°›</a:t>
            </a:fld>
            <a:endParaRPr lang="en-US"/>
          </a:p>
        </p:txBody>
      </p:sp>
    </p:spTree>
    <p:extLst>
      <p:ext uri="{BB962C8B-B14F-4D97-AF65-F5344CB8AC3E}">
        <p14:creationId xmlns:p14="http://schemas.microsoft.com/office/powerpoint/2010/main" val="141408086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Section break with subhead">
    <p:spTree>
      <p:nvGrpSpPr>
        <p:cNvPr id="1" name=""/>
        <p:cNvGrpSpPr/>
        <p:nvPr/>
      </p:nvGrpSpPr>
      <p:grpSpPr>
        <a:xfrm>
          <a:off x="0" y="0"/>
          <a:ext cx="0" cy="0"/>
          <a:chOff x="0" y="0"/>
          <a:chExt cx="0" cy="0"/>
        </a:xfrm>
      </p:grpSpPr>
      <p:sp>
        <p:nvSpPr>
          <p:cNvPr id="2" name="Slide Number Placeholder 8">
            <a:extLst>
              <a:ext uri="{FF2B5EF4-FFF2-40B4-BE49-F238E27FC236}">
                <a16:creationId xmlns:a16="http://schemas.microsoft.com/office/drawing/2014/main" id="{B6996380-6B7F-BCAB-0D36-12236700658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ABD6355-275F-4ABA-9732-CC7220225909}" type="slidenum">
              <a:t>‹N°›</a:t>
            </a:fld>
            <a:endParaRPr lang="en-US"/>
          </a:p>
        </p:txBody>
      </p:sp>
    </p:spTree>
    <p:extLst>
      <p:ext uri="{BB962C8B-B14F-4D97-AF65-F5344CB8AC3E}">
        <p14:creationId xmlns:p14="http://schemas.microsoft.com/office/powerpoint/2010/main" val="148816105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Section break for longer copy">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073939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ection break for longer copy with image">
    <p:spTree>
      <p:nvGrpSpPr>
        <p:cNvPr id="1" name=""/>
        <p:cNvGrpSpPr/>
        <p:nvPr/>
      </p:nvGrpSpPr>
      <p:grpSpPr>
        <a:xfrm>
          <a:off x="0" y="0"/>
          <a:ext cx="0" cy="0"/>
          <a:chOff x="0" y="0"/>
          <a:chExt cx="0" cy="0"/>
        </a:xfrm>
      </p:grpSpPr>
      <p:sp>
        <p:nvSpPr>
          <p:cNvPr id="2" name="Slide Number Placeholder 8">
            <a:extLst>
              <a:ext uri="{FF2B5EF4-FFF2-40B4-BE49-F238E27FC236}">
                <a16:creationId xmlns:a16="http://schemas.microsoft.com/office/drawing/2014/main" id="{242CDCAD-0D0F-BB34-18F9-CB1C3B672A6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523285F-7C36-4DDE-8168-A0337784E8EC}" type="slidenum">
              <a:t>‹N°›</a:t>
            </a:fld>
            <a:endParaRPr lang="en-US"/>
          </a:p>
        </p:txBody>
      </p:sp>
    </p:spTree>
    <p:extLst>
      <p:ext uri="{BB962C8B-B14F-4D97-AF65-F5344CB8AC3E}">
        <p14:creationId xmlns:p14="http://schemas.microsoft.com/office/powerpoint/2010/main" val="416702873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467D854-95E3-BE77-6650-E8CD3210601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63C8A7D-A305-455E-B101-6CCC5F598067}" type="slidenum">
              <a:t>‹N°›</a:t>
            </a:fld>
            <a:endParaRPr lang="en-US"/>
          </a:p>
        </p:txBody>
      </p:sp>
    </p:spTree>
    <p:extLst>
      <p:ext uri="{BB962C8B-B14F-4D97-AF65-F5344CB8AC3E}">
        <p14:creationId xmlns:p14="http://schemas.microsoft.com/office/powerpoint/2010/main" val="428441119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Advancing Energy Tech slide">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DCA8DAB8-7386-4A40-3E2E-6C1E097D862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A7AF7E7-F987-469D-934C-68BA8471963A}" type="slidenum">
              <a:t>‹N°›</a:t>
            </a:fld>
            <a:endParaRPr lang="en-US"/>
          </a:p>
        </p:txBody>
      </p:sp>
    </p:spTree>
    <p:extLst>
      <p:ext uri="{BB962C8B-B14F-4D97-AF65-F5344CB8AC3E}">
        <p14:creationId xmlns:p14="http://schemas.microsoft.com/office/powerpoint/2010/main" val="10979550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EF061C2E-DFD8-97A7-E477-CB9100A4AC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6ABBA560-EFC6-7650-58E2-CB5D8ECFCB70}"/>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C8C3A2BE-C222-49BD-F8A9-2DE7CA67E18D}"/>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7B8D44DC-EEAD-B090-4497-6EE4FF7817E9}"/>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698EF11E-F4E7-097F-4836-F9E4D55A5506}"/>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4DE45B4D-10FF-6C83-E052-2B11917E22C9}"/>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pic>
        <p:nvPicPr>
          <p:cNvPr id="8" name="Graphic 5">
            <a:extLst>
              <a:ext uri="{FF2B5EF4-FFF2-40B4-BE49-F238E27FC236}">
                <a16:creationId xmlns:a16="http://schemas.microsoft.com/office/drawing/2014/main" id="{80507867-0023-0642-DC2F-1AB705FFD1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326136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heme" Target="../theme/theme2.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image" Target="../media/image9.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theme" Target="../theme/theme3.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image" Target="../media/image10.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theme" Target="../theme/theme4.xml"/><Relationship Id="rId3" Type="http://schemas.openxmlformats.org/officeDocument/2006/relationships/slideLayout" Target="../slideLayouts/slideLayout78.xml"/><Relationship Id="rId21" Type="http://schemas.openxmlformats.org/officeDocument/2006/relationships/slideLayout" Target="../slideLayouts/slideLayout96.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image" Target="../media/image10.svg"/><Relationship Id="rId10" Type="http://schemas.openxmlformats.org/officeDocument/2006/relationships/slideLayout" Target="../slideLayouts/slideLayout85.xml"/><Relationship Id="rId19" Type="http://schemas.openxmlformats.org/officeDocument/2006/relationships/slideLayout" Target="../slideLayouts/slideLayout94.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DE922F64-FDA2-E57E-6514-21A72AD25E82}"/>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fr-FR"/>
              <a:t>Modifiez le style du titre</a:t>
            </a:r>
            <a:endParaRPr lang="en-US"/>
          </a:p>
        </p:txBody>
      </p:sp>
      <p:sp>
        <p:nvSpPr>
          <p:cNvPr id="3" name="Text Placeholder 17">
            <a:extLst>
              <a:ext uri="{FF2B5EF4-FFF2-40B4-BE49-F238E27FC236}">
                <a16:creationId xmlns:a16="http://schemas.microsoft.com/office/drawing/2014/main" id="{0B664482-F9AA-8D79-3506-B598F5B6AE56}"/>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Footer Placeholder 12">
            <a:extLst>
              <a:ext uri="{FF2B5EF4-FFF2-40B4-BE49-F238E27FC236}">
                <a16:creationId xmlns:a16="http://schemas.microsoft.com/office/drawing/2014/main" id="{DA41F724-F8ED-F763-F1D7-2545851C5CB3}"/>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defRPr>
            </a:lvl1pPr>
          </a:lstStyle>
          <a:p>
            <a:pPr lvl="0"/>
            <a:r>
              <a:rPr lang="en-US"/>
              <a:t>©2026 Schneider Electric. All Rights Reserved.</a:t>
            </a:r>
          </a:p>
        </p:txBody>
      </p:sp>
      <p:sp>
        <p:nvSpPr>
          <p:cNvPr id="5" name="Slide number placeholder">
            <a:extLst>
              <a:ext uri="{FF2B5EF4-FFF2-40B4-BE49-F238E27FC236}">
                <a16:creationId xmlns:a16="http://schemas.microsoft.com/office/drawing/2014/main" id="{FB73C315-6EE5-9DF9-867F-234E6B678479}"/>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ea typeface="Zalando Sans Medium" pitchFamily="2"/>
                <a:cs typeface="Arial"/>
              </a:defRPr>
            </a:lvl1pPr>
          </a:lstStyle>
          <a:p>
            <a:pPr lvl="0"/>
            <a:r>
              <a:rPr lang="en-US"/>
              <a:t>| Page </a:t>
            </a:r>
            <a:fld id="{6540048C-8A0C-4EEF-A249-095AAFA81EA4}" type="slidenum">
              <a:t>‹N°›</a:t>
            </a:fld>
            <a:endParaRPr lang="en-US"/>
          </a:p>
        </p:txBody>
      </p:sp>
      <p:pic>
        <p:nvPicPr>
          <p:cNvPr id="6" name="Picture 8">
            <a:extLst>
              <a:ext uri="{FF2B5EF4-FFF2-40B4-BE49-F238E27FC236}">
                <a16:creationId xmlns:a16="http://schemas.microsoft.com/office/drawing/2014/main" id="{FA14EA49-FCBB-39EB-BA24-91D1EACEED1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7" name="ZoneTexte 3">
            <a:extLst>
              <a:ext uri="{FF2B5EF4-FFF2-40B4-BE49-F238E27FC236}">
                <a16:creationId xmlns:a16="http://schemas.microsoft.com/office/drawing/2014/main" id="{C351B4B2-1D5A-8FE1-B540-64427DBEBF49}"/>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0" name="ZoneTexte 9">
            <a:extLst>
              <a:ext uri="{FF2B5EF4-FFF2-40B4-BE49-F238E27FC236}">
                <a16:creationId xmlns:a16="http://schemas.microsoft.com/office/drawing/2014/main" id="{ED9AF7D6-1232-27AC-FBB8-445C7C58247C}"/>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marL="0" marR="0" lvl="0" indent="0" algn="l" defTabSz="457181" rtl="0" fontAlgn="auto" hangingPunct="1">
        <a:lnSpc>
          <a:spcPts val="2400"/>
        </a:lnSpc>
        <a:spcBef>
          <a:spcPts val="0"/>
        </a:spcBef>
        <a:spcAft>
          <a:spcPts val="0"/>
        </a:spcAft>
        <a:buNone/>
        <a:tabLst/>
        <a:defRPr lang="fr-FR" sz="2200" b="0" i="0" u="none" strike="noStrike" kern="1200" cap="none" spc="0" baseline="0">
          <a:solidFill>
            <a:srgbClr val="009530"/>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fr-FR" sz="1400" b="0" i="0" u="none" strike="noStrike" kern="1200" cap="none" spc="0" baseline="0">
          <a:solidFill>
            <a:srgbClr val="0A2F24"/>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7FFD9"/>
        </a:solidFill>
        <a:effectLst/>
      </p:bgPr>
    </p:bg>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8CDB5831-05BF-5E96-5155-BC7F3D2319AB}"/>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en-US"/>
              <a:t>Click to edit master title style</a:t>
            </a:r>
          </a:p>
        </p:txBody>
      </p:sp>
      <p:sp>
        <p:nvSpPr>
          <p:cNvPr id="3" name="Text Placeholder 17">
            <a:extLst>
              <a:ext uri="{FF2B5EF4-FFF2-40B4-BE49-F238E27FC236}">
                <a16:creationId xmlns:a16="http://schemas.microsoft.com/office/drawing/2014/main" id="{ACEA00CA-D8FA-B024-4470-29B2959C428F}"/>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2">
            <a:extLst>
              <a:ext uri="{FF2B5EF4-FFF2-40B4-BE49-F238E27FC236}">
                <a16:creationId xmlns:a16="http://schemas.microsoft.com/office/drawing/2014/main" id="{941D0188-15D4-9BAF-769F-D349080AB35F}"/>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defRPr>
            </a:lvl1pPr>
          </a:lstStyle>
          <a:p>
            <a:pPr lvl="0"/>
            <a:r>
              <a:rPr lang="en-US"/>
              <a:t>©2026 Schneider Electric. All Rights Reserved.</a:t>
            </a:r>
          </a:p>
        </p:txBody>
      </p:sp>
      <p:sp>
        <p:nvSpPr>
          <p:cNvPr id="5" name="Slide number placeholder">
            <a:extLst>
              <a:ext uri="{FF2B5EF4-FFF2-40B4-BE49-F238E27FC236}">
                <a16:creationId xmlns:a16="http://schemas.microsoft.com/office/drawing/2014/main" id="{41C7A51E-C75E-AF73-A95C-050BEB855530}"/>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ea typeface="Zalando Sans Medium" pitchFamily="2"/>
                <a:cs typeface="Arial"/>
              </a:defRPr>
            </a:lvl1pPr>
          </a:lstStyle>
          <a:p>
            <a:pPr lvl="0"/>
            <a:r>
              <a:rPr lang="en-US"/>
              <a:t>| Page </a:t>
            </a:r>
            <a:fld id="{79351D5A-4464-4705-A9EE-92D18ED3293B}" type="slidenum">
              <a:t>‹N°›</a:t>
            </a:fld>
            <a:endParaRPr lang="en-US"/>
          </a:p>
        </p:txBody>
      </p:sp>
      <p:pic>
        <p:nvPicPr>
          <p:cNvPr id="6" name="Picture 8">
            <a:extLst>
              <a:ext uri="{FF2B5EF4-FFF2-40B4-BE49-F238E27FC236}">
                <a16:creationId xmlns:a16="http://schemas.microsoft.com/office/drawing/2014/main" id="{9900C3C9-D74A-48FF-3EA7-57EBB6135F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7" name="ZoneTexte 3">
            <a:extLst>
              <a:ext uri="{FF2B5EF4-FFF2-40B4-BE49-F238E27FC236}">
                <a16:creationId xmlns:a16="http://schemas.microsoft.com/office/drawing/2014/main" id="{D049077F-3A4E-FBB8-C27D-20A5A3D156B7}"/>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0" name="ZoneTexte 9">
            <a:extLst>
              <a:ext uri="{FF2B5EF4-FFF2-40B4-BE49-F238E27FC236}">
                <a16:creationId xmlns:a16="http://schemas.microsoft.com/office/drawing/2014/main" id="{C2F4B876-9CE8-B07B-96D6-46DDF485CF31}"/>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Lst>
  <p:txStyles>
    <p:titleStyle>
      <a:lvl1pPr marL="0" marR="0" lvl="0" indent="0" algn="l" defTabSz="457181" rtl="0" fontAlgn="auto" hangingPunct="1">
        <a:lnSpc>
          <a:spcPts val="2400"/>
        </a:lnSpc>
        <a:spcBef>
          <a:spcPts val="0"/>
        </a:spcBef>
        <a:spcAft>
          <a:spcPts val="0"/>
        </a:spcAft>
        <a:buNone/>
        <a:tabLst/>
        <a:defRPr lang="en-US" sz="2200" b="0" i="0" u="none" strike="noStrike" kern="1200" cap="none" spc="0" baseline="0">
          <a:solidFill>
            <a:srgbClr val="0A2F24"/>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en-US" sz="1400" b="0" i="0" u="none" strike="noStrike" kern="1200" cap="none" spc="0" baseline="0">
          <a:solidFill>
            <a:srgbClr val="0A2F24"/>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A2F24"/>
        </a:solidFill>
        <a:effectLst/>
      </p:bgPr>
    </p:bg>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301BC5C7-FFF1-540F-BB67-D70EA125D8C5}"/>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en-US"/>
              <a:t>Click to edit master title style</a:t>
            </a:r>
          </a:p>
        </p:txBody>
      </p:sp>
      <p:sp>
        <p:nvSpPr>
          <p:cNvPr id="3" name="Text Placeholder 17">
            <a:extLst>
              <a:ext uri="{FF2B5EF4-FFF2-40B4-BE49-F238E27FC236}">
                <a16:creationId xmlns:a16="http://schemas.microsoft.com/office/drawing/2014/main" id="{A397F89D-522C-66D1-A4CE-5067CDF105F2}"/>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2">
            <a:extLst>
              <a:ext uri="{FF2B5EF4-FFF2-40B4-BE49-F238E27FC236}">
                <a16:creationId xmlns:a16="http://schemas.microsoft.com/office/drawing/2014/main" id="{CEDC2797-5F74-75FB-0286-2CEB793805AA}"/>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defRPr>
            </a:lvl1pPr>
          </a:lstStyle>
          <a:p>
            <a:pPr lvl="0"/>
            <a:r>
              <a:rPr lang="en-US"/>
              <a:t>©2026 Schneider Electric. All Rights Reserved.</a:t>
            </a:r>
          </a:p>
        </p:txBody>
      </p:sp>
      <p:sp>
        <p:nvSpPr>
          <p:cNvPr id="5" name="Slide number placeholder">
            <a:extLst>
              <a:ext uri="{FF2B5EF4-FFF2-40B4-BE49-F238E27FC236}">
                <a16:creationId xmlns:a16="http://schemas.microsoft.com/office/drawing/2014/main" id="{A4E052F5-EA93-599D-9255-AA20176164FA}"/>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ea typeface="Zalando Sans Medium" pitchFamily="2"/>
                <a:cs typeface="Arial"/>
              </a:defRPr>
            </a:lvl1pPr>
          </a:lstStyle>
          <a:p>
            <a:pPr lvl="0"/>
            <a:r>
              <a:rPr lang="en-US"/>
              <a:t>| Page </a:t>
            </a:r>
            <a:fld id="{673D87F0-F65D-4D92-BA99-1BBD268ED5BF}" type="slidenum">
              <a:t>‹N°›</a:t>
            </a:fld>
            <a:endParaRPr lang="en-US"/>
          </a:p>
        </p:txBody>
      </p:sp>
      <p:pic>
        <p:nvPicPr>
          <p:cNvPr id="6" name="Picture 8">
            <a:extLst>
              <a:ext uri="{FF2B5EF4-FFF2-40B4-BE49-F238E27FC236}">
                <a16:creationId xmlns:a16="http://schemas.microsoft.com/office/drawing/2014/main" id="{A97E03AE-D0F5-E178-CBB9-574938A1B2E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7" name="ZoneTexte 3">
            <a:extLst>
              <a:ext uri="{FF2B5EF4-FFF2-40B4-BE49-F238E27FC236}">
                <a16:creationId xmlns:a16="http://schemas.microsoft.com/office/drawing/2014/main" id="{F2353A5E-17AA-C988-47E9-EF814AB0F74D}"/>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0" name="ZoneTexte 9">
            <a:extLst>
              <a:ext uri="{FF2B5EF4-FFF2-40B4-BE49-F238E27FC236}">
                <a16:creationId xmlns:a16="http://schemas.microsoft.com/office/drawing/2014/main" id="{554E2EF4-A447-028E-744A-AA852D5D61B3}"/>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Lst>
  <p:txStyles>
    <p:titleStyle>
      <a:lvl1pPr marL="0" marR="0" lvl="0" indent="0" algn="l" defTabSz="457181" rtl="0" fontAlgn="auto" hangingPunct="1">
        <a:lnSpc>
          <a:spcPts val="2400"/>
        </a:lnSpc>
        <a:spcBef>
          <a:spcPts val="0"/>
        </a:spcBef>
        <a:spcAft>
          <a:spcPts val="0"/>
        </a:spcAft>
        <a:buNone/>
        <a:tabLst/>
        <a:defRPr lang="en-US" sz="2200" b="0" i="0" u="none" strike="noStrike" kern="1200" cap="none" spc="0" baseline="0">
          <a:solidFill>
            <a:srgbClr val="5EFF59"/>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en-US" sz="1400" b="0" i="0" u="none" strike="noStrike" kern="1200" cap="none" spc="0" baseline="0">
          <a:solidFill>
            <a:srgbClr val="E7FFD9"/>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A2F2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396B1D-9DB6-80BA-6A79-0FD4E0F561C6}"/>
              </a:ext>
              <a:ext uri="{C183D7F6-B498-43B3-948B-1728B52AA6E4}">
                <adec:decorative xmlns:adec="http://schemas.microsoft.com/office/drawing/2017/decorative" val="1"/>
              </a:ext>
            </a:extLst>
          </p:cNvPr>
          <p:cNvPicPr>
            <a:picLocks noChangeAspect="1"/>
          </p:cNvPicPr>
          <p:nvPr/>
        </p:nvPicPr>
        <p:blipFill>
          <a:blip r:embed="rId27"/>
          <a:srcRect/>
          <a:stretch>
            <a:fillRect/>
          </a:stretch>
        </p:blipFill>
        <p:spPr>
          <a:xfrm>
            <a:off x="0" y="0"/>
            <a:ext cx="9144000" cy="5143499"/>
          </a:xfrm>
          <a:prstGeom prst="rect">
            <a:avLst/>
          </a:prstGeom>
          <a:noFill/>
          <a:ln cap="flat">
            <a:noFill/>
          </a:ln>
          <a:effectLst>
            <a:outerShdw dist="22997" dir="5400000" algn="tl">
              <a:srgbClr val="000000">
                <a:alpha val="35000"/>
              </a:srgbClr>
            </a:outerShdw>
          </a:effectLst>
        </p:spPr>
      </p:pic>
      <p:sp>
        <p:nvSpPr>
          <p:cNvPr id="3" name="Title Placeholder 2">
            <a:extLst>
              <a:ext uri="{FF2B5EF4-FFF2-40B4-BE49-F238E27FC236}">
                <a16:creationId xmlns:a16="http://schemas.microsoft.com/office/drawing/2014/main" id="{9B90870C-AD3C-1DC0-1904-4978A9591D4D}"/>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en-US"/>
              <a:t>Click to edit master title style</a:t>
            </a:r>
          </a:p>
        </p:txBody>
      </p:sp>
      <p:sp>
        <p:nvSpPr>
          <p:cNvPr id="4" name="Text Placeholder 17">
            <a:extLst>
              <a:ext uri="{FF2B5EF4-FFF2-40B4-BE49-F238E27FC236}">
                <a16:creationId xmlns:a16="http://schemas.microsoft.com/office/drawing/2014/main" id="{6E93DB44-DA16-DC4A-70C7-457019F2105B}"/>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2">
            <a:extLst>
              <a:ext uri="{FF2B5EF4-FFF2-40B4-BE49-F238E27FC236}">
                <a16:creationId xmlns:a16="http://schemas.microsoft.com/office/drawing/2014/main" id="{C919706D-68BE-DCA7-C70C-6D851102C7BB}"/>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defRPr>
            </a:lvl1pPr>
          </a:lstStyle>
          <a:p>
            <a:pPr lvl="0"/>
            <a:r>
              <a:rPr lang="en-US"/>
              <a:t>©2026 Schneider Electric. All Rights Reserved.</a:t>
            </a:r>
          </a:p>
        </p:txBody>
      </p:sp>
      <p:sp>
        <p:nvSpPr>
          <p:cNvPr id="6" name="Slide number placeholder">
            <a:extLst>
              <a:ext uri="{FF2B5EF4-FFF2-40B4-BE49-F238E27FC236}">
                <a16:creationId xmlns:a16="http://schemas.microsoft.com/office/drawing/2014/main" id="{97D847CE-E095-E86D-5D03-8A6BD7470748}"/>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ea typeface="Zalando Sans Medium" pitchFamily="2"/>
                <a:cs typeface="Arial"/>
              </a:defRPr>
            </a:lvl1pPr>
          </a:lstStyle>
          <a:p>
            <a:pPr lvl="0"/>
            <a:r>
              <a:rPr lang="en-US"/>
              <a:t>| Page </a:t>
            </a:r>
            <a:fld id="{D77B923C-0F26-4491-A41C-AF8934FE7E60}" type="slidenum">
              <a:t>‹N°›</a:t>
            </a:fld>
            <a:endParaRPr lang="en-US"/>
          </a:p>
        </p:txBody>
      </p:sp>
      <p:pic>
        <p:nvPicPr>
          <p:cNvPr id="7" name="Picture 8">
            <a:extLst>
              <a:ext uri="{FF2B5EF4-FFF2-40B4-BE49-F238E27FC236}">
                <a16:creationId xmlns:a16="http://schemas.microsoft.com/office/drawing/2014/main" id="{1F70AD42-19F3-12EF-4E34-AB7033E9FC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8"/>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8" name="ZoneTexte 4">
            <a:extLst>
              <a:ext uri="{FF2B5EF4-FFF2-40B4-BE49-F238E27FC236}">
                <a16:creationId xmlns:a16="http://schemas.microsoft.com/office/drawing/2014/main" id="{C7B483E4-EC1E-C359-8AB1-4A63667F0BCC}"/>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1" name="ZoneTexte 10">
            <a:extLst>
              <a:ext uri="{FF2B5EF4-FFF2-40B4-BE49-F238E27FC236}">
                <a16:creationId xmlns:a16="http://schemas.microsoft.com/office/drawing/2014/main" id="{CDFA65CD-EC56-41DE-9EB9-DF1C5E0B2396}"/>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Lst>
  <p:txStyles>
    <p:titleStyle>
      <a:lvl1pPr marL="0" marR="0" lvl="0" indent="0" algn="l" defTabSz="457181" rtl="0" fontAlgn="auto" hangingPunct="1">
        <a:lnSpc>
          <a:spcPts val="2400"/>
        </a:lnSpc>
        <a:spcBef>
          <a:spcPts val="0"/>
        </a:spcBef>
        <a:spcAft>
          <a:spcPts val="0"/>
        </a:spcAft>
        <a:buNone/>
        <a:tabLst/>
        <a:defRPr lang="en-US" sz="2200" b="0" i="0" u="none" strike="noStrike" kern="1200" cap="none" spc="0" baseline="0">
          <a:solidFill>
            <a:srgbClr val="5EFF59"/>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en-US" sz="1400" b="0" i="0" u="none" strike="noStrike" kern="1200" cap="none" spc="0" baseline="0">
          <a:solidFill>
            <a:srgbClr val="E7FFD9"/>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0.sv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31.svg"/><Relationship Id="rId4" Type="http://schemas.openxmlformats.org/officeDocument/2006/relationships/image" Target="../media/image30.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34.svg"/><Relationship Id="rId4" Type="http://schemas.openxmlformats.org/officeDocument/2006/relationships/image" Target="../media/image3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name="Slide116">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E2F18FB4-2702-E482-2BEC-F61D990C52D2}"/>
              </a:ext>
            </a:extLst>
          </p:cNvPr>
          <p:cNvSpPr txBox="1">
            <a:spLocks noGrp="1"/>
          </p:cNvSpPr>
          <p:nvPr>
            <p:ph type="title"/>
          </p:nvPr>
        </p:nvSpPr>
        <p:spPr>
          <a:xfrm>
            <a:off x="867446" y="2335414"/>
            <a:ext cx="6708104" cy="785094"/>
          </a:xfrm>
          <a:prstGeom prst="rect">
            <a:avLst/>
          </a:prstGeom>
          <a:noFill/>
          <a:ln>
            <a:noFill/>
          </a:ln>
        </p:spPr>
        <p:txBody>
          <a:bodyPr vert="horz" wrap="square" lIns="0" tIns="0" rIns="0" bIns="0" anchor="t" anchorCtr="0" compatLnSpc="1">
            <a:noAutofit/>
          </a:bodyPr>
          <a:lstStyle/>
          <a:p>
            <a:pPr lvl="0"/>
            <a:r>
              <a:rPr lang="en-US" b="1" dirty="0">
                <a:solidFill>
                  <a:srgbClr val="47D45A"/>
                </a:solidFill>
              </a:rPr>
              <a:t>Conception et mise </a:t>
            </a:r>
            <a:r>
              <a:rPr lang="en-US" b="1" dirty="0" err="1">
                <a:solidFill>
                  <a:srgbClr val="47D45A"/>
                </a:solidFill>
              </a:rPr>
              <a:t>en</a:t>
            </a:r>
            <a:r>
              <a:rPr lang="en-US" b="1" dirty="0">
                <a:solidFill>
                  <a:srgbClr val="47D45A"/>
                </a:solidFill>
              </a:rPr>
              <a:t> oeuvre de </a:t>
            </a:r>
            <a:r>
              <a:rPr lang="en-US" b="1" dirty="0" err="1">
                <a:solidFill>
                  <a:srgbClr val="47D45A"/>
                </a:solidFill>
              </a:rPr>
              <a:t>l’évolution</a:t>
            </a:r>
            <a:r>
              <a:rPr lang="en-US" b="1" dirty="0">
                <a:solidFill>
                  <a:srgbClr val="47D45A"/>
                </a:solidFill>
              </a:rPr>
              <a:t> de </a:t>
            </a:r>
            <a:r>
              <a:rPr lang="en-US" b="1" dirty="0" err="1">
                <a:solidFill>
                  <a:srgbClr val="47D45A"/>
                </a:solidFill>
              </a:rPr>
              <a:t>l’integration</a:t>
            </a:r>
            <a:r>
              <a:rPr lang="en-US" b="1" dirty="0">
                <a:solidFill>
                  <a:srgbClr val="47D45A"/>
                </a:solidFill>
              </a:rPr>
              <a:t> Continue CI</a:t>
            </a:r>
          </a:p>
        </p:txBody>
      </p:sp>
      <p:sp>
        <p:nvSpPr>
          <p:cNvPr id="3" name="Text Placeholder 16">
            <a:extLst>
              <a:ext uri="{FF2B5EF4-FFF2-40B4-BE49-F238E27FC236}">
                <a16:creationId xmlns:a16="http://schemas.microsoft.com/office/drawing/2014/main" id="{BC0BE9A1-A2CB-800F-5132-C4BB6C4D12D7}"/>
              </a:ext>
            </a:extLst>
          </p:cNvPr>
          <p:cNvSpPr txBox="1">
            <a:spLocks noGrp="1"/>
          </p:cNvSpPr>
          <p:nvPr>
            <p:ph type="body" idx="4294967295"/>
          </p:nvPr>
        </p:nvSpPr>
        <p:spPr>
          <a:xfrm>
            <a:off x="888656" y="3145908"/>
            <a:ext cx="3088367" cy="289233"/>
          </a:xfrm>
        </p:spPr>
        <p:txBody>
          <a:bodyPr/>
          <a:lstStyle/>
          <a:p>
            <a:pPr lvl="0">
              <a:lnSpc>
                <a:spcPts val="1600"/>
              </a:lnSpc>
            </a:pPr>
            <a:r>
              <a:rPr lang="en-US" sz="1200" dirty="0" err="1"/>
              <a:t>Présenté</a:t>
            </a:r>
            <a:r>
              <a:rPr lang="en-US" sz="1200" dirty="0"/>
              <a:t> par : Abdillahi Mohamed</a:t>
            </a:r>
          </a:p>
        </p:txBody>
      </p:sp>
      <p:sp>
        <p:nvSpPr>
          <p:cNvPr id="4" name="Footer Placeholder 3">
            <a:extLst>
              <a:ext uri="{FF2B5EF4-FFF2-40B4-BE49-F238E27FC236}">
                <a16:creationId xmlns:a16="http://schemas.microsoft.com/office/drawing/2014/main" id="{1093EB90-4611-EB83-1982-9CB28C8BF856}"/>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5" name="Slide Number Placeholder 4">
            <a:extLst>
              <a:ext uri="{FF2B5EF4-FFF2-40B4-BE49-F238E27FC236}">
                <a16:creationId xmlns:a16="http://schemas.microsoft.com/office/drawing/2014/main" id="{CB1CDA2D-BD71-3C6C-5B94-76F4EC69BF35}"/>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1D494B4F-9AB5-439B-9A8D-D717A16F0703}" type="slidenum">
              <a:rPr lang="en-US" sz="600" b="0" i="0" u="none" strike="noStrike" kern="1200" cap="none" spc="0" baseline="0">
                <a:solidFill>
                  <a:srgbClr val="0A2F24"/>
                </a:solidFill>
                <a:uFillTx/>
                <a:latin typeface="Poppins"/>
                <a:ea typeface="Zalando Sans Medium" pitchFamily="2"/>
                <a:cs typeface="Arial"/>
              </a:rPr>
              <a:t>1</a:t>
            </a:fld>
            <a:endParaRPr lang="en-US" sz="600" b="0" i="0" u="none" strike="noStrike" kern="1200" cap="none" spc="0" baseline="0">
              <a:solidFill>
                <a:srgbClr val="0A2F24"/>
              </a:solidFill>
              <a:uFillTx/>
              <a:latin typeface="Poppins"/>
              <a:ea typeface="Zalando Sans Medium" pitchFamily="2"/>
              <a:cs typeface="Arial"/>
            </a:endParaRPr>
          </a:p>
        </p:txBody>
      </p:sp>
      <p:sp>
        <p:nvSpPr>
          <p:cNvPr id="6" name="Freeform 3">
            <a:extLst>
              <a:ext uri="{FF2B5EF4-FFF2-40B4-BE49-F238E27FC236}">
                <a16:creationId xmlns:a16="http://schemas.microsoft.com/office/drawing/2014/main" id="{4CD6BF5F-70D0-DED9-9B32-0AF8AFF72D71}"/>
              </a:ext>
            </a:extLst>
          </p:cNvPr>
          <p:cNvSpPr/>
          <p:nvPr/>
        </p:nvSpPr>
        <p:spPr>
          <a:xfrm flipV="1">
            <a:off x="-3838669" y="-633788"/>
            <a:ext cx="4798789" cy="1929191"/>
          </a:xfrm>
          <a:custGeom>
            <a:avLst/>
            <a:gdLst>
              <a:gd name="f0" fmla="val w"/>
              <a:gd name="f1" fmla="val h"/>
              <a:gd name="f2" fmla="val 0"/>
              <a:gd name="f3" fmla="val 6649967"/>
              <a:gd name="f4" fmla="val 3324983"/>
              <a:gd name="f5" fmla="val 3324984"/>
              <a:gd name="f6" fmla="val 6649966"/>
              <a:gd name="f7" fmla="*/ f0 1 6649967"/>
              <a:gd name="f8" fmla="*/ f1 1 3324983"/>
              <a:gd name="f9" fmla="val f2"/>
              <a:gd name="f10" fmla="val f3"/>
              <a:gd name="f11" fmla="val f4"/>
              <a:gd name="f12" fmla="+- f11 0 f9"/>
              <a:gd name="f13" fmla="+- f10 0 f9"/>
              <a:gd name="f14" fmla="*/ f13 1 6649967"/>
              <a:gd name="f15" fmla="*/ f12 1 3324983"/>
              <a:gd name="f16" fmla="*/ f9 1 f14"/>
              <a:gd name="f17" fmla="*/ f10 1 f14"/>
              <a:gd name="f18" fmla="*/ f9 1 f15"/>
              <a:gd name="f19" fmla="*/ f11 1 f15"/>
              <a:gd name="f20" fmla="*/ f16 f7 1"/>
              <a:gd name="f21" fmla="*/ f17 f7 1"/>
              <a:gd name="f22" fmla="*/ f19 f8 1"/>
              <a:gd name="f23" fmla="*/ f18 f8 1"/>
            </a:gdLst>
            <a:ahLst/>
            <a:cxnLst>
              <a:cxn ang="3cd4">
                <a:pos x="hc" y="t"/>
              </a:cxn>
              <a:cxn ang="0">
                <a:pos x="r" y="vc"/>
              </a:cxn>
              <a:cxn ang="cd4">
                <a:pos x="hc" y="b"/>
              </a:cxn>
              <a:cxn ang="cd2">
                <a:pos x="l" y="vc"/>
              </a:cxn>
            </a:cxnLst>
            <a:rect l="f20" t="f23" r="f21" b="f22"/>
            <a:pathLst>
              <a:path w="6649967" h="3324983">
                <a:moveTo>
                  <a:pt x="f2" y="f5"/>
                </a:moveTo>
                <a:lnTo>
                  <a:pt x="f6" y="f5"/>
                </a:lnTo>
                <a:lnTo>
                  <a:pt x="f6" y="f2"/>
                </a:lnTo>
                <a:lnTo>
                  <a:pt x="f2" y="f2"/>
                </a:lnTo>
                <a:lnTo>
                  <a:pt x="f2" y="f5"/>
                </a:lnTo>
                <a:close/>
              </a:path>
            </a:pathLst>
          </a:custGeom>
          <a:solidFill>
            <a:srgbClr val="009E4D"/>
          </a:solidFill>
          <a:ln w="9528" cap="flat">
            <a:solidFill>
              <a:srgbClr val="009E4D"/>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7" name="Freeform 6">
            <a:extLst>
              <a:ext uri="{FF2B5EF4-FFF2-40B4-BE49-F238E27FC236}">
                <a16:creationId xmlns:a16="http://schemas.microsoft.com/office/drawing/2014/main" id="{43504A06-69E9-8015-6AB4-78DD7D98623B}"/>
              </a:ext>
            </a:extLst>
          </p:cNvPr>
          <p:cNvSpPr/>
          <p:nvPr/>
        </p:nvSpPr>
        <p:spPr>
          <a:xfrm>
            <a:off x="-257074" y="-1847728"/>
            <a:ext cx="2703588" cy="2725442"/>
          </a:xfrm>
          <a:custGeom>
            <a:avLst/>
            <a:gdLst>
              <a:gd name="f0" fmla="val w"/>
              <a:gd name="f1" fmla="val h"/>
              <a:gd name="f2" fmla="val 0"/>
              <a:gd name="f3" fmla="val 4114800"/>
              <a:gd name="f4" fmla="*/ f0 1 4114800"/>
              <a:gd name="f5" fmla="*/ f1 1 4114800"/>
              <a:gd name="f6" fmla="val f2"/>
              <a:gd name="f7" fmla="val f3"/>
              <a:gd name="f8" fmla="+- f7 0 f6"/>
              <a:gd name="f9" fmla="*/ f8 1 41148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4114800" h="4114800">
                <a:moveTo>
                  <a:pt x="f2" y="f2"/>
                </a:moveTo>
                <a:lnTo>
                  <a:pt x="f3" y="f2"/>
                </a:lnTo>
                <a:lnTo>
                  <a:pt x="f3" y="f3"/>
                </a:lnTo>
                <a:lnTo>
                  <a:pt x="f2" y="f3"/>
                </a:lnTo>
                <a:lnTo>
                  <a:pt x="f2" y="f2"/>
                </a:lnTo>
                <a:close/>
              </a:path>
            </a:pathLst>
          </a:custGeom>
          <a:blipFill>
            <a:blip>
              <a:alphaModFix/>
              <a:extLst>
                <a:ext uri="{96DAC541-7B7A-43D3-8B79-37D633B846F1}">
                  <asvg:svgBlip xmlns:asvg="http://schemas.microsoft.com/office/drawing/2016/SVG/main" r:embed="rId3"/>
                </a:ext>
              </a:extLst>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8" name="Freeform 4">
            <a:extLst>
              <a:ext uri="{FF2B5EF4-FFF2-40B4-BE49-F238E27FC236}">
                <a16:creationId xmlns:a16="http://schemas.microsoft.com/office/drawing/2014/main" id="{0268413E-1B24-2C6B-71D2-0EE28CE04793}"/>
              </a:ext>
            </a:extLst>
          </p:cNvPr>
          <p:cNvSpPr/>
          <p:nvPr/>
        </p:nvSpPr>
        <p:spPr>
          <a:xfrm>
            <a:off x="7086600" y="-3459476"/>
            <a:ext cx="4114800" cy="4114800"/>
          </a:xfrm>
          <a:custGeom>
            <a:avLst/>
            <a:gdLst>
              <a:gd name="f0" fmla="val w"/>
              <a:gd name="f1" fmla="val h"/>
              <a:gd name="f2" fmla="val 0"/>
              <a:gd name="f3" fmla="val 4114800"/>
              <a:gd name="f4" fmla="*/ f0 1 4114800"/>
              <a:gd name="f5" fmla="*/ f1 1 4114800"/>
              <a:gd name="f6" fmla="val f2"/>
              <a:gd name="f7" fmla="val f3"/>
              <a:gd name="f8" fmla="+- f7 0 f6"/>
              <a:gd name="f9" fmla="*/ f8 1 41148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4114800" h="4114800">
                <a:moveTo>
                  <a:pt x="f2" y="f2"/>
                </a:moveTo>
                <a:lnTo>
                  <a:pt x="f3" y="f2"/>
                </a:lnTo>
                <a:lnTo>
                  <a:pt x="f3" y="f3"/>
                </a:lnTo>
                <a:lnTo>
                  <a:pt x="f2" y="f3"/>
                </a:lnTo>
                <a:lnTo>
                  <a:pt x="f2" y="f2"/>
                </a:lnTo>
                <a:close/>
              </a:path>
            </a:pathLst>
          </a:custGeom>
          <a:solidFill>
            <a:srgbClr val="009E4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B050"/>
              </a:solidFill>
              <a:uFillTx/>
              <a:latin typeface="Aptos"/>
            </a:endParaRPr>
          </a:p>
        </p:txBody>
      </p:sp>
      <p:sp>
        <p:nvSpPr>
          <p:cNvPr id="9" name="Freeform 9">
            <a:extLst>
              <a:ext uri="{FF2B5EF4-FFF2-40B4-BE49-F238E27FC236}">
                <a16:creationId xmlns:a16="http://schemas.microsoft.com/office/drawing/2014/main" id="{C9577703-9D32-9479-BE28-654F3D55CAFE}"/>
              </a:ext>
            </a:extLst>
          </p:cNvPr>
          <p:cNvSpPr/>
          <p:nvPr/>
        </p:nvSpPr>
        <p:spPr>
          <a:xfrm flipV="1">
            <a:off x="7831872" y="-1039380"/>
            <a:ext cx="4161214" cy="2078760"/>
          </a:xfrm>
          <a:custGeom>
            <a:avLst/>
            <a:gdLst>
              <a:gd name="f0" fmla="val w"/>
              <a:gd name="f1" fmla="val h"/>
              <a:gd name="f2" fmla="val 0"/>
              <a:gd name="f3" fmla="val 4161212"/>
              <a:gd name="f4" fmla="val 2078760"/>
              <a:gd name="f5" fmla="*/ f0 1 4161212"/>
              <a:gd name="f6" fmla="*/ f1 1 2078760"/>
              <a:gd name="f7" fmla="val f2"/>
              <a:gd name="f8" fmla="val f3"/>
              <a:gd name="f9" fmla="val f4"/>
              <a:gd name="f10" fmla="+- f9 0 f7"/>
              <a:gd name="f11" fmla="+- f8 0 f7"/>
              <a:gd name="f12" fmla="*/ f11 1 4161212"/>
              <a:gd name="f13" fmla="*/ f10 1 2078760"/>
              <a:gd name="f14" fmla="*/ f7 1 f12"/>
              <a:gd name="f15" fmla="*/ f8 1 f12"/>
              <a:gd name="f16" fmla="*/ f7 1 f13"/>
              <a:gd name="f17" fmla="*/ f9 1 f13"/>
              <a:gd name="f18" fmla="*/ f14 f5 1"/>
              <a:gd name="f19" fmla="*/ f15 f5 1"/>
              <a:gd name="f20" fmla="*/ f17 f6 1"/>
              <a:gd name="f21" fmla="*/ f16 f6 1"/>
            </a:gdLst>
            <a:ahLst/>
            <a:cxnLst>
              <a:cxn ang="3cd4">
                <a:pos x="hc" y="t"/>
              </a:cxn>
              <a:cxn ang="0">
                <a:pos x="r" y="vc"/>
              </a:cxn>
              <a:cxn ang="cd4">
                <a:pos x="hc" y="b"/>
              </a:cxn>
              <a:cxn ang="cd2">
                <a:pos x="l" y="vc"/>
              </a:cxn>
            </a:cxnLst>
            <a:rect l="f18" t="f21" r="f19" b="f20"/>
            <a:pathLst>
              <a:path w="4161212" h="2078760">
                <a:moveTo>
                  <a:pt x="f2" y="f4"/>
                </a:moveTo>
                <a:lnTo>
                  <a:pt x="f3" y="f4"/>
                </a:lnTo>
                <a:lnTo>
                  <a:pt x="f3" y="f2"/>
                </a:lnTo>
                <a:lnTo>
                  <a:pt x="f2" y="f2"/>
                </a:lnTo>
                <a:lnTo>
                  <a:pt x="f2" y="f4"/>
                </a:lnTo>
                <a:close/>
              </a:path>
            </a:pathLst>
          </a:custGeom>
          <a:blipFill>
            <a:blip>
              <a:alphaModFix/>
              <a:extLst>
                <a:ext uri="{96DAC541-7B7A-43D3-8B79-37D633B846F1}">
                  <asvg:svgBlip xmlns:asvg="http://schemas.microsoft.com/office/drawing/2016/SVG/main" r:embed="rId4"/>
                </a:ext>
              </a:extLst>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10" name="Text Placeholder 16">
            <a:extLst>
              <a:ext uri="{FF2B5EF4-FFF2-40B4-BE49-F238E27FC236}">
                <a16:creationId xmlns:a16="http://schemas.microsoft.com/office/drawing/2014/main" id="{E5AFDA82-E235-A4C1-20AC-8FBA9DBB06C0}"/>
              </a:ext>
            </a:extLst>
          </p:cNvPr>
          <p:cNvSpPr txBox="1">
            <a:spLocks noGrp="1"/>
          </p:cNvSpPr>
          <p:nvPr>
            <p:ph type="body" idx="4294967295"/>
          </p:nvPr>
        </p:nvSpPr>
        <p:spPr>
          <a:xfrm>
            <a:off x="902329" y="1993925"/>
            <a:ext cx="3088367" cy="289233"/>
          </a:xfrm>
        </p:spPr>
        <p:txBody>
          <a:bodyPr/>
          <a:lstStyle/>
          <a:p>
            <a:pPr lvl="0">
              <a:lnSpc>
                <a:spcPts val="1600"/>
              </a:lnSpc>
            </a:pPr>
            <a:r>
              <a:rPr lang="en-US" sz="1200" dirty="0"/>
              <a:t>PRESENTATION DE STAGE DE FIN D’ETUDES</a:t>
            </a:r>
          </a:p>
        </p:txBody>
      </p:sp>
      <p:cxnSp>
        <p:nvCxnSpPr>
          <p:cNvPr id="12" name="Connecteur droit 11">
            <a:extLst>
              <a:ext uri="{FF2B5EF4-FFF2-40B4-BE49-F238E27FC236}">
                <a16:creationId xmlns:a16="http://schemas.microsoft.com/office/drawing/2014/main" id="{4A5064DD-3318-92DF-6262-6CC8263824B5}"/>
              </a:ext>
            </a:extLst>
          </p:cNvPr>
          <p:cNvCxnSpPr/>
          <p:nvPr/>
        </p:nvCxnSpPr>
        <p:spPr>
          <a:xfrm>
            <a:off x="888656" y="3022600"/>
            <a:ext cx="36000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115">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C177AD0-2265-F194-554B-EEC7D375314E}"/>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AC24884E-27D8-F65D-634D-28B81F024031}"/>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19DA0EBA-7B46-4A2B-87CB-F0C47F404899}" type="slidenum">
              <a:rPr lang="en-US" sz="600" b="0" i="0" u="none" strike="noStrike" kern="1200" cap="none" spc="0" baseline="0">
                <a:solidFill>
                  <a:srgbClr val="0A2F24"/>
                </a:solidFill>
                <a:uFillTx/>
                <a:latin typeface="Poppins"/>
                <a:ea typeface="Zalando Sans Medium" pitchFamily="2"/>
                <a:cs typeface="Arial"/>
              </a:rPr>
              <a:t>2</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E896EA37-6D94-2DF7-A8BB-8184A4E19769}"/>
              </a:ext>
            </a:extLst>
          </p:cNvPr>
          <p:cNvSpPr/>
          <p:nvPr/>
        </p:nvSpPr>
        <p:spPr>
          <a:xfrm>
            <a:off x="338135" y="657623"/>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Schneider Electric</a:t>
            </a:r>
            <a:endParaRPr lang="en-PL" sz="2400" b="1" i="0" u="none" strike="noStrike" kern="1200" cap="none" spc="0" baseline="0" dirty="0">
              <a:solidFill>
                <a:srgbClr val="47D45A"/>
              </a:solidFill>
              <a:uFillTx/>
              <a:latin typeface="Arial"/>
              <a:cs typeface="Arial"/>
            </a:endParaRPr>
          </a:p>
        </p:txBody>
      </p:sp>
      <p:sp>
        <p:nvSpPr>
          <p:cNvPr id="5" name="Text Placeholder 8">
            <a:extLst>
              <a:ext uri="{FF2B5EF4-FFF2-40B4-BE49-F238E27FC236}">
                <a16:creationId xmlns:a16="http://schemas.microsoft.com/office/drawing/2014/main" id="{48A5FFC1-B0FD-D254-DBF0-4107A0A68B34}"/>
              </a:ext>
            </a:extLst>
          </p:cNvPr>
          <p:cNvSpPr/>
          <p:nvPr/>
        </p:nvSpPr>
        <p:spPr>
          <a:xfrm>
            <a:off x="395285" y="1171895"/>
            <a:ext cx="8353428" cy="207221"/>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ct val="100000"/>
              </a:lnSpc>
              <a:spcBef>
                <a:spcPts val="500"/>
              </a:spcBef>
              <a:spcAft>
                <a:spcPts val="500"/>
              </a:spcAft>
              <a:buNone/>
              <a:tabLst/>
              <a:defRPr sz="1800" b="0" i="0" u="none" strike="noStrike" kern="0" cap="none" spc="0" baseline="0">
                <a:solidFill>
                  <a:srgbClr val="000000"/>
                </a:solidFill>
                <a:uFillTx/>
              </a:defRPr>
            </a:pPr>
            <a:endParaRPr lang="en-PL" sz="1600" b="0" i="0" u="none" strike="noStrike" kern="1200" cap="none" spc="0" baseline="0">
              <a:solidFill>
                <a:srgbClr val="47D45A"/>
              </a:solidFill>
              <a:uFillTx/>
              <a:latin typeface="Arial"/>
              <a:cs typeface="Arial"/>
            </a:endParaRPr>
          </a:p>
        </p:txBody>
      </p:sp>
      <p:sp>
        <p:nvSpPr>
          <p:cNvPr id="6" name="Content Placeholder 7">
            <a:extLst>
              <a:ext uri="{FF2B5EF4-FFF2-40B4-BE49-F238E27FC236}">
                <a16:creationId xmlns:a16="http://schemas.microsoft.com/office/drawing/2014/main" id="{C5A27954-7223-198A-33CA-2A79519920B1}"/>
              </a:ext>
            </a:extLst>
          </p:cNvPr>
          <p:cNvSpPr/>
          <p:nvPr/>
        </p:nvSpPr>
        <p:spPr>
          <a:xfrm>
            <a:off x="4433889" y="1275514"/>
            <a:ext cx="4013905" cy="2736854"/>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ct val="100000"/>
              </a:lnSpc>
              <a:spcBef>
                <a:spcPts val="500"/>
              </a:spcBef>
              <a:spcAft>
                <a:spcPts val="500"/>
              </a:spcAft>
              <a:buNone/>
              <a:tabLst/>
              <a:defRPr sz="1800" b="0" i="0" u="none" strike="noStrike" kern="0" cap="none" spc="0" baseline="0">
                <a:solidFill>
                  <a:srgbClr val="000000"/>
                </a:solidFill>
                <a:uFillTx/>
              </a:defRPr>
            </a:pPr>
            <a:endParaRPr lang="en-GB" sz="1600" b="0" i="0" u="none" strike="noStrike" kern="1200" cap="none" spc="0" baseline="0">
              <a:solidFill>
                <a:srgbClr val="104862"/>
              </a:solidFill>
              <a:uFillTx/>
              <a:latin typeface="Arial"/>
              <a:cs typeface="Arial"/>
            </a:endParaRPr>
          </a:p>
        </p:txBody>
      </p:sp>
      <p:pic>
        <p:nvPicPr>
          <p:cNvPr id="7" name="Image 12">
            <a:extLst>
              <a:ext uri="{FF2B5EF4-FFF2-40B4-BE49-F238E27FC236}">
                <a16:creationId xmlns:a16="http://schemas.microsoft.com/office/drawing/2014/main" id="{F917DC91-5E12-3DA7-D15F-500E95ACF792}"/>
              </a:ext>
            </a:extLst>
          </p:cNvPr>
          <p:cNvPicPr>
            <a:picLocks noChangeAspect="1"/>
          </p:cNvPicPr>
          <p:nvPr/>
        </p:nvPicPr>
        <p:blipFill>
          <a:blip r:embed="rId3"/>
          <a:stretch>
            <a:fillRect/>
          </a:stretch>
        </p:blipFill>
        <p:spPr>
          <a:xfrm>
            <a:off x="1231734" y="1567172"/>
            <a:ext cx="6176175" cy="2176879"/>
          </a:xfrm>
          <a:prstGeom prst="rect">
            <a:avLst/>
          </a:prstGeom>
          <a:noFill/>
          <a:ln cap="flat">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126">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3DA906C-BA9C-FDDD-D642-866637C5AEA0}"/>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7DF084BA-52DB-8D60-BD8A-6CA5CA6455D7}"/>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58513067-AAD8-491F-9593-176CE8B0661E}" type="slidenum">
              <a:rPr lang="en-US" sz="600" b="0" i="0" u="none" strike="noStrike" kern="1200" cap="none" spc="0" baseline="0">
                <a:solidFill>
                  <a:srgbClr val="0A2F24"/>
                </a:solidFill>
                <a:uFillTx/>
                <a:latin typeface="Poppins"/>
                <a:ea typeface="Zalando Sans Medium" pitchFamily="2"/>
                <a:cs typeface="Arial"/>
              </a:rPr>
              <a:t>3</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8618465F-BB61-BA80-C2F9-4A5BC11C9B96}"/>
              </a:ext>
            </a:extLst>
          </p:cNvPr>
          <p:cNvSpPr/>
          <p:nvPr/>
        </p:nvSpPr>
        <p:spPr>
          <a:xfrm>
            <a:off x="395286" y="369023"/>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Projet Bluebird – </a:t>
            </a:r>
            <a:r>
              <a:rPr lang="fr-FR" sz="2400" b="1" dirty="0">
                <a:solidFill>
                  <a:srgbClr val="47D45A"/>
                </a:solidFill>
                <a:latin typeface="Arial"/>
                <a:cs typeface="Arial"/>
              </a:rPr>
              <a:t>E</a:t>
            </a:r>
            <a:r>
              <a:rPr lang="fr-FR" sz="2400" b="1" i="0" u="none" strike="noStrike" kern="1200" cap="none" spc="0" baseline="0" dirty="0">
                <a:solidFill>
                  <a:srgbClr val="47D45A"/>
                </a:solidFill>
                <a:uFillTx/>
                <a:latin typeface="Arial"/>
                <a:cs typeface="Arial"/>
              </a:rPr>
              <a:t>quipe COM</a:t>
            </a:r>
            <a:endParaRPr lang="en-PL" sz="2400" b="1" i="0" u="none" strike="noStrike" kern="1200" cap="none" spc="0" baseline="0" dirty="0">
              <a:solidFill>
                <a:srgbClr val="47D45A"/>
              </a:solidFill>
              <a:uFillTx/>
              <a:latin typeface="Arial"/>
              <a:cs typeface="Arial"/>
            </a:endParaRPr>
          </a:p>
        </p:txBody>
      </p:sp>
      <p:pic>
        <p:nvPicPr>
          <p:cNvPr id="22" name="Graphique 21">
            <a:extLst>
              <a:ext uri="{FF2B5EF4-FFF2-40B4-BE49-F238E27FC236}">
                <a16:creationId xmlns:a16="http://schemas.microsoft.com/office/drawing/2014/main" id="{888F7676-B50B-8870-8D58-89B0BA7164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09357" y="678727"/>
            <a:ext cx="5724525" cy="4095750"/>
          </a:xfrm>
          <a:prstGeom prst="rect">
            <a:avLst/>
          </a:prstGeom>
        </p:spPr>
      </p:pic>
      <p:sp>
        <p:nvSpPr>
          <p:cNvPr id="28" name="Bulle narrative : rectangle à coins arrondis 27">
            <a:extLst>
              <a:ext uri="{FF2B5EF4-FFF2-40B4-BE49-F238E27FC236}">
                <a16:creationId xmlns:a16="http://schemas.microsoft.com/office/drawing/2014/main" id="{5C1228C9-E381-A65E-4CC4-FD010D5454E1}"/>
              </a:ext>
            </a:extLst>
          </p:cNvPr>
          <p:cNvSpPr/>
          <p:nvPr/>
        </p:nvSpPr>
        <p:spPr>
          <a:xfrm>
            <a:off x="525792" y="2822174"/>
            <a:ext cx="1460500" cy="461665"/>
          </a:xfrm>
          <a:prstGeom prst="wedgeRoundRectCallout">
            <a:avLst>
              <a:gd name="adj1" fmla="val 105883"/>
              <a:gd name="adj2" fmla="val 36929"/>
              <a:gd name="adj3" fmla="val 16667"/>
            </a:avLst>
          </a:prstGeom>
          <a:solidFill>
            <a:srgbClr val="00B050"/>
          </a:solidFill>
          <a:ln>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fr-FR" sz="1200" dirty="0"/>
              <a:t>Module de métrologie</a:t>
            </a:r>
          </a:p>
        </p:txBody>
      </p:sp>
      <p:sp>
        <p:nvSpPr>
          <p:cNvPr id="30" name="Bulle narrative : rectangle à coins arrondis 29">
            <a:extLst>
              <a:ext uri="{FF2B5EF4-FFF2-40B4-BE49-F238E27FC236}">
                <a16:creationId xmlns:a16="http://schemas.microsoft.com/office/drawing/2014/main" id="{0EC08DAB-7D00-F343-EE6E-9305E710BBAD}"/>
              </a:ext>
            </a:extLst>
          </p:cNvPr>
          <p:cNvSpPr/>
          <p:nvPr/>
        </p:nvSpPr>
        <p:spPr>
          <a:xfrm>
            <a:off x="525792" y="3556825"/>
            <a:ext cx="1460500" cy="461665"/>
          </a:xfrm>
          <a:prstGeom prst="wedgeRoundRectCallout">
            <a:avLst>
              <a:gd name="adj1" fmla="val 162840"/>
              <a:gd name="adj2" fmla="val -112996"/>
              <a:gd name="adj3" fmla="val 16667"/>
            </a:avLst>
          </a:prstGeom>
          <a:solidFill>
            <a:srgbClr val="00B050"/>
          </a:solidFill>
          <a:ln>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fr-FR" sz="1200" dirty="0"/>
              <a:t>Module de communication</a:t>
            </a:r>
          </a:p>
        </p:txBody>
      </p:sp>
      <p:sp>
        <p:nvSpPr>
          <p:cNvPr id="32" name="Bulle narrative : rectangle à coins arrondis 31">
            <a:extLst>
              <a:ext uri="{FF2B5EF4-FFF2-40B4-BE49-F238E27FC236}">
                <a16:creationId xmlns:a16="http://schemas.microsoft.com/office/drawing/2014/main" id="{C4B46044-197E-2E9F-CD53-D7B71624991E}"/>
              </a:ext>
            </a:extLst>
          </p:cNvPr>
          <p:cNvSpPr/>
          <p:nvPr/>
        </p:nvSpPr>
        <p:spPr>
          <a:xfrm>
            <a:off x="525792" y="1337875"/>
            <a:ext cx="1793545" cy="461665"/>
          </a:xfrm>
          <a:prstGeom prst="wedgeRoundRectCallout">
            <a:avLst>
              <a:gd name="adj1" fmla="val 81696"/>
              <a:gd name="adj2" fmla="val 6669"/>
              <a:gd name="adj3" fmla="val 16667"/>
            </a:avLst>
          </a:prstGeom>
          <a:solidFill>
            <a:srgbClr val="00B050"/>
          </a:solidFill>
          <a:ln>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fr-FR" sz="1200" dirty="0"/>
              <a:t>Nouvelle génération de compteurs d’énergie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130">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B88A4652-8784-C706-DB8B-091A7E9AB358}"/>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72746247-0723-024F-5002-7610EB633F9B}"/>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8CAC796E-DE7E-42F9-B89F-D1C411A6DDC6}" type="slidenum">
              <a:rPr lang="en-US" sz="600" b="0" i="0" u="none" strike="noStrike" kern="1200" cap="none" spc="0" baseline="0">
                <a:solidFill>
                  <a:srgbClr val="0A2F24"/>
                </a:solidFill>
                <a:uFillTx/>
                <a:latin typeface="Poppins"/>
                <a:ea typeface="Zalando Sans Medium" pitchFamily="2"/>
                <a:cs typeface="Arial"/>
              </a:rPr>
              <a:t>4</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B7820832-30B3-5D08-CBD5-EAD132CF5FDF}"/>
              </a:ext>
            </a:extLst>
          </p:cNvPr>
          <p:cNvSpPr/>
          <p:nvPr/>
        </p:nvSpPr>
        <p:spPr>
          <a:xfrm>
            <a:off x="395286" y="563470"/>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Mission de stage – CI du </a:t>
            </a:r>
            <a:r>
              <a:rPr lang="fr-FR" sz="2400" b="1" i="0" u="none" strike="noStrike" kern="1200" cap="none" spc="0" baseline="0" dirty="0" err="1">
                <a:solidFill>
                  <a:srgbClr val="47D45A"/>
                </a:solidFill>
                <a:uFillTx/>
                <a:latin typeface="Arial"/>
                <a:cs typeface="Arial"/>
              </a:rPr>
              <a:t>firmware</a:t>
            </a:r>
            <a:r>
              <a:rPr lang="fr-FR" sz="2400" b="1" i="0" u="none" strike="noStrike" kern="1200" cap="none" spc="0" baseline="0" dirty="0">
                <a:solidFill>
                  <a:srgbClr val="47D45A"/>
                </a:solidFill>
                <a:uFillTx/>
                <a:latin typeface="Arial"/>
                <a:cs typeface="Arial"/>
              </a:rPr>
              <a:t> COM</a:t>
            </a:r>
            <a:endParaRPr lang="en-PL" sz="2400" b="1" i="0" u="none" strike="noStrike" kern="1200" cap="none" spc="0" baseline="0" dirty="0">
              <a:solidFill>
                <a:srgbClr val="47D45A"/>
              </a:solidFill>
              <a:uFillTx/>
              <a:latin typeface="Arial"/>
              <a:cs typeface="Arial"/>
            </a:endParaRPr>
          </a:p>
        </p:txBody>
      </p:sp>
      <p:sp>
        <p:nvSpPr>
          <p:cNvPr id="5" name="Text Placeholder 16">
            <a:extLst>
              <a:ext uri="{FF2B5EF4-FFF2-40B4-BE49-F238E27FC236}">
                <a16:creationId xmlns:a16="http://schemas.microsoft.com/office/drawing/2014/main" id="{671AE20D-7D8A-703B-2298-76652594A1FC}"/>
              </a:ext>
            </a:extLst>
          </p:cNvPr>
          <p:cNvSpPr txBox="1">
            <a:spLocks noGrp="1"/>
          </p:cNvSpPr>
          <p:nvPr>
            <p:ph type="body" idx="4294967295"/>
          </p:nvPr>
        </p:nvSpPr>
        <p:spPr>
          <a:xfrm>
            <a:off x="457200" y="1379247"/>
            <a:ext cx="6153147" cy="2275929"/>
          </a:xfrm>
        </p:spPr>
        <p:txBody>
          <a:bodyPr/>
          <a:lstStyle/>
          <a:p>
            <a:pPr lvl="0">
              <a:lnSpc>
                <a:spcPts val="1600"/>
              </a:lnSpc>
              <a:buSzPct val="100000"/>
            </a:pPr>
            <a:r>
              <a:rPr lang="en-US" b="1" dirty="0" err="1"/>
              <a:t>Problématique</a:t>
            </a:r>
            <a:r>
              <a:rPr lang="en-US" dirty="0"/>
              <a:t> : </a:t>
            </a:r>
            <a:r>
              <a:rPr lang="en-US" dirty="0" err="1"/>
              <a:t>Evoluer</a:t>
            </a:r>
            <a:r>
              <a:rPr lang="en-US" dirty="0"/>
              <a:t> </a:t>
            </a:r>
            <a:r>
              <a:rPr lang="en-US" dirty="0" err="1"/>
              <a:t>l’infrastructure</a:t>
            </a:r>
            <a:r>
              <a:rPr lang="en-US" dirty="0"/>
              <a:t> </a:t>
            </a:r>
            <a:r>
              <a:rPr lang="en-US" dirty="0" err="1"/>
              <a:t>d’integration</a:t>
            </a:r>
            <a:r>
              <a:rPr lang="en-US" dirty="0"/>
              <a:t> continue CI </a:t>
            </a:r>
          </a:p>
          <a:p>
            <a:pPr lvl="0">
              <a:lnSpc>
                <a:spcPts val="1600"/>
              </a:lnSpc>
              <a:buSzPct val="100000"/>
            </a:pPr>
            <a:r>
              <a:rPr lang="en-US" b="1" dirty="0" err="1"/>
              <a:t>Contraintes</a:t>
            </a:r>
            <a:endParaRPr lang="en-US" b="1" dirty="0"/>
          </a:p>
          <a:p>
            <a:pPr marL="647687" lvl="1" indent="-285750">
              <a:lnSpc>
                <a:spcPts val="1600"/>
              </a:lnSpc>
              <a:buFont typeface="Arial" panose="020B0604020202020204" pitchFamily="34" charset="0"/>
              <a:buChar char="•"/>
            </a:pPr>
            <a:r>
              <a:rPr lang="en-US" dirty="0"/>
              <a:t>Environnement </a:t>
            </a:r>
            <a:r>
              <a:rPr lang="en-US" dirty="0" err="1"/>
              <a:t>embarqué</a:t>
            </a:r>
            <a:r>
              <a:rPr lang="en-US" dirty="0"/>
              <a:t> </a:t>
            </a:r>
            <a:r>
              <a:rPr lang="en-US" dirty="0" err="1"/>
              <a:t>complexe</a:t>
            </a:r>
            <a:endParaRPr lang="en-US" dirty="0"/>
          </a:p>
          <a:p>
            <a:pPr marL="647687" lvl="1" indent="-285750">
              <a:lnSpc>
                <a:spcPts val="1600"/>
              </a:lnSpc>
              <a:buFont typeface="Arial" panose="020B0604020202020204" pitchFamily="34" charset="0"/>
              <a:buChar char="•"/>
            </a:pPr>
            <a:r>
              <a:rPr lang="en-US" dirty="0"/>
              <a:t>Exigences de </a:t>
            </a:r>
            <a:r>
              <a:rPr lang="en-US" dirty="0" err="1"/>
              <a:t>cybersécurité</a:t>
            </a:r>
            <a:endParaRPr lang="en-US" dirty="0"/>
          </a:p>
          <a:p>
            <a:pPr>
              <a:lnSpc>
                <a:spcPts val="1600"/>
              </a:lnSpc>
            </a:pPr>
            <a:r>
              <a:rPr lang="en-US" b="1" dirty="0"/>
              <a:t>Axes de travail</a:t>
            </a:r>
          </a:p>
        </p:txBody>
      </p:sp>
      <p:pic>
        <p:nvPicPr>
          <p:cNvPr id="11" name="Graphique 10" descr="Amélioration continue avec un remplissage uni">
            <a:extLst>
              <a:ext uri="{FF2B5EF4-FFF2-40B4-BE49-F238E27FC236}">
                <a16:creationId xmlns:a16="http://schemas.microsoft.com/office/drawing/2014/main" id="{EF4BA746-B991-C517-0018-4D94E01E50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463" y="3131146"/>
            <a:ext cx="780387" cy="780387"/>
          </a:xfrm>
          <a:prstGeom prst="rect">
            <a:avLst/>
          </a:prstGeom>
        </p:spPr>
      </p:pic>
      <p:sp>
        <p:nvSpPr>
          <p:cNvPr id="12" name="ZoneTexte 11">
            <a:extLst>
              <a:ext uri="{FF2B5EF4-FFF2-40B4-BE49-F238E27FC236}">
                <a16:creationId xmlns:a16="http://schemas.microsoft.com/office/drawing/2014/main" id="{F103B0C4-3CD9-3991-DB0F-6485302D6749}"/>
              </a:ext>
            </a:extLst>
          </p:cNvPr>
          <p:cNvSpPr txBox="1"/>
          <p:nvPr/>
        </p:nvSpPr>
        <p:spPr>
          <a:xfrm>
            <a:off x="596899" y="3725935"/>
            <a:ext cx="1721513" cy="276999"/>
          </a:xfrm>
          <a:prstGeom prst="rect">
            <a:avLst/>
          </a:prstGeom>
          <a:noFill/>
        </p:spPr>
        <p:txBody>
          <a:bodyPr wrap="square" rtlCol="0">
            <a:spAutoFit/>
          </a:bodyPr>
          <a:lstStyle/>
          <a:p>
            <a:r>
              <a:rPr lang="fr-FR" sz="1200" dirty="0"/>
              <a:t>Intégration Continue CI</a:t>
            </a:r>
          </a:p>
        </p:txBody>
      </p:sp>
      <p:pic>
        <p:nvPicPr>
          <p:cNvPr id="14" name="Graphique 13" descr="Processeur avec un remplissage uni">
            <a:extLst>
              <a:ext uri="{FF2B5EF4-FFF2-40B4-BE49-F238E27FC236}">
                <a16:creationId xmlns:a16="http://schemas.microsoft.com/office/drawing/2014/main" id="{7CF16FE8-5932-173F-AFFF-4891FD6ABF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79033" y="3190875"/>
            <a:ext cx="560649" cy="560649"/>
          </a:xfrm>
          <a:prstGeom prst="rect">
            <a:avLst/>
          </a:prstGeom>
        </p:spPr>
      </p:pic>
      <p:sp>
        <p:nvSpPr>
          <p:cNvPr id="16" name="ZoneTexte 15">
            <a:extLst>
              <a:ext uri="{FF2B5EF4-FFF2-40B4-BE49-F238E27FC236}">
                <a16:creationId xmlns:a16="http://schemas.microsoft.com/office/drawing/2014/main" id="{18E88F6A-2835-7571-C9AE-E5BAEE2A70DC}"/>
              </a:ext>
            </a:extLst>
          </p:cNvPr>
          <p:cNvSpPr txBox="1"/>
          <p:nvPr/>
        </p:nvSpPr>
        <p:spPr>
          <a:xfrm>
            <a:off x="2788976" y="3725934"/>
            <a:ext cx="1890974" cy="276999"/>
          </a:xfrm>
          <a:prstGeom prst="rect">
            <a:avLst/>
          </a:prstGeom>
          <a:noFill/>
        </p:spPr>
        <p:txBody>
          <a:bodyPr wrap="square" rtlCol="0">
            <a:spAutoFit/>
          </a:bodyPr>
          <a:lstStyle/>
          <a:p>
            <a:r>
              <a:rPr lang="fr-FR" sz="1200" dirty="0"/>
              <a:t>Infrastructure d’exécution</a:t>
            </a:r>
          </a:p>
        </p:txBody>
      </p:sp>
      <p:pic>
        <p:nvPicPr>
          <p:cNvPr id="18" name="Graphique 17" descr="Présentation avec graphique à barres avec un remplissage uni">
            <a:extLst>
              <a:ext uri="{FF2B5EF4-FFF2-40B4-BE49-F238E27FC236}">
                <a16:creationId xmlns:a16="http://schemas.microsoft.com/office/drawing/2014/main" id="{C82ED48F-3DB6-8B3D-B171-ECD822E3CED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32057" y="3185633"/>
            <a:ext cx="560650" cy="560650"/>
          </a:xfrm>
          <a:prstGeom prst="rect">
            <a:avLst/>
          </a:prstGeom>
        </p:spPr>
      </p:pic>
      <p:sp>
        <p:nvSpPr>
          <p:cNvPr id="22" name="ZoneTexte 21">
            <a:extLst>
              <a:ext uri="{FF2B5EF4-FFF2-40B4-BE49-F238E27FC236}">
                <a16:creationId xmlns:a16="http://schemas.microsoft.com/office/drawing/2014/main" id="{9E459C8D-5200-D61E-B82C-647EAA7CAF46}"/>
              </a:ext>
            </a:extLst>
          </p:cNvPr>
          <p:cNvSpPr txBox="1"/>
          <p:nvPr/>
        </p:nvSpPr>
        <p:spPr>
          <a:xfrm>
            <a:off x="5295848" y="3727593"/>
            <a:ext cx="1089445" cy="276999"/>
          </a:xfrm>
          <a:prstGeom prst="rect">
            <a:avLst/>
          </a:prstGeom>
          <a:noFill/>
        </p:spPr>
        <p:txBody>
          <a:bodyPr wrap="square" rtlCol="0">
            <a:spAutoFit/>
          </a:bodyPr>
          <a:lstStyle/>
          <a:p>
            <a:r>
              <a:rPr lang="fr-FR" sz="1200" dirty="0"/>
              <a:t>Observabilité</a:t>
            </a:r>
          </a:p>
        </p:txBody>
      </p:sp>
      <p:sp>
        <p:nvSpPr>
          <p:cNvPr id="26" name="ZoneTexte 25">
            <a:extLst>
              <a:ext uri="{FF2B5EF4-FFF2-40B4-BE49-F238E27FC236}">
                <a16:creationId xmlns:a16="http://schemas.microsoft.com/office/drawing/2014/main" id="{3C15D3F8-B712-C6AF-52C9-A2B9202EFE7C}"/>
              </a:ext>
            </a:extLst>
          </p:cNvPr>
          <p:cNvSpPr txBox="1"/>
          <p:nvPr/>
        </p:nvSpPr>
        <p:spPr>
          <a:xfrm>
            <a:off x="7470347" y="3725934"/>
            <a:ext cx="318757" cy="276999"/>
          </a:xfrm>
          <a:prstGeom prst="rect">
            <a:avLst/>
          </a:prstGeom>
          <a:noFill/>
        </p:spPr>
        <p:txBody>
          <a:bodyPr wrap="square" rtlCol="0">
            <a:spAutoFit/>
          </a:bodyPr>
          <a:lstStyle/>
          <a:p>
            <a:r>
              <a:rPr lang="fr-FR" sz="1200" dirty="0"/>
              <a:t>IA</a:t>
            </a:r>
          </a:p>
        </p:txBody>
      </p:sp>
      <p:pic>
        <p:nvPicPr>
          <p:cNvPr id="28" name="Graphique 27" descr="Partie gauche du cerveau avec un remplissage uni">
            <a:extLst>
              <a:ext uri="{FF2B5EF4-FFF2-40B4-BE49-F238E27FC236}">
                <a16:creationId xmlns:a16="http://schemas.microsoft.com/office/drawing/2014/main" id="{6753B215-DADF-775B-EA6B-7DA799FDBC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49400" y="3165284"/>
            <a:ext cx="560650" cy="5606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127">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228531D-7523-7015-96FD-84B17AA7AC4B}"/>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A6C9B18D-3374-6D42-A213-C6CAEEF581BC}"/>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75A76F71-C23C-41E9-AE5F-49FE6F682088}" type="slidenum">
              <a:rPr lang="en-US" sz="600" b="0" i="0" u="none" strike="noStrike" kern="1200" cap="none" spc="0" baseline="0">
                <a:solidFill>
                  <a:srgbClr val="0A2F24"/>
                </a:solidFill>
                <a:uFillTx/>
                <a:latin typeface="Poppins"/>
                <a:ea typeface="Zalando Sans Medium" pitchFamily="2"/>
                <a:cs typeface="Arial"/>
              </a:rPr>
              <a:t>5</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23CC7371-3004-39E4-EC4C-D7C29B0EDE05}"/>
              </a:ext>
            </a:extLst>
          </p:cNvPr>
          <p:cNvSpPr/>
          <p:nvPr/>
        </p:nvSpPr>
        <p:spPr>
          <a:xfrm>
            <a:off x="395286" y="342022"/>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Architecture CI : avant / après</a:t>
            </a:r>
            <a:endParaRPr lang="en-PL" sz="2400" b="1" i="0" u="none" strike="noStrike" kern="1200" cap="none" spc="0" baseline="0" dirty="0">
              <a:solidFill>
                <a:srgbClr val="47D45A"/>
              </a:solidFill>
              <a:uFillTx/>
              <a:latin typeface="Arial"/>
              <a:cs typeface="Arial"/>
            </a:endParaRPr>
          </a:p>
        </p:txBody>
      </p:sp>
      <p:pic>
        <p:nvPicPr>
          <p:cNvPr id="16" name="Graphique 15">
            <a:extLst>
              <a:ext uri="{FF2B5EF4-FFF2-40B4-BE49-F238E27FC236}">
                <a16:creationId xmlns:a16="http://schemas.microsoft.com/office/drawing/2014/main" id="{77F1A707-0002-946F-32CC-162D499E35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1700" y="809614"/>
            <a:ext cx="6934200" cy="39470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131">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915E7411-C600-4A97-C9EF-A32C5C45FA8C}"/>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FE513D8E-B694-72F4-A5B1-9D7014CC818D}"/>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778456D3-78D2-418A-9858-244F328BFA59}" type="slidenum">
              <a:rPr lang="en-US" sz="600" b="0" i="0" u="none" strike="noStrike" kern="1200" cap="none" spc="0" baseline="0">
                <a:solidFill>
                  <a:srgbClr val="0A2F24"/>
                </a:solidFill>
                <a:uFillTx/>
                <a:latin typeface="Poppins"/>
                <a:ea typeface="Zalando Sans Medium" pitchFamily="2"/>
                <a:cs typeface="Arial"/>
              </a:rPr>
              <a:t>6</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85722558-ECC9-1458-6406-4A1047CC1C05}"/>
              </a:ext>
            </a:extLst>
          </p:cNvPr>
          <p:cNvSpPr/>
          <p:nvPr/>
        </p:nvSpPr>
        <p:spPr>
          <a:xfrm>
            <a:off x="395285" y="703676"/>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Infrastructure d’exécution : limites et solutions</a:t>
            </a:r>
            <a:endParaRPr lang="en-PL" sz="2400" b="1" i="0" u="none" strike="noStrike" kern="1200" cap="none" spc="0" baseline="0" dirty="0">
              <a:solidFill>
                <a:srgbClr val="47D45A"/>
              </a:solidFill>
              <a:uFillTx/>
              <a:latin typeface="Arial"/>
              <a:cs typeface="Arial"/>
            </a:endParaRPr>
          </a:p>
        </p:txBody>
      </p:sp>
      <p:graphicFrame>
        <p:nvGraphicFramePr>
          <p:cNvPr id="8" name="Table placeholder" descr="Table example. Green header with transparent and grey rows ">
            <a:extLst>
              <a:ext uri="{FF2B5EF4-FFF2-40B4-BE49-F238E27FC236}">
                <a16:creationId xmlns:a16="http://schemas.microsoft.com/office/drawing/2014/main" id="{498CD87D-A43A-0183-84F8-5732A6A0224C}"/>
              </a:ext>
            </a:extLst>
          </p:cNvPr>
          <p:cNvGraphicFramePr>
            <a:graphicFrameLocks/>
          </p:cNvGraphicFramePr>
          <p:nvPr>
            <p:extLst>
              <p:ext uri="{D42A27DB-BD31-4B8C-83A1-F6EECF244321}">
                <p14:modId xmlns:p14="http://schemas.microsoft.com/office/powerpoint/2010/main" val="2305433242"/>
              </p:ext>
            </p:extLst>
          </p:nvPr>
        </p:nvGraphicFramePr>
        <p:xfrm>
          <a:off x="1333500" y="1533513"/>
          <a:ext cx="6280150" cy="2364564"/>
        </p:xfrm>
        <a:graphic>
          <a:graphicData uri="http://schemas.openxmlformats.org/drawingml/2006/table">
            <a:tbl>
              <a:tblPr firstRow="1" bandRow="1">
                <a:effectLst/>
                <a:tableStyleId>{5C22544A-7EE6-4342-B048-85BDC9FD1C3A}</a:tableStyleId>
              </a:tblPr>
              <a:tblGrid>
                <a:gridCol w="3140075">
                  <a:extLst>
                    <a:ext uri="{9D8B030D-6E8A-4147-A177-3AD203B41FA5}">
                      <a16:colId xmlns:a16="http://schemas.microsoft.com/office/drawing/2014/main" val="3075521116"/>
                    </a:ext>
                  </a:extLst>
                </a:gridCol>
                <a:gridCol w="3140075">
                  <a:extLst>
                    <a:ext uri="{9D8B030D-6E8A-4147-A177-3AD203B41FA5}">
                      <a16:colId xmlns:a16="http://schemas.microsoft.com/office/drawing/2014/main" val="2650421744"/>
                    </a:ext>
                  </a:extLst>
                </a:gridCol>
              </a:tblGrid>
              <a:tr h="591141">
                <a:tc>
                  <a:txBody>
                    <a:bodyPr/>
                    <a:lstStyle/>
                    <a:p>
                      <a:pPr lvl="0"/>
                      <a:r>
                        <a:rPr lang="fr-FR" sz="1400" dirty="0">
                          <a:solidFill>
                            <a:srgbClr val="0A2F24"/>
                          </a:solidFill>
                          <a:latin typeface="Poppins"/>
                        </a:rPr>
                        <a:t>Limites</a:t>
                      </a:r>
                      <a:r>
                        <a:rPr lang="en-PL" sz="1400" dirty="0">
                          <a:solidFill>
                            <a:srgbClr val="0A2F24"/>
                          </a:solidFill>
                          <a:latin typeface="Poppins"/>
                        </a:rPr>
                        <a:t> </a:t>
                      </a:r>
                      <a:r>
                        <a:rPr lang="fr-FR" sz="1400" dirty="0">
                          <a:solidFill>
                            <a:srgbClr val="0A2F24"/>
                          </a:solidFill>
                          <a:latin typeface="Poppins"/>
                        </a:rPr>
                        <a:t>identifiées</a:t>
                      </a:r>
                      <a:endParaRPr lang="en-PL" sz="1400" dirty="0">
                        <a:solidFill>
                          <a:srgbClr val="0A2F24"/>
                        </a:solidFill>
                        <a:latin typeface="Poppins"/>
                      </a:endParaRPr>
                    </a:p>
                  </a:txBody>
                  <a:tcPr anchor="ctr">
                    <a:lnR w="12701" cap="flat" cmpd="sng" algn="ctr">
                      <a:solidFill>
                        <a:srgbClr val="E5E5E5"/>
                      </a:solidFill>
                      <a:prstDash val="solid"/>
                      <a:round/>
                      <a:headEnd type="none" w="med" len="med"/>
                      <a:tailEnd type="none" w="med" len="med"/>
                    </a:lnR>
                    <a:lnB w="12701" cap="flat" cmpd="sng" algn="ctr">
                      <a:solidFill>
                        <a:srgbClr val="3DCD58"/>
                      </a:solidFill>
                      <a:prstDash val="solid"/>
                      <a:round/>
                      <a:headEnd type="none" w="med" len="med"/>
                      <a:tailEnd type="none" w="med" len="med"/>
                    </a:lnB>
                  </a:tcPr>
                </a:tc>
                <a:tc>
                  <a:txBody>
                    <a:bodyPr/>
                    <a:lstStyle/>
                    <a:p>
                      <a:pPr lvl="0"/>
                      <a:r>
                        <a:rPr lang="en-GB" sz="1400" dirty="0">
                          <a:solidFill>
                            <a:srgbClr val="0A2F24"/>
                          </a:solidFill>
                          <a:latin typeface="Poppins"/>
                        </a:rPr>
                        <a:t>Solutions </a:t>
                      </a:r>
                      <a:r>
                        <a:rPr lang="en-GB" sz="1400" dirty="0" err="1">
                          <a:solidFill>
                            <a:srgbClr val="0A2F24"/>
                          </a:solidFill>
                          <a:latin typeface="Poppins"/>
                        </a:rPr>
                        <a:t>proposées</a:t>
                      </a:r>
                      <a:endParaRPr lang="en-GB" sz="1400" dirty="0">
                        <a:solidFill>
                          <a:srgbClr val="0A2F24"/>
                        </a:solidFill>
                        <a:latin typeface="Poppins"/>
                      </a:endParaRPr>
                    </a:p>
                  </a:txBody>
                  <a:tcPr anchor="ctr">
                    <a:lnL w="12701" cap="flat" cmpd="sng" algn="ctr">
                      <a:solidFill>
                        <a:srgbClr val="E5E5E5"/>
                      </a:solidFill>
                      <a:prstDash val="solid"/>
                      <a:round/>
                      <a:headEnd type="none" w="med" len="med"/>
                      <a:tailEnd type="none" w="med" len="med"/>
                    </a:lnL>
                    <a:lnR w="12701" cap="flat" cmpd="sng" algn="ctr">
                      <a:solidFill>
                        <a:srgbClr val="E5E5E5"/>
                      </a:solidFill>
                      <a:prstDash val="solid"/>
                      <a:round/>
                      <a:headEnd type="none" w="med" len="med"/>
                      <a:tailEnd type="none" w="med" len="med"/>
                    </a:lnR>
                    <a:lnB w="12701" cap="flat" cmpd="sng" algn="ctr">
                      <a:solidFill>
                        <a:srgbClr val="3DCD58"/>
                      </a:solidFill>
                      <a:prstDash val="solid"/>
                      <a:round/>
                      <a:headEnd type="none" w="med" len="med"/>
                      <a:tailEnd type="none" w="med" len="med"/>
                    </a:lnB>
                  </a:tcPr>
                </a:tc>
                <a:extLst>
                  <a:ext uri="{0D108BD9-81ED-4DB2-BD59-A6C34878D82A}">
                    <a16:rowId xmlns:a16="http://schemas.microsoft.com/office/drawing/2014/main" val="3020336213"/>
                  </a:ext>
                </a:extLst>
              </a:tr>
              <a:tr h="591141">
                <a:tc>
                  <a:txBody>
                    <a:bodyPr/>
                    <a:lstStyle/>
                    <a:p>
                      <a:pPr lvl="0"/>
                      <a:r>
                        <a:rPr lang="fr-FR" sz="1200" dirty="0">
                          <a:solidFill>
                            <a:srgbClr val="0A2F24"/>
                          </a:solidFill>
                          <a:latin typeface="Poppins"/>
                        </a:rPr>
                        <a:t>Pas de persistance des données (cache Yocto)</a:t>
                      </a:r>
                      <a:endParaRPr lang="en-PL" sz="1200" dirty="0">
                        <a:solidFill>
                          <a:srgbClr val="0A2F24"/>
                        </a:solidFill>
                        <a:latin typeface="Poppins"/>
                      </a:endParaRPr>
                    </a:p>
                  </a:txBody>
                  <a:tcPr anchor="ctr">
                    <a:lnR w="12701" cap="flat" cmpd="sng" algn="ctr">
                      <a:solidFill>
                        <a:srgbClr val="E5E5E5"/>
                      </a:solidFill>
                      <a:prstDash val="solid"/>
                      <a:round/>
                      <a:headEnd type="none" w="med" len="med"/>
                      <a:tailEnd type="none" w="med" len="med"/>
                    </a:lnR>
                    <a:lnT w="12701" cap="flat" cmpd="sng" algn="ctr">
                      <a:solidFill>
                        <a:srgbClr val="3DCD58"/>
                      </a:solidFill>
                      <a:prstDash val="solid"/>
                      <a:round/>
                      <a:headEnd type="none" w="med" len="med"/>
                      <a:tailEnd type="none" w="med" len="med"/>
                    </a:lnT>
                    <a:lnB w="12701" cap="flat" cmpd="sng" algn="ctr">
                      <a:solidFill>
                        <a:srgbClr val="E5E5E5"/>
                      </a:solidFill>
                      <a:prstDash val="solid"/>
                      <a:round/>
                      <a:headEnd type="none" w="med" len="med"/>
                      <a:tailEnd type="none" w="med" len="med"/>
                    </a:lnB>
                    <a:solidFill>
                      <a:srgbClr val="E7FFD9"/>
                    </a:solidFill>
                  </a:tcPr>
                </a:tc>
                <a:tc>
                  <a:txBody>
                    <a:bodyPr/>
                    <a:lstStyle/>
                    <a:p>
                      <a:pPr marL="0" marR="0" lvl="0" indent="0" algn="l" defTabSz="457181" rtl="0" fontAlgn="auto" hangingPunct="1">
                        <a:lnSpc>
                          <a:spcPct val="100000"/>
                        </a:lnSpc>
                        <a:spcBef>
                          <a:spcPts val="0"/>
                        </a:spcBef>
                        <a:spcAft>
                          <a:spcPts val="0"/>
                        </a:spcAft>
                        <a:buNone/>
                        <a:tabLst/>
                      </a:pPr>
                      <a:r>
                        <a:rPr lang="fr-FR" sz="1200" b="0" i="0" u="none" strike="noStrike" kern="1200" cap="none" spc="0" baseline="0" dirty="0">
                          <a:solidFill>
                            <a:srgbClr val="0A2F24"/>
                          </a:solidFill>
                          <a:uFillTx/>
                          <a:latin typeface="Poppins"/>
                        </a:rPr>
                        <a:t>Etude de solution </a:t>
                      </a:r>
                      <a:r>
                        <a:rPr lang="fr-FR" sz="1200" b="1" i="0" u="none" strike="noStrike" kern="1200" cap="none" spc="0" baseline="0" dirty="0">
                          <a:solidFill>
                            <a:srgbClr val="0A2F24"/>
                          </a:solidFill>
                          <a:uFillTx/>
                          <a:latin typeface="Poppins"/>
                        </a:rPr>
                        <a:t>NFS</a:t>
                      </a:r>
                      <a:r>
                        <a:rPr lang="fr-FR" sz="1200" b="0" i="0" u="none" strike="noStrike" kern="1200" cap="none" spc="0" baseline="0" dirty="0">
                          <a:solidFill>
                            <a:srgbClr val="0A2F24"/>
                          </a:solidFill>
                          <a:uFillTx/>
                          <a:latin typeface="Poppins"/>
                        </a:rPr>
                        <a:t> et </a:t>
                      </a:r>
                      <a:r>
                        <a:rPr lang="fr-FR" sz="1200" b="1" i="0" u="none" strike="noStrike" kern="1200" cap="none" spc="0" baseline="0" dirty="0">
                          <a:solidFill>
                            <a:srgbClr val="0A2F24"/>
                          </a:solidFill>
                          <a:uFillTx/>
                          <a:latin typeface="Poppins"/>
                        </a:rPr>
                        <a:t>snapshots</a:t>
                      </a:r>
                      <a:endParaRPr lang="en-PL" sz="1200" b="1" i="0" u="none" strike="noStrike" kern="1200" cap="none" spc="0" baseline="0" dirty="0">
                        <a:solidFill>
                          <a:srgbClr val="0A2F24"/>
                        </a:solidFill>
                        <a:uFillTx/>
                        <a:latin typeface="Poppins"/>
                      </a:endParaRPr>
                    </a:p>
                  </a:txBody>
                  <a:tcPr anchor="ctr">
                    <a:lnL w="12701" cap="flat" cmpd="sng" algn="ctr">
                      <a:solidFill>
                        <a:srgbClr val="E5E5E5"/>
                      </a:solidFill>
                      <a:prstDash val="solid"/>
                      <a:round/>
                      <a:headEnd type="none" w="med" len="med"/>
                      <a:tailEnd type="none" w="med" len="med"/>
                    </a:lnL>
                    <a:lnR w="12701" cap="flat" cmpd="sng" algn="ctr">
                      <a:solidFill>
                        <a:srgbClr val="E5E5E5"/>
                      </a:solidFill>
                      <a:prstDash val="solid"/>
                      <a:round/>
                      <a:headEnd type="none" w="med" len="med"/>
                      <a:tailEnd type="none" w="med" len="med"/>
                    </a:lnR>
                    <a:lnT w="12701" cap="flat" cmpd="sng" algn="ctr">
                      <a:solidFill>
                        <a:srgbClr val="3DCD58"/>
                      </a:solidFill>
                      <a:prstDash val="solid"/>
                      <a:round/>
                      <a:headEnd type="none" w="med" len="med"/>
                      <a:tailEnd type="none" w="med" len="med"/>
                    </a:lnT>
                    <a:lnB w="12701" cap="flat" cmpd="sng" algn="ctr">
                      <a:solidFill>
                        <a:srgbClr val="E5E5E5"/>
                      </a:solidFill>
                      <a:prstDash val="solid"/>
                      <a:round/>
                      <a:headEnd type="none" w="med" len="med"/>
                      <a:tailEnd type="none" w="med" len="med"/>
                    </a:lnB>
                    <a:solidFill>
                      <a:srgbClr val="E7FFD9"/>
                    </a:solidFill>
                  </a:tcPr>
                </a:tc>
                <a:extLst>
                  <a:ext uri="{0D108BD9-81ED-4DB2-BD59-A6C34878D82A}">
                    <a16:rowId xmlns:a16="http://schemas.microsoft.com/office/drawing/2014/main" val="1507235578"/>
                  </a:ext>
                </a:extLst>
              </a:tr>
              <a:tr h="591141">
                <a:tc>
                  <a:txBody>
                    <a:bodyPr/>
                    <a:lstStyle/>
                    <a:p>
                      <a:pPr lvl="0"/>
                      <a:r>
                        <a:rPr lang="fr-FR" sz="1200" dirty="0">
                          <a:solidFill>
                            <a:srgbClr val="0A2F24"/>
                          </a:solidFill>
                          <a:latin typeface="Poppins"/>
                        </a:rPr>
                        <a:t>Contrainte </a:t>
                      </a:r>
                      <a:r>
                        <a:rPr lang="fr-FR" sz="1200" dirty="0" err="1">
                          <a:solidFill>
                            <a:srgbClr val="0A2F24"/>
                          </a:solidFill>
                          <a:latin typeface="Poppins"/>
                        </a:rPr>
                        <a:t>rootless</a:t>
                      </a:r>
                      <a:endParaRPr lang="en-PL" sz="1200" dirty="0">
                        <a:solidFill>
                          <a:srgbClr val="0A2F24"/>
                        </a:solidFill>
                        <a:latin typeface="Poppins"/>
                      </a:endParaRPr>
                    </a:p>
                  </a:txBody>
                  <a:tcPr anchor="ctr">
                    <a:lnR w="12701" cap="flat" cmpd="sng" algn="ctr">
                      <a:solidFill>
                        <a:srgbClr val="E5E5E5"/>
                      </a:solidFill>
                      <a:prstDash val="solid"/>
                      <a:round/>
                      <a:headEnd type="none" w="med" len="med"/>
                      <a:tailEnd type="none" w="med" len="med"/>
                    </a:lnR>
                    <a:lnT w="12701" cap="flat" cmpd="sng" algn="ctr">
                      <a:solidFill>
                        <a:srgbClr val="E5E5E5"/>
                      </a:solidFill>
                      <a:prstDash val="solid"/>
                      <a:round/>
                      <a:headEnd type="none" w="med" len="med"/>
                      <a:tailEnd type="none" w="med" len="med"/>
                    </a:lnT>
                    <a:lnB w="12701" cap="flat" cmpd="sng" algn="ctr">
                      <a:solidFill>
                        <a:srgbClr val="E5E5E5"/>
                      </a:solidFill>
                      <a:prstDash val="solid"/>
                      <a:round/>
                      <a:headEnd type="none" w="med" len="med"/>
                      <a:tailEnd type="none" w="med" len="med"/>
                    </a:lnB>
                    <a:solidFill>
                      <a:srgbClr val="FFFFFF"/>
                    </a:solidFill>
                  </a:tcPr>
                </a:tc>
                <a:tc>
                  <a:txBody>
                    <a:bodyPr/>
                    <a:lstStyle/>
                    <a:p>
                      <a:pPr marL="0" marR="0" lvl="0" indent="0" algn="l" defTabSz="457181" rtl="0" fontAlgn="auto" hangingPunct="1">
                        <a:lnSpc>
                          <a:spcPct val="100000"/>
                        </a:lnSpc>
                        <a:spcBef>
                          <a:spcPts val="0"/>
                        </a:spcBef>
                        <a:spcAft>
                          <a:spcPts val="0"/>
                        </a:spcAft>
                        <a:buNone/>
                        <a:tabLst/>
                      </a:pPr>
                      <a:r>
                        <a:rPr lang="fr-FR" sz="1200" b="0" i="0" u="none" strike="noStrike" kern="1200" cap="none" spc="0" baseline="0" dirty="0">
                          <a:solidFill>
                            <a:srgbClr val="0A2F24"/>
                          </a:solidFill>
                          <a:uFillTx/>
                          <a:latin typeface="Poppins"/>
                        </a:rPr>
                        <a:t>Mise en place d’un compte CI dédié</a:t>
                      </a:r>
                      <a:endParaRPr lang="en-PL" sz="1200" b="0" i="0" u="none" strike="noStrike" kern="1200" cap="none" spc="0" baseline="0" dirty="0">
                        <a:solidFill>
                          <a:srgbClr val="0A2F24"/>
                        </a:solidFill>
                        <a:uFillTx/>
                        <a:latin typeface="Poppins"/>
                      </a:endParaRPr>
                    </a:p>
                  </a:txBody>
                  <a:tcPr anchor="ctr">
                    <a:lnL w="12701" cap="flat" cmpd="sng" algn="ctr">
                      <a:solidFill>
                        <a:srgbClr val="E5E5E5"/>
                      </a:solidFill>
                      <a:prstDash val="solid"/>
                      <a:round/>
                      <a:headEnd type="none" w="med" len="med"/>
                      <a:tailEnd type="none" w="med" len="med"/>
                    </a:lnL>
                    <a:lnR w="12701" cap="flat" cmpd="sng" algn="ctr">
                      <a:solidFill>
                        <a:srgbClr val="E5E5E5"/>
                      </a:solidFill>
                      <a:prstDash val="solid"/>
                      <a:round/>
                      <a:headEnd type="none" w="med" len="med"/>
                      <a:tailEnd type="none" w="med" len="med"/>
                    </a:lnR>
                    <a:lnT w="12701" cap="flat" cmpd="sng" algn="ctr">
                      <a:solidFill>
                        <a:srgbClr val="E5E5E5"/>
                      </a:solidFill>
                      <a:prstDash val="solid"/>
                      <a:round/>
                      <a:headEnd type="none" w="med" len="med"/>
                      <a:tailEnd type="none" w="med" len="med"/>
                    </a:lnT>
                    <a:lnB w="12701"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42080197"/>
                  </a:ext>
                </a:extLst>
              </a:tr>
              <a:tr h="591141">
                <a:tc>
                  <a:txBody>
                    <a:bodyPr/>
                    <a:lstStyle/>
                    <a:p>
                      <a:pPr lvl="0"/>
                      <a:r>
                        <a:rPr lang="fr-FR" sz="1200" dirty="0">
                          <a:solidFill>
                            <a:srgbClr val="0A2F24"/>
                          </a:solidFill>
                          <a:latin typeface="Poppins"/>
                        </a:rPr>
                        <a:t>Sous-utilisation des ressources (environ 30%)</a:t>
                      </a:r>
                      <a:endParaRPr lang="en-PL" sz="1200" dirty="0">
                        <a:solidFill>
                          <a:srgbClr val="0A2F24"/>
                        </a:solidFill>
                        <a:latin typeface="Poppins"/>
                      </a:endParaRPr>
                    </a:p>
                  </a:txBody>
                  <a:tcPr anchor="ctr">
                    <a:lnR w="12701" cap="flat" cmpd="sng" algn="ctr">
                      <a:solidFill>
                        <a:srgbClr val="E5E5E5"/>
                      </a:solidFill>
                      <a:prstDash val="solid"/>
                      <a:round/>
                      <a:headEnd type="none" w="med" len="med"/>
                      <a:tailEnd type="none" w="med" len="med"/>
                    </a:lnR>
                    <a:lnT w="12701" cap="flat" cmpd="sng" algn="ctr">
                      <a:solidFill>
                        <a:srgbClr val="E5E5E5"/>
                      </a:solidFill>
                      <a:prstDash val="solid"/>
                      <a:round/>
                      <a:headEnd type="none" w="med" len="med"/>
                      <a:tailEnd type="none" w="med" len="med"/>
                    </a:lnT>
                    <a:lnB w="12701" cap="flat" cmpd="sng" algn="ctr">
                      <a:solidFill>
                        <a:srgbClr val="E5E5E5"/>
                      </a:solidFill>
                      <a:prstDash val="solid"/>
                      <a:round/>
                      <a:headEnd type="none" w="med" len="med"/>
                      <a:tailEnd type="none" w="med" len="med"/>
                    </a:lnB>
                    <a:solidFill>
                      <a:srgbClr val="E7FFD9"/>
                    </a:solidFill>
                  </a:tcPr>
                </a:tc>
                <a:tc>
                  <a:txBody>
                    <a:bodyPr/>
                    <a:lstStyle/>
                    <a:p>
                      <a:pPr marL="0" marR="0" lvl="0" indent="0" algn="l" defTabSz="457181" rtl="0" fontAlgn="auto" hangingPunct="1">
                        <a:lnSpc>
                          <a:spcPct val="100000"/>
                        </a:lnSpc>
                        <a:spcBef>
                          <a:spcPts val="0"/>
                        </a:spcBef>
                        <a:spcAft>
                          <a:spcPts val="0"/>
                        </a:spcAft>
                        <a:buNone/>
                        <a:tabLst/>
                      </a:pPr>
                      <a:r>
                        <a:rPr lang="fr-FR" sz="1200" b="0" i="0" u="none" strike="noStrike" kern="1200" cap="none" spc="0" baseline="0" dirty="0">
                          <a:solidFill>
                            <a:srgbClr val="0A2F24"/>
                          </a:solidFill>
                          <a:uFillTx/>
                          <a:latin typeface="Poppins"/>
                        </a:rPr>
                        <a:t>Proposition d’un </a:t>
                      </a:r>
                      <a:r>
                        <a:rPr lang="fr-FR" sz="1200" b="0" i="0" u="none" strike="noStrike" kern="1200" cap="none" spc="0" baseline="0" dirty="0" err="1">
                          <a:solidFill>
                            <a:srgbClr val="0A2F24"/>
                          </a:solidFill>
                          <a:uFillTx/>
                          <a:latin typeface="Poppins"/>
                        </a:rPr>
                        <a:t>runner</a:t>
                      </a:r>
                      <a:r>
                        <a:rPr lang="fr-FR" sz="1200" b="0" i="0" u="none" strike="noStrike" kern="1200" cap="none" spc="0" baseline="0" dirty="0">
                          <a:solidFill>
                            <a:srgbClr val="0A2F24"/>
                          </a:solidFill>
                          <a:uFillTx/>
                          <a:latin typeface="Poppins"/>
                        </a:rPr>
                        <a:t> « </a:t>
                      </a:r>
                      <a:r>
                        <a:rPr lang="fr-FR" sz="1200" b="1" i="0" u="none" strike="noStrike" kern="1200" cap="none" spc="0" baseline="0" dirty="0">
                          <a:solidFill>
                            <a:srgbClr val="0A2F24"/>
                          </a:solidFill>
                          <a:uFillTx/>
                          <a:latin typeface="Poppins"/>
                        </a:rPr>
                        <a:t>light</a:t>
                      </a:r>
                      <a:r>
                        <a:rPr lang="fr-FR" sz="1200" b="0" i="0" u="none" strike="noStrike" kern="1200" cap="none" spc="0" baseline="0" dirty="0">
                          <a:solidFill>
                            <a:srgbClr val="0A2F24"/>
                          </a:solidFill>
                          <a:uFillTx/>
                          <a:latin typeface="Poppins"/>
                        </a:rPr>
                        <a:t> »</a:t>
                      </a:r>
                      <a:endParaRPr lang="en-PL" sz="1200" b="0" i="0" u="none" strike="noStrike" kern="1200" cap="none" spc="0" baseline="0" dirty="0">
                        <a:solidFill>
                          <a:srgbClr val="0A2F24"/>
                        </a:solidFill>
                        <a:uFillTx/>
                        <a:latin typeface="Poppins"/>
                      </a:endParaRPr>
                    </a:p>
                  </a:txBody>
                  <a:tcPr anchor="ctr">
                    <a:lnL w="12701" cap="flat" cmpd="sng" algn="ctr">
                      <a:solidFill>
                        <a:srgbClr val="E5E5E5"/>
                      </a:solidFill>
                      <a:prstDash val="solid"/>
                      <a:round/>
                      <a:headEnd type="none" w="med" len="med"/>
                      <a:tailEnd type="none" w="med" len="med"/>
                    </a:lnL>
                    <a:lnR w="12701" cap="flat" cmpd="sng" algn="ctr">
                      <a:solidFill>
                        <a:srgbClr val="E5E5E5"/>
                      </a:solidFill>
                      <a:prstDash val="solid"/>
                      <a:round/>
                      <a:headEnd type="none" w="med" len="med"/>
                      <a:tailEnd type="none" w="med" len="med"/>
                    </a:lnR>
                    <a:lnT w="12701" cap="flat" cmpd="sng" algn="ctr">
                      <a:solidFill>
                        <a:srgbClr val="E5E5E5"/>
                      </a:solidFill>
                      <a:prstDash val="solid"/>
                      <a:round/>
                      <a:headEnd type="none" w="med" len="med"/>
                      <a:tailEnd type="none" w="med" len="med"/>
                    </a:lnT>
                    <a:lnB w="12701" cap="flat" cmpd="sng" algn="ctr">
                      <a:solidFill>
                        <a:srgbClr val="E5E5E5"/>
                      </a:solidFill>
                      <a:prstDash val="solid"/>
                      <a:round/>
                      <a:headEnd type="none" w="med" len="med"/>
                      <a:tailEnd type="none" w="med" len="med"/>
                    </a:lnB>
                    <a:solidFill>
                      <a:srgbClr val="E7FFD9"/>
                    </a:solidFill>
                  </a:tcPr>
                </a:tc>
                <a:extLst>
                  <a:ext uri="{0D108BD9-81ED-4DB2-BD59-A6C34878D82A}">
                    <a16:rowId xmlns:a16="http://schemas.microsoft.com/office/drawing/2014/main" val="9681879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132">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2DD12F3-13C4-5DDD-53F0-DDB470E39CF2}"/>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A2A0C3B4-0BB8-F604-99B4-0685E737AF67}"/>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40E8066E-544D-4785-B4D1-310A655B5A98}" type="slidenum">
              <a:rPr lang="en-US" sz="600" b="0" i="0" u="none" strike="noStrike" kern="1200" cap="none" spc="0" baseline="0">
                <a:solidFill>
                  <a:srgbClr val="0A2F24"/>
                </a:solidFill>
                <a:uFillTx/>
                <a:latin typeface="Poppins"/>
                <a:ea typeface="Zalando Sans Medium" pitchFamily="2"/>
                <a:cs typeface="Arial"/>
              </a:rPr>
              <a:t>7</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0FA23951-3148-001D-76D0-78E007DA2656}"/>
              </a:ext>
            </a:extLst>
          </p:cNvPr>
          <p:cNvSpPr/>
          <p:nvPr/>
        </p:nvSpPr>
        <p:spPr>
          <a:xfrm>
            <a:off x="346840" y="494443"/>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Observabilité</a:t>
            </a:r>
            <a:endParaRPr lang="en-PL" sz="2400" b="1" i="0" u="none" strike="noStrike" kern="1200" cap="none" spc="0" baseline="0" dirty="0">
              <a:solidFill>
                <a:srgbClr val="47D45A"/>
              </a:solidFill>
              <a:uFillTx/>
              <a:latin typeface="Arial"/>
              <a:cs typeface="Arial"/>
            </a:endParaRPr>
          </a:p>
        </p:txBody>
      </p:sp>
      <p:sp>
        <p:nvSpPr>
          <p:cNvPr id="5" name="Text Placeholder 16">
            <a:extLst>
              <a:ext uri="{FF2B5EF4-FFF2-40B4-BE49-F238E27FC236}">
                <a16:creationId xmlns:a16="http://schemas.microsoft.com/office/drawing/2014/main" id="{7C000AA4-C70A-76C9-3F01-2650D344D11B}"/>
              </a:ext>
            </a:extLst>
          </p:cNvPr>
          <p:cNvSpPr txBox="1">
            <a:spLocks noGrp="1"/>
          </p:cNvSpPr>
          <p:nvPr>
            <p:ph type="body" idx="4294967295"/>
          </p:nvPr>
        </p:nvSpPr>
        <p:spPr>
          <a:xfrm>
            <a:off x="626769" y="1133743"/>
            <a:ext cx="2325981" cy="3152507"/>
          </a:xfrm>
        </p:spPr>
        <p:txBody>
          <a:bodyPr/>
          <a:lstStyle/>
          <a:p>
            <a:pPr lvl="0">
              <a:lnSpc>
                <a:spcPts val="1600"/>
              </a:lnSpc>
              <a:buSzPct val="100000"/>
            </a:pPr>
            <a:r>
              <a:rPr lang="en-US" sz="1200" b="1" dirty="0" err="1"/>
              <a:t>Pourquoi</a:t>
            </a:r>
            <a:r>
              <a:rPr lang="en-US" sz="1200" b="1" dirty="0"/>
              <a:t> </a:t>
            </a:r>
            <a:r>
              <a:rPr lang="en-US" sz="1200" b="1" dirty="0" err="1"/>
              <a:t>mesurer</a:t>
            </a:r>
            <a:r>
              <a:rPr lang="en-US" sz="1200" b="1" dirty="0"/>
              <a:t> ?</a:t>
            </a:r>
          </a:p>
          <a:p>
            <a:pPr marL="171450" lvl="0" indent="-171450">
              <a:lnSpc>
                <a:spcPts val="1600"/>
              </a:lnSpc>
              <a:buSzPct val="100000"/>
              <a:buFont typeface="Arial" panose="020B0604020202020204" pitchFamily="34" charset="0"/>
              <a:buChar char="•"/>
            </a:pPr>
            <a:r>
              <a:rPr lang="en-US" sz="1200" dirty="0" err="1"/>
              <a:t>Visibilité</a:t>
            </a:r>
            <a:endParaRPr lang="en-US" sz="1200" dirty="0"/>
          </a:p>
          <a:p>
            <a:pPr marL="171450" lvl="0" indent="-171450">
              <a:lnSpc>
                <a:spcPts val="1600"/>
              </a:lnSpc>
              <a:buSzPct val="100000"/>
              <a:buFont typeface="Arial" panose="020B0604020202020204" pitchFamily="34" charset="0"/>
              <a:buChar char="•"/>
            </a:pPr>
            <a:r>
              <a:rPr lang="en-US" sz="1200" dirty="0" err="1"/>
              <a:t>Optimisation</a:t>
            </a:r>
            <a:endParaRPr lang="en-US" sz="1200" dirty="0"/>
          </a:p>
          <a:p>
            <a:pPr marL="171450" lvl="0" indent="-171450">
              <a:lnSpc>
                <a:spcPts val="1600"/>
              </a:lnSpc>
              <a:buSzPct val="100000"/>
              <a:buFont typeface="Arial" panose="020B0604020202020204" pitchFamily="34" charset="0"/>
              <a:buChar char="•"/>
            </a:pPr>
            <a:r>
              <a:rPr lang="en-US" sz="1200" dirty="0"/>
              <a:t>Aide à la decision</a:t>
            </a:r>
            <a:br>
              <a:rPr lang="en-US" sz="1200" dirty="0"/>
            </a:br>
            <a:endParaRPr lang="en-US" sz="1200" dirty="0"/>
          </a:p>
          <a:p>
            <a:pPr lvl="0">
              <a:lnSpc>
                <a:spcPts val="1600"/>
              </a:lnSpc>
              <a:buSzPct val="100000"/>
            </a:pPr>
            <a:r>
              <a:rPr lang="en-US" sz="1200" b="1" dirty="0" err="1"/>
              <a:t>Métriques</a:t>
            </a:r>
            <a:r>
              <a:rPr lang="en-US" sz="1200" b="1" dirty="0"/>
              <a:t> </a:t>
            </a:r>
            <a:r>
              <a:rPr lang="en-US" sz="1200" b="1" dirty="0" err="1"/>
              <a:t>collectées</a:t>
            </a:r>
            <a:endParaRPr lang="en-US" sz="1200" b="1" dirty="0"/>
          </a:p>
          <a:p>
            <a:pPr marL="171450" lvl="0" indent="-171450">
              <a:lnSpc>
                <a:spcPts val="1600"/>
              </a:lnSpc>
              <a:buSzPct val="100000"/>
              <a:buFont typeface="Arial" panose="020B0604020202020204" pitchFamily="34" charset="0"/>
              <a:buChar char="•"/>
            </a:pPr>
            <a:r>
              <a:rPr lang="en-US" sz="1200" dirty="0" err="1"/>
              <a:t>Qualité</a:t>
            </a:r>
            <a:r>
              <a:rPr lang="en-US" sz="1200" dirty="0"/>
              <a:t> et sécurité</a:t>
            </a:r>
          </a:p>
          <a:p>
            <a:pPr marL="171450" lvl="0" indent="-171450">
              <a:lnSpc>
                <a:spcPts val="1600"/>
              </a:lnSpc>
              <a:buSzPct val="100000"/>
              <a:buFont typeface="Arial" panose="020B0604020202020204" pitchFamily="34" charset="0"/>
              <a:buChar char="•"/>
            </a:pPr>
            <a:r>
              <a:rPr lang="en-US" sz="1200" dirty="0"/>
              <a:t>Infrastructure CI</a:t>
            </a:r>
          </a:p>
        </p:txBody>
      </p:sp>
      <p:pic>
        <p:nvPicPr>
          <p:cNvPr id="6" name="Image 9">
            <a:extLst>
              <a:ext uri="{FF2B5EF4-FFF2-40B4-BE49-F238E27FC236}">
                <a16:creationId xmlns:a16="http://schemas.microsoft.com/office/drawing/2014/main" id="{D2CB0461-08BF-605F-6DC5-C8F57D06B2E5}"/>
              </a:ext>
            </a:extLst>
          </p:cNvPr>
          <p:cNvPicPr>
            <a:picLocks noChangeAspect="1"/>
          </p:cNvPicPr>
          <p:nvPr/>
        </p:nvPicPr>
        <p:blipFill>
          <a:blip r:embed="rId3"/>
          <a:stretch>
            <a:fillRect/>
          </a:stretch>
        </p:blipFill>
        <p:spPr>
          <a:xfrm>
            <a:off x="4186675" y="685800"/>
            <a:ext cx="3892637" cy="3771899"/>
          </a:xfrm>
          <a:prstGeom prst="rect">
            <a:avLst/>
          </a:prstGeom>
          <a:noFill/>
          <a:ln cap="flat">
            <a:noFill/>
          </a:ln>
        </p:spPr>
      </p:pic>
      <p:sp>
        <p:nvSpPr>
          <p:cNvPr id="22" name="Légende : encadrée 21">
            <a:extLst>
              <a:ext uri="{FF2B5EF4-FFF2-40B4-BE49-F238E27FC236}">
                <a16:creationId xmlns:a16="http://schemas.microsoft.com/office/drawing/2014/main" id="{6A46D9EB-1FDA-890E-E7E6-E63199859C0D}"/>
              </a:ext>
            </a:extLst>
          </p:cNvPr>
          <p:cNvSpPr/>
          <p:nvPr/>
        </p:nvSpPr>
        <p:spPr>
          <a:xfrm>
            <a:off x="4330700" y="876299"/>
            <a:ext cx="3690118" cy="2533653"/>
          </a:xfrm>
          <a:prstGeom prst="borderCallout1">
            <a:avLst>
              <a:gd name="adj1" fmla="val 51067"/>
              <a:gd name="adj2" fmla="val 99"/>
              <a:gd name="adj3" fmla="val 86930"/>
              <a:gd name="adj4" fmla="val -56979"/>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Légende : encadrée 25">
            <a:extLst>
              <a:ext uri="{FF2B5EF4-FFF2-40B4-BE49-F238E27FC236}">
                <a16:creationId xmlns:a16="http://schemas.microsoft.com/office/drawing/2014/main" id="{CEB05E4D-688B-1B0B-3015-553002DC9245}"/>
              </a:ext>
            </a:extLst>
          </p:cNvPr>
          <p:cNvSpPr/>
          <p:nvPr/>
        </p:nvSpPr>
        <p:spPr>
          <a:xfrm>
            <a:off x="4277876" y="3467101"/>
            <a:ext cx="3791378" cy="933450"/>
          </a:xfrm>
          <a:prstGeom prst="borderCallout1">
            <a:avLst>
              <a:gd name="adj1" fmla="val 51067"/>
              <a:gd name="adj2" fmla="val 99"/>
              <a:gd name="adj3" fmla="val -3895"/>
              <a:gd name="adj4" fmla="val -57962"/>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136">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C91E61D6-1BD8-7341-6249-F111402F5A3A}"/>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CEE72029-4FE5-E202-0E03-A6485CB9243F}"/>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61221860-958F-402B-9601-90FD5A9C10F0}" type="slidenum">
              <a:rPr lang="en-US" sz="600" b="0" i="0" u="none" strike="noStrike" kern="1200" cap="none" spc="0" baseline="0">
                <a:solidFill>
                  <a:srgbClr val="0A2F24"/>
                </a:solidFill>
                <a:uFillTx/>
                <a:latin typeface="Poppins"/>
                <a:ea typeface="Zalando Sans Medium" pitchFamily="2"/>
                <a:cs typeface="Arial"/>
              </a:rPr>
              <a:t>8</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543214D6-B331-3772-71AE-D1892A596B5E}"/>
              </a:ext>
            </a:extLst>
          </p:cNvPr>
          <p:cNvSpPr/>
          <p:nvPr/>
        </p:nvSpPr>
        <p:spPr>
          <a:xfrm>
            <a:off x="395285" y="557139"/>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IA et automatisation des analyses d’échecs CI</a:t>
            </a:r>
            <a:endParaRPr lang="en-PL" sz="2400" b="1" i="0" u="none" strike="noStrike" kern="1200" cap="none" spc="0" baseline="0" dirty="0">
              <a:solidFill>
                <a:srgbClr val="47D45A"/>
              </a:solidFill>
              <a:uFillTx/>
              <a:latin typeface="Arial"/>
              <a:cs typeface="Arial"/>
            </a:endParaRPr>
          </a:p>
        </p:txBody>
      </p:sp>
      <p:sp>
        <p:nvSpPr>
          <p:cNvPr id="12" name="ZoneTexte 11">
            <a:extLst>
              <a:ext uri="{FF2B5EF4-FFF2-40B4-BE49-F238E27FC236}">
                <a16:creationId xmlns:a16="http://schemas.microsoft.com/office/drawing/2014/main" id="{E09EC20E-3C7A-3F58-1358-3EE02604FB19}"/>
              </a:ext>
            </a:extLst>
          </p:cNvPr>
          <p:cNvSpPr txBox="1"/>
          <p:nvPr/>
        </p:nvSpPr>
        <p:spPr>
          <a:xfrm>
            <a:off x="2778125" y="1017478"/>
            <a:ext cx="2838450" cy="369332"/>
          </a:xfrm>
          <a:prstGeom prst="rect">
            <a:avLst/>
          </a:prstGeom>
          <a:noFill/>
        </p:spPr>
        <p:txBody>
          <a:bodyPr wrap="square" rtlCol="0">
            <a:spAutoFit/>
          </a:bodyPr>
          <a:lstStyle/>
          <a:p>
            <a:r>
              <a:rPr lang="fr-FR" dirty="0"/>
              <a:t>Accélération des activités</a:t>
            </a:r>
          </a:p>
        </p:txBody>
      </p:sp>
      <p:sp>
        <p:nvSpPr>
          <p:cNvPr id="13" name="ZoneTexte 12">
            <a:extLst>
              <a:ext uri="{FF2B5EF4-FFF2-40B4-BE49-F238E27FC236}">
                <a16:creationId xmlns:a16="http://schemas.microsoft.com/office/drawing/2014/main" id="{50624470-8B7D-CE08-CA36-F1457B6B9C85}"/>
              </a:ext>
            </a:extLst>
          </p:cNvPr>
          <p:cNvSpPr txBox="1"/>
          <p:nvPr/>
        </p:nvSpPr>
        <p:spPr>
          <a:xfrm>
            <a:off x="609600" y="1791049"/>
            <a:ext cx="1721512" cy="1415772"/>
          </a:xfrm>
          <a:prstGeom prst="rect">
            <a:avLst/>
          </a:prstGeom>
          <a:noFill/>
          <a:ln>
            <a:solidFill>
              <a:srgbClr val="00B050"/>
            </a:solidFill>
          </a:ln>
        </p:spPr>
        <p:txBody>
          <a:bodyPr wrap="square" rtlCol="0">
            <a:spAutoFit/>
          </a:bodyPr>
          <a:lstStyle/>
          <a:p>
            <a:r>
              <a:rPr lang="fr-FR" sz="1400" dirty="0"/>
              <a:t>Développement</a:t>
            </a:r>
            <a:endParaRPr lang="fr-FR" sz="1200" dirty="0"/>
          </a:p>
          <a:p>
            <a:pPr marL="285750" indent="-285750">
              <a:buFont typeface="Arial" panose="020B0604020202020204" pitchFamily="34" charset="0"/>
              <a:buChar char="•"/>
            </a:pPr>
            <a:r>
              <a:rPr lang="fr-FR" sz="1200" dirty="0"/>
              <a:t>Génération des scripts Bash et Python</a:t>
            </a:r>
          </a:p>
          <a:p>
            <a:pPr marL="285750" indent="-285750">
              <a:buFont typeface="Arial" panose="020B0604020202020204" pitchFamily="34" charset="0"/>
              <a:buChar char="•"/>
            </a:pPr>
            <a:r>
              <a:rPr lang="fr-FR" sz="1200" dirty="0"/>
              <a:t>Assistance à la compréhension du code</a:t>
            </a:r>
          </a:p>
        </p:txBody>
      </p:sp>
      <p:sp>
        <p:nvSpPr>
          <p:cNvPr id="15" name="ZoneTexte 14">
            <a:extLst>
              <a:ext uri="{FF2B5EF4-FFF2-40B4-BE49-F238E27FC236}">
                <a16:creationId xmlns:a16="http://schemas.microsoft.com/office/drawing/2014/main" id="{838D954C-8B30-1F7B-DDB1-6E372E589110}"/>
              </a:ext>
            </a:extLst>
          </p:cNvPr>
          <p:cNvSpPr txBox="1"/>
          <p:nvPr/>
        </p:nvSpPr>
        <p:spPr>
          <a:xfrm>
            <a:off x="3245512" y="1791049"/>
            <a:ext cx="1930400" cy="1384995"/>
          </a:xfrm>
          <a:prstGeom prst="rect">
            <a:avLst/>
          </a:prstGeom>
          <a:noFill/>
          <a:ln>
            <a:solidFill>
              <a:srgbClr val="00B050"/>
            </a:solidFill>
          </a:ln>
        </p:spPr>
        <p:txBody>
          <a:bodyPr wrap="square" rtlCol="0">
            <a:spAutoFit/>
          </a:bodyPr>
          <a:lstStyle/>
          <a:p>
            <a:r>
              <a:rPr lang="fr-FR" sz="1400" dirty="0"/>
              <a:t>Analyse</a:t>
            </a:r>
          </a:p>
          <a:p>
            <a:pPr marL="171450" indent="-171450">
              <a:buFont typeface="Arial" panose="020B0604020202020204" pitchFamily="34" charset="0"/>
              <a:buChar char="•"/>
            </a:pPr>
            <a:r>
              <a:rPr lang="fr-FR" sz="1400" dirty="0"/>
              <a:t>Investigation d’erreurs dans la CI</a:t>
            </a:r>
          </a:p>
          <a:p>
            <a:pPr marL="171450" indent="-171450">
              <a:buFont typeface="Arial" panose="020B0604020202020204" pitchFamily="34" charset="0"/>
              <a:buChar char="•"/>
            </a:pPr>
            <a:r>
              <a:rPr lang="fr-FR" sz="1400" dirty="0"/>
              <a:t>Prototypage rapide de solution technique</a:t>
            </a:r>
            <a:endParaRPr lang="fr-FR" sz="1200" dirty="0"/>
          </a:p>
        </p:txBody>
      </p:sp>
      <p:sp>
        <p:nvSpPr>
          <p:cNvPr id="17" name="ZoneTexte 16">
            <a:extLst>
              <a:ext uri="{FF2B5EF4-FFF2-40B4-BE49-F238E27FC236}">
                <a16:creationId xmlns:a16="http://schemas.microsoft.com/office/drawing/2014/main" id="{CB8E345E-06A9-708F-C2AC-47E44C85C65B}"/>
              </a:ext>
            </a:extLst>
          </p:cNvPr>
          <p:cNvSpPr txBox="1"/>
          <p:nvPr/>
        </p:nvSpPr>
        <p:spPr>
          <a:xfrm>
            <a:off x="6127750" y="1791049"/>
            <a:ext cx="1517650" cy="861774"/>
          </a:xfrm>
          <a:prstGeom prst="rect">
            <a:avLst/>
          </a:prstGeom>
          <a:noFill/>
          <a:ln>
            <a:solidFill>
              <a:srgbClr val="00B050"/>
            </a:solidFill>
          </a:ln>
        </p:spPr>
        <p:txBody>
          <a:bodyPr wrap="square" rtlCol="0">
            <a:spAutoFit/>
          </a:bodyPr>
          <a:lstStyle/>
          <a:p>
            <a:r>
              <a:rPr lang="fr-FR" sz="1400" dirty="0"/>
              <a:t>Documentation</a:t>
            </a:r>
            <a:endParaRPr lang="fr-FR" sz="1200" dirty="0"/>
          </a:p>
          <a:p>
            <a:pPr marL="285750" indent="-285750">
              <a:buFont typeface="Arial" panose="020B0604020202020204" pitchFamily="34" charset="0"/>
              <a:buChar char="•"/>
            </a:pPr>
            <a:r>
              <a:rPr lang="fr-FR" sz="1200" dirty="0"/>
              <a:t>Rédaction de documentation technique</a:t>
            </a:r>
          </a:p>
        </p:txBody>
      </p:sp>
      <p:cxnSp>
        <p:nvCxnSpPr>
          <p:cNvPr id="20" name="Connecteur droit avec flèche 19">
            <a:extLst>
              <a:ext uri="{FF2B5EF4-FFF2-40B4-BE49-F238E27FC236}">
                <a16:creationId xmlns:a16="http://schemas.microsoft.com/office/drawing/2014/main" id="{3CFCF023-2C5C-D584-2D6E-0C042845A22A}"/>
              </a:ext>
            </a:extLst>
          </p:cNvPr>
          <p:cNvCxnSpPr>
            <a:cxnSpLocks/>
            <a:stCxn id="12" idx="2"/>
            <a:endCxn id="13" idx="0"/>
          </p:cNvCxnSpPr>
          <p:nvPr/>
        </p:nvCxnSpPr>
        <p:spPr>
          <a:xfrm flipH="1">
            <a:off x="1470356" y="1386810"/>
            <a:ext cx="2726994" cy="40423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520DFF23-F441-B8CF-3509-C2245A0C054C}"/>
              </a:ext>
            </a:extLst>
          </p:cNvPr>
          <p:cNvCxnSpPr>
            <a:cxnSpLocks/>
            <a:stCxn id="12" idx="2"/>
            <a:endCxn id="15" idx="0"/>
          </p:cNvCxnSpPr>
          <p:nvPr/>
        </p:nvCxnSpPr>
        <p:spPr>
          <a:xfrm>
            <a:off x="4197350" y="1386810"/>
            <a:ext cx="13362" cy="40423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185886B7-35AE-38BB-6670-D04F0E25B4C9}"/>
              </a:ext>
            </a:extLst>
          </p:cNvPr>
          <p:cNvCxnSpPr>
            <a:cxnSpLocks/>
            <a:stCxn id="12" idx="2"/>
            <a:endCxn id="17" idx="0"/>
          </p:cNvCxnSpPr>
          <p:nvPr/>
        </p:nvCxnSpPr>
        <p:spPr>
          <a:xfrm>
            <a:off x="4197350" y="1386810"/>
            <a:ext cx="2689225" cy="40423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B3B85D98-026C-02EC-D1FB-C8D94B1D6CE0}"/>
              </a:ext>
            </a:extLst>
          </p:cNvPr>
          <p:cNvSpPr txBox="1"/>
          <p:nvPr/>
        </p:nvSpPr>
        <p:spPr>
          <a:xfrm>
            <a:off x="609600" y="3370729"/>
            <a:ext cx="1990165" cy="369332"/>
          </a:xfrm>
          <a:prstGeom prst="rect">
            <a:avLst/>
          </a:prstGeom>
          <a:noFill/>
        </p:spPr>
        <p:txBody>
          <a:bodyPr wrap="square" rtlCol="0">
            <a:spAutoFit/>
          </a:bodyPr>
          <a:lstStyle/>
          <a:p>
            <a:r>
              <a:rPr lang="fr-FR" b="1" dirty="0"/>
              <a:t>Exemple concret</a:t>
            </a:r>
          </a:p>
        </p:txBody>
      </p:sp>
      <p:sp>
        <p:nvSpPr>
          <p:cNvPr id="24" name="Rectangle : coins arrondis 23">
            <a:extLst>
              <a:ext uri="{FF2B5EF4-FFF2-40B4-BE49-F238E27FC236}">
                <a16:creationId xmlns:a16="http://schemas.microsoft.com/office/drawing/2014/main" id="{771416BB-595D-3AB1-5E2C-28B30EDB3C0B}"/>
              </a:ext>
            </a:extLst>
          </p:cNvPr>
          <p:cNvSpPr/>
          <p:nvPr/>
        </p:nvSpPr>
        <p:spPr>
          <a:xfrm>
            <a:off x="4783137" y="3827199"/>
            <a:ext cx="2689225" cy="517332"/>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Avec l’agent IA environ </a:t>
            </a:r>
            <a:r>
              <a:rPr lang="fr-FR" sz="1400" b="1" dirty="0">
                <a:solidFill>
                  <a:schemeClr val="tx1"/>
                </a:solidFill>
              </a:rPr>
              <a:t>5 min</a:t>
            </a:r>
          </a:p>
        </p:txBody>
      </p:sp>
      <p:sp>
        <p:nvSpPr>
          <p:cNvPr id="26" name="Rectangle : coins arrondis 25">
            <a:extLst>
              <a:ext uri="{FF2B5EF4-FFF2-40B4-BE49-F238E27FC236}">
                <a16:creationId xmlns:a16="http://schemas.microsoft.com/office/drawing/2014/main" id="{186CA182-EBE1-207E-EF8C-CEE3A14CB7C8}"/>
              </a:ext>
            </a:extLst>
          </p:cNvPr>
          <p:cNvSpPr/>
          <p:nvPr/>
        </p:nvSpPr>
        <p:spPr>
          <a:xfrm>
            <a:off x="896471" y="3827199"/>
            <a:ext cx="2991368" cy="51733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Investigation d’échec CI environ </a:t>
            </a:r>
            <a:r>
              <a:rPr lang="fr-FR" sz="1400" b="1" dirty="0">
                <a:solidFill>
                  <a:schemeClr val="tx1"/>
                </a:solidFill>
              </a:rPr>
              <a:t>1h</a:t>
            </a:r>
          </a:p>
        </p:txBody>
      </p:sp>
      <p:cxnSp>
        <p:nvCxnSpPr>
          <p:cNvPr id="32" name="Connecteur droit avec flèche 31">
            <a:extLst>
              <a:ext uri="{FF2B5EF4-FFF2-40B4-BE49-F238E27FC236}">
                <a16:creationId xmlns:a16="http://schemas.microsoft.com/office/drawing/2014/main" id="{46DDB51C-AC90-2DC2-6A81-8862632248C8}"/>
              </a:ext>
            </a:extLst>
          </p:cNvPr>
          <p:cNvCxnSpPr>
            <a:stCxn id="26" idx="3"/>
            <a:endCxn id="24" idx="1"/>
          </p:cNvCxnSpPr>
          <p:nvPr/>
        </p:nvCxnSpPr>
        <p:spPr>
          <a:xfrm>
            <a:off x="3887839" y="4085865"/>
            <a:ext cx="89529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134">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1A3B472-7165-E40F-9624-E73DDA344737}"/>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6BD5C456-871C-2953-22E2-8CF1301184FD}"/>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C1C30308-679D-4F53-8D29-A9195C3349DC}" type="slidenum">
              <a:rPr lang="en-US" sz="600" b="0" i="0" u="none" strike="noStrike" kern="1200" cap="none" spc="0" baseline="0">
                <a:solidFill>
                  <a:srgbClr val="0A2F24"/>
                </a:solidFill>
                <a:uFillTx/>
                <a:latin typeface="Poppins"/>
                <a:ea typeface="Zalando Sans Medium" pitchFamily="2"/>
                <a:cs typeface="Arial"/>
              </a:rPr>
              <a:t>9</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BDEF3FE4-8129-0BFF-49DA-8CAD56E1AA81}"/>
              </a:ext>
            </a:extLst>
          </p:cNvPr>
          <p:cNvSpPr/>
          <p:nvPr/>
        </p:nvSpPr>
        <p:spPr>
          <a:xfrm>
            <a:off x="395285" y="703676"/>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Résultats </a:t>
            </a:r>
            <a:r>
              <a:rPr lang="fr-FR" sz="2400" b="1" dirty="0">
                <a:solidFill>
                  <a:srgbClr val="47D45A"/>
                </a:solidFill>
                <a:latin typeface="Arial"/>
                <a:cs typeface="Arial"/>
              </a:rPr>
              <a:t>et impacts</a:t>
            </a:r>
            <a:endParaRPr lang="en-PL" sz="2400" b="1" i="0" u="none" strike="noStrike" kern="1200" cap="none" spc="0" baseline="0" dirty="0">
              <a:solidFill>
                <a:srgbClr val="47D45A"/>
              </a:solidFill>
              <a:uFillTx/>
              <a:latin typeface="Arial"/>
              <a:cs typeface="Arial"/>
            </a:endParaRPr>
          </a:p>
        </p:txBody>
      </p:sp>
      <p:sp>
        <p:nvSpPr>
          <p:cNvPr id="18" name="ZoneTexte 17">
            <a:extLst>
              <a:ext uri="{FF2B5EF4-FFF2-40B4-BE49-F238E27FC236}">
                <a16:creationId xmlns:a16="http://schemas.microsoft.com/office/drawing/2014/main" id="{4218896C-4717-811B-BB9F-9AEBD38A3D00}"/>
              </a:ext>
            </a:extLst>
          </p:cNvPr>
          <p:cNvSpPr txBox="1"/>
          <p:nvPr/>
        </p:nvSpPr>
        <p:spPr>
          <a:xfrm>
            <a:off x="395285" y="1996971"/>
            <a:ext cx="1790764" cy="1600438"/>
          </a:xfrm>
          <a:prstGeom prst="rect">
            <a:avLst/>
          </a:prstGeom>
          <a:noFill/>
        </p:spPr>
        <p:txBody>
          <a:bodyPr wrap="square" rtlCol="0">
            <a:spAutoFit/>
          </a:bodyPr>
          <a:lstStyle/>
          <a:p>
            <a:r>
              <a:rPr lang="fr-FR" sz="1400" b="1" dirty="0"/>
              <a:t>Fiabilité et sécurité</a:t>
            </a:r>
          </a:p>
          <a:p>
            <a:pPr marL="285750" indent="-285750">
              <a:buFont typeface="Arial" panose="020B0604020202020204" pitchFamily="34" charset="0"/>
              <a:buChar char="•"/>
            </a:pPr>
            <a:r>
              <a:rPr lang="fr-FR" sz="1400" dirty="0"/>
              <a:t>Intégration de scan de vulnérabilité</a:t>
            </a:r>
          </a:p>
          <a:p>
            <a:pPr marL="285750" indent="-285750">
              <a:buFont typeface="Arial" panose="020B0604020202020204" pitchFamily="34" charset="0"/>
              <a:buChar char="•"/>
            </a:pPr>
            <a:r>
              <a:rPr lang="fr-FR" sz="1400" dirty="0"/>
              <a:t>Génération des artefacts logiciels</a:t>
            </a:r>
          </a:p>
        </p:txBody>
      </p:sp>
      <p:pic>
        <p:nvPicPr>
          <p:cNvPr id="24" name="Graphique 23" descr="Verrou avec un remplissage uni">
            <a:extLst>
              <a:ext uri="{FF2B5EF4-FFF2-40B4-BE49-F238E27FC236}">
                <a16:creationId xmlns:a16="http://schemas.microsoft.com/office/drawing/2014/main" id="{19340FF9-2490-B3F7-528F-A0075FAFA8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0569" y="1402198"/>
            <a:ext cx="594773" cy="594773"/>
          </a:xfrm>
          <a:prstGeom prst="rect">
            <a:avLst/>
          </a:prstGeom>
        </p:spPr>
      </p:pic>
      <p:pic>
        <p:nvPicPr>
          <p:cNvPr id="26" name="Graphique 25" descr="Graphique à barres avec un remplissage uni">
            <a:extLst>
              <a:ext uri="{FF2B5EF4-FFF2-40B4-BE49-F238E27FC236}">
                <a16:creationId xmlns:a16="http://schemas.microsoft.com/office/drawing/2014/main" id="{EF682EA6-1A67-BE9A-C544-AF364709F2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69742" y="1402198"/>
            <a:ext cx="594773" cy="594773"/>
          </a:xfrm>
          <a:prstGeom prst="rect">
            <a:avLst/>
          </a:prstGeom>
        </p:spPr>
      </p:pic>
      <p:pic>
        <p:nvPicPr>
          <p:cNvPr id="28" name="Graphique 27" descr="TVA avec un remplissage uni">
            <a:extLst>
              <a:ext uri="{FF2B5EF4-FFF2-40B4-BE49-F238E27FC236}">
                <a16:creationId xmlns:a16="http://schemas.microsoft.com/office/drawing/2014/main" id="{741389F5-1508-166B-8F67-1D4FE30D6C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73210" y="1402198"/>
            <a:ext cx="594773" cy="594773"/>
          </a:xfrm>
          <a:prstGeom prst="rect">
            <a:avLst/>
          </a:prstGeom>
        </p:spPr>
      </p:pic>
      <p:pic>
        <p:nvPicPr>
          <p:cNvPr id="32" name="Graphique 31" descr="Partie gauche du cerveau avec un remplissage uni">
            <a:extLst>
              <a:ext uri="{FF2B5EF4-FFF2-40B4-BE49-F238E27FC236}">
                <a16:creationId xmlns:a16="http://schemas.microsoft.com/office/drawing/2014/main" id="{E9C63B13-255E-66C9-ACD2-E9FCA2A992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79526" y="1402198"/>
            <a:ext cx="594773" cy="594773"/>
          </a:xfrm>
          <a:prstGeom prst="rect">
            <a:avLst/>
          </a:prstGeom>
        </p:spPr>
      </p:pic>
      <p:sp>
        <p:nvSpPr>
          <p:cNvPr id="34" name="ZoneTexte 33">
            <a:extLst>
              <a:ext uri="{FF2B5EF4-FFF2-40B4-BE49-F238E27FC236}">
                <a16:creationId xmlns:a16="http://schemas.microsoft.com/office/drawing/2014/main" id="{B9EA0329-5381-117C-11A6-0D4F703DE03A}"/>
              </a:ext>
            </a:extLst>
          </p:cNvPr>
          <p:cNvSpPr txBox="1"/>
          <p:nvPr/>
        </p:nvSpPr>
        <p:spPr>
          <a:xfrm>
            <a:off x="2477348" y="1996971"/>
            <a:ext cx="1790764" cy="1600438"/>
          </a:xfrm>
          <a:prstGeom prst="rect">
            <a:avLst/>
          </a:prstGeom>
          <a:noFill/>
        </p:spPr>
        <p:txBody>
          <a:bodyPr wrap="square" rtlCol="0">
            <a:spAutoFit/>
          </a:bodyPr>
          <a:lstStyle/>
          <a:p>
            <a:r>
              <a:rPr lang="fr-FR" sz="1400" b="1" dirty="0"/>
              <a:t>Performance et optimisation</a:t>
            </a:r>
          </a:p>
          <a:p>
            <a:pPr marL="285750" indent="-285750">
              <a:buFont typeface="Arial" panose="020B0604020202020204" pitchFamily="34" charset="0"/>
              <a:buChar char="•"/>
            </a:pPr>
            <a:r>
              <a:rPr lang="fr-FR" sz="1400" dirty="0"/>
              <a:t>Identification des limites</a:t>
            </a:r>
          </a:p>
          <a:p>
            <a:pPr marL="285750" indent="-285750">
              <a:buFont typeface="Arial" panose="020B0604020202020204" pitchFamily="34" charset="0"/>
              <a:buChar char="•"/>
            </a:pPr>
            <a:r>
              <a:rPr lang="fr-FR" sz="1400" dirty="0"/>
              <a:t>Opportunités de réduction des coûts</a:t>
            </a:r>
          </a:p>
        </p:txBody>
      </p:sp>
      <p:sp>
        <p:nvSpPr>
          <p:cNvPr id="36" name="ZoneTexte 35">
            <a:extLst>
              <a:ext uri="{FF2B5EF4-FFF2-40B4-BE49-F238E27FC236}">
                <a16:creationId xmlns:a16="http://schemas.microsoft.com/office/drawing/2014/main" id="{FA4B3E6C-7708-0990-E090-C33BEC5897E5}"/>
              </a:ext>
            </a:extLst>
          </p:cNvPr>
          <p:cNvSpPr txBox="1"/>
          <p:nvPr/>
        </p:nvSpPr>
        <p:spPr>
          <a:xfrm>
            <a:off x="4497453" y="2000042"/>
            <a:ext cx="1739352" cy="1384995"/>
          </a:xfrm>
          <a:prstGeom prst="rect">
            <a:avLst/>
          </a:prstGeom>
          <a:noFill/>
        </p:spPr>
        <p:txBody>
          <a:bodyPr wrap="square" rtlCol="0">
            <a:spAutoFit/>
          </a:bodyPr>
          <a:lstStyle/>
          <a:p>
            <a:r>
              <a:rPr lang="fr-FR" sz="1400" b="1" dirty="0"/>
              <a:t>Pilotage par la donnée</a:t>
            </a:r>
          </a:p>
          <a:p>
            <a:pPr marL="285750" indent="-285750">
              <a:buFont typeface="Arial" panose="020B0604020202020204" pitchFamily="34" charset="0"/>
              <a:buChar char="•"/>
            </a:pPr>
            <a:r>
              <a:rPr lang="fr-FR" sz="1400" dirty="0"/>
              <a:t>Suivi de 8 indicateurs</a:t>
            </a:r>
          </a:p>
          <a:p>
            <a:pPr marL="285750" indent="-285750">
              <a:buFont typeface="Arial" panose="020B0604020202020204" pitchFamily="34" charset="0"/>
              <a:buChar char="•"/>
            </a:pPr>
            <a:r>
              <a:rPr lang="fr-FR" sz="1400" dirty="0"/>
              <a:t>Centralisation des métriques</a:t>
            </a:r>
          </a:p>
        </p:txBody>
      </p:sp>
      <p:sp>
        <p:nvSpPr>
          <p:cNvPr id="38" name="ZoneTexte 37">
            <a:extLst>
              <a:ext uri="{FF2B5EF4-FFF2-40B4-BE49-F238E27FC236}">
                <a16:creationId xmlns:a16="http://schemas.microsoft.com/office/drawing/2014/main" id="{45D5DA09-BB2B-11DE-0414-370912528F11}"/>
              </a:ext>
            </a:extLst>
          </p:cNvPr>
          <p:cNvSpPr txBox="1"/>
          <p:nvPr/>
        </p:nvSpPr>
        <p:spPr>
          <a:xfrm>
            <a:off x="6466146" y="1996971"/>
            <a:ext cx="1821534" cy="1169551"/>
          </a:xfrm>
          <a:prstGeom prst="rect">
            <a:avLst/>
          </a:prstGeom>
          <a:noFill/>
        </p:spPr>
        <p:txBody>
          <a:bodyPr wrap="square" rtlCol="0">
            <a:spAutoFit/>
          </a:bodyPr>
          <a:lstStyle/>
          <a:p>
            <a:r>
              <a:rPr lang="fr-FR" sz="1400" b="1" dirty="0"/>
              <a:t>Analyse des échecs accélérée</a:t>
            </a:r>
          </a:p>
          <a:p>
            <a:pPr marL="285750" indent="-285750">
              <a:buFont typeface="Arial" panose="020B0604020202020204" pitchFamily="34" charset="0"/>
              <a:buChar char="•"/>
            </a:pPr>
            <a:r>
              <a:rPr lang="fr-FR" sz="1400" dirty="0"/>
              <a:t>Assistance IA pour le diagnostic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B075E-D591-34F5-AC51-A6D373541C0E}"/>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4E2A1E01-347C-A7C4-0063-761BB916871B}"/>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D643656F-14BA-FE69-9FE7-B321274C932D}"/>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C1C30308-679D-4F53-8D29-A9195C3349DC}" type="slidenum">
              <a:rPr lang="en-US" sz="600" b="0" i="0" u="none" strike="noStrike" kern="1200" cap="none" spc="0" baseline="0">
                <a:solidFill>
                  <a:srgbClr val="0A2F24"/>
                </a:solidFill>
                <a:uFillTx/>
                <a:latin typeface="Poppins"/>
                <a:ea typeface="Zalando Sans Medium" pitchFamily="2"/>
                <a:cs typeface="Arial"/>
              </a:rPr>
              <a:t>10</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E35A7BC6-CF0D-5973-5728-3559697805CA}"/>
              </a:ext>
            </a:extLst>
          </p:cNvPr>
          <p:cNvSpPr/>
          <p:nvPr/>
        </p:nvSpPr>
        <p:spPr>
          <a:xfrm>
            <a:off x="395286" y="587449"/>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dirty="0">
                <a:solidFill>
                  <a:srgbClr val="47D45A"/>
                </a:solidFill>
                <a:latin typeface="Arial"/>
                <a:cs typeface="Arial"/>
              </a:rPr>
              <a:t>Bilan personnel</a:t>
            </a:r>
            <a:endParaRPr lang="en-PL" sz="2400" b="1" i="0" u="none" strike="noStrike" kern="1200" cap="none" spc="0" baseline="0" dirty="0">
              <a:solidFill>
                <a:srgbClr val="47D45A"/>
              </a:solidFill>
              <a:uFillTx/>
              <a:latin typeface="Arial"/>
              <a:cs typeface="Arial"/>
            </a:endParaRPr>
          </a:p>
        </p:txBody>
      </p:sp>
      <p:sp>
        <p:nvSpPr>
          <p:cNvPr id="35" name="Organigramme : Alternative 34">
            <a:extLst>
              <a:ext uri="{FF2B5EF4-FFF2-40B4-BE49-F238E27FC236}">
                <a16:creationId xmlns:a16="http://schemas.microsoft.com/office/drawing/2014/main" id="{C05B28A6-5A85-39DF-A15F-239CDD4F02A7}"/>
              </a:ext>
            </a:extLst>
          </p:cNvPr>
          <p:cNvSpPr/>
          <p:nvPr/>
        </p:nvSpPr>
        <p:spPr>
          <a:xfrm>
            <a:off x="374651" y="1035889"/>
            <a:ext cx="3063874" cy="1173912"/>
          </a:xfrm>
          <a:prstGeom prst="flowChartAlternateProcess">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ZoneTexte 36">
            <a:extLst>
              <a:ext uri="{FF2B5EF4-FFF2-40B4-BE49-F238E27FC236}">
                <a16:creationId xmlns:a16="http://schemas.microsoft.com/office/drawing/2014/main" id="{BD0B9720-8CF5-43C1-FA69-AC3E7127CA89}"/>
              </a:ext>
            </a:extLst>
          </p:cNvPr>
          <p:cNvSpPr txBox="1"/>
          <p:nvPr/>
        </p:nvSpPr>
        <p:spPr>
          <a:xfrm>
            <a:off x="457199" y="1123540"/>
            <a:ext cx="2981326" cy="954107"/>
          </a:xfrm>
          <a:prstGeom prst="rect">
            <a:avLst/>
          </a:prstGeom>
          <a:noFill/>
        </p:spPr>
        <p:txBody>
          <a:bodyPr wrap="square" rtlCol="0">
            <a:spAutoFit/>
          </a:bodyPr>
          <a:lstStyle/>
          <a:p>
            <a:r>
              <a:rPr lang="fr-FR" sz="2000" dirty="0"/>
              <a:t>Montée en compétences</a:t>
            </a:r>
          </a:p>
          <a:p>
            <a:pPr marL="171450" indent="-171450">
              <a:buFont typeface="Arial" panose="020B0604020202020204" pitchFamily="34" charset="0"/>
              <a:buChar char="•"/>
            </a:pPr>
            <a:r>
              <a:rPr lang="fr-FR" sz="1200" dirty="0"/>
              <a:t>CI/CD et GitHub Actions</a:t>
            </a:r>
          </a:p>
          <a:p>
            <a:pPr marL="171450" indent="-171450">
              <a:buFont typeface="Arial" panose="020B0604020202020204" pitchFamily="34" charset="0"/>
              <a:buChar char="•"/>
            </a:pPr>
            <a:r>
              <a:rPr lang="fr-FR" sz="1200" dirty="0"/>
              <a:t>Linux embarqué &amp; Yocto</a:t>
            </a:r>
          </a:p>
          <a:p>
            <a:pPr marL="171450" indent="-171450">
              <a:buFont typeface="Arial" panose="020B0604020202020204" pitchFamily="34" charset="0"/>
              <a:buChar char="•"/>
            </a:pPr>
            <a:r>
              <a:rPr lang="fr-FR" sz="1200" dirty="0"/>
              <a:t>AWS et infrastructure Cloud</a:t>
            </a:r>
          </a:p>
        </p:txBody>
      </p:sp>
      <p:sp>
        <p:nvSpPr>
          <p:cNvPr id="47" name="Organigramme : Alternative 46">
            <a:extLst>
              <a:ext uri="{FF2B5EF4-FFF2-40B4-BE49-F238E27FC236}">
                <a16:creationId xmlns:a16="http://schemas.microsoft.com/office/drawing/2014/main" id="{CCAF4873-BA20-A7E0-4D1E-46D28E2A871A}"/>
              </a:ext>
            </a:extLst>
          </p:cNvPr>
          <p:cNvSpPr/>
          <p:nvPr/>
        </p:nvSpPr>
        <p:spPr>
          <a:xfrm>
            <a:off x="3651251" y="1035889"/>
            <a:ext cx="2463799" cy="1173912"/>
          </a:xfrm>
          <a:prstGeom prst="flowChartAlternateProcess">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ZoneTexte 48">
            <a:extLst>
              <a:ext uri="{FF2B5EF4-FFF2-40B4-BE49-F238E27FC236}">
                <a16:creationId xmlns:a16="http://schemas.microsoft.com/office/drawing/2014/main" id="{76918C24-2E6D-7BB1-9B00-915B7307A18B}"/>
              </a:ext>
            </a:extLst>
          </p:cNvPr>
          <p:cNvSpPr txBox="1"/>
          <p:nvPr/>
        </p:nvSpPr>
        <p:spPr>
          <a:xfrm>
            <a:off x="3733799" y="1123540"/>
            <a:ext cx="2381251" cy="954107"/>
          </a:xfrm>
          <a:prstGeom prst="rect">
            <a:avLst/>
          </a:prstGeom>
          <a:noFill/>
        </p:spPr>
        <p:txBody>
          <a:bodyPr wrap="square" rtlCol="0">
            <a:spAutoFit/>
          </a:bodyPr>
          <a:lstStyle/>
          <a:p>
            <a:r>
              <a:rPr lang="fr-FR" sz="2000" dirty="0"/>
              <a:t>Travail en équipe</a:t>
            </a:r>
          </a:p>
          <a:p>
            <a:pPr marL="171450" indent="-171450">
              <a:buFont typeface="Arial" panose="020B0604020202020204" pitchFamily="34" charset="0"/>
              <a:buChar char="•"/>
            </a:pPr>
            <a:r>
              <a:rPr lang="fr-FR" sz="1200" dirty="0"/>
              <a:t>Collaboration</a:t>
            </a:r>
          </a:p>
          <a:p>
            <a:pPr marL="171450" indent="-171450">
              <a:buFont typeface="Arial" panose="020B0604020202020204" pitchFamily="34" charset="0"/>
              <a:buChar char="•"/>
            </a:pPr>
            <a:r>
              <a:rPr lang="fr-FR" sz="1200" dirty="0"/>
              <a:t>Revues de code</a:t>
            </a:r>
          </a:p>
          <a:p>
            <a:pPr marL="171450" indent="-171450">
              <a:buFont typeface="Arial" panose="020B0604020202020204" pitchFamily="34" charset="0"/>
              <a:buChar char="•"/>
            </a:pPr>
            <a:r>
              <a:rPr lang="fr-FR" sz="1200" dirty="0"/>
              <a:t>Partage de connaissances</a:t>
            </a:r>
          </a:p>
        </p:txBody>
      </p:sp>
      <p:sp>
        <p:nvSpPr>
          <p:cNvPr id="51" name="Organigramme : Alternative 50">
            <a:extLst>
              <a:ext uri="{FF2B5EF4-FFF2-40B4-BE49-F238E27FC236}">
                <a16:creationId xmlns:a16="http://schemas.microsoft.com/office/drawing/2014/main" id="{44FC4006-D3D7-D029-BE67-4CBAD3C8F62C}"/>
              </a:ext>
            </a:extLst>
          </p:cNvPr>
          <p:cNvSpPr/>
          <p:nvPr/>
        </p:nvSpPr>
        <p:spPr>
          <a:xfrm>
            <a:off x="1165226" y="2312239"/>
            <a:ext cx="3816348" cy="1173912"/>
          </a:xfrm>
          <a:prstGeom prst="flowChartAlternateProcess">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ZoneTexte 52">
            <a:extLst>
              <a:ext uri="{FF2B5EF4-FFF2-40B4-BE49-F238E27FC236}">
                <a16:creationId xmlns:a16="http://schemas.microsoft.com/office/drawing/2014/main" id="{06AB8210-24FE-D75F-7142-8418166A4604}"/>
              </a:ext>
            </a:extLst>
          </p:cNvPr>
          <p:cNvSpPr txBox="1"/>
          <p:nvPr/>
        </p:nvSpPr>
        <p:spPr>
          <a:xfrm>
            <a:off x="1247773" y="2399890"/>
            <a:ext cx="3733801" cy="954107"/>
          </a:xfrm>
          <a:prstGeom prst="rect">
            <a:avLst/>
          </a:prstGeom>
          <a:noFill/>
        </p:spPr>
        <p:txBody>
          <a:bodyPr wrap="square" rtlCol="0">
            <a:spAutoFit/>
          </a:bodyPr>
          <a:lstStyle/>
          <a:p>
            <a:r>
              <a:rPr lang="fr-FR" sz="2000" dirty="0"/>
              <a:t>Découverte du monde industriel</a:t>
            </a:r>
            <a:endParaRPr lang="fr-FR" sz="1200" dirty="0"/>
          </a:p>
          <a:p>
            <a:pPr marL="171450" indent="-171450">
              <a:buFont typeface="Arial" panose="020B0604020202020204" pitchFamily="34" charset="0"/>
              <a:buChar char="•"/>
            </a:pPr>
            <a:r>
              <a:rPr lang="fr-FR" sz="1200" dirty="0"/>
              <a:t>Fonctionnement d’un grand groupe</a:t>
            </a:r>
          </a:p>
          <a:p>
            <a:pPr marL="171450" indent="-171450">
              <a:buFont typeface="Arial" panose="020B0604020202020204" pitchFamily="34" charset="0"/>
              <a:buChar char="•"/>
            </a:pPr>
            <a:r>
              <a:rPr lang="fr-FR" sz="1200" dirty="0"/>
              <a:t>Processus de développement structurés</a:t>
            </a:r>
          </a:p>
          <a:p>
            <a:pPr marL="171450" indent="-171450">
              <a:buFont typeface="Arial" panose="020B0604020202020204" pitchFamily="34" charset="0"/>
              <a:buChar char="•"/>
            </a:pPr>
            <a:r>
              <a:rPr lang="fr-FR" sz="1200" dirty="0"/>
              <a:t>Exigences qualité et sécurité</a:t>
            </a:r>
          </a:p>
        </p:txBody>
      </p:sp>
      <p:sp>
        <p:nvSpPr>
          <p:cNvPr id="55" name="Organigramme : Alternative 54">
            <a:extLst>
              <a:ext uri="{FF2B5EF4-FFF2-40B4-BE49-F238E27FC236}">
                <a16:creationId xmlns:a16="http://schemas.microsoft.com/office/drawing/2014/main" id="{6C038E32-1C02-0823-B53D-5E68EA0EF510}"/>
              </a:ext>
            </a:extLst>
          </p:cNvPr>
          <p:cNvSpPr/>
          <p:nvPr/>
        </p:nvSpPr>
        <p:spPr>
          <a:xfrm>
            <a:off x="6305550" y="1035889"/>
            <a:ext cx="2463799" cy="1173912"/>
          </a:xfrm>
          <a:prstGeom prst="flowChartAlternateProcess">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ZoneTexte 56">
            <a:extLst>
              <a:ext uri="{FF2B5EF4-FFF2-40B4-BE49-F238E27FC236}">
                <a16:creationId xmlns:a16="http://schemas.microsoft.com/office/drawing/2014/main" id="{3CB4ADF6-A44E-6FD9-3B61-F9ED49CF8D89}"/>
              </a:ext>
            </a:extLst>
          </p:cNvPr>
          <p:cNvSpPr txBox="1"/>
          <p:nvPr/>
        </p:nvSpPr>
        <p:spPr>
          <a:xfrm>
            <a:off x="6388098" y="1080143"/>
            <a:ext cx="2381251" cy="1138773"/>
          </a:xfrm>
          <a:prstGeom prst="rect">
            <a:avLst/>
          </a:prstGeom>
          <a:noFill/>
        </p:spPr>
        <p:txBody>
          <a:bodyPr wrap="square" rtlCol="0">
            <a:spAutoFit/>
          </a:bodyPr>
          <a:lstStyle/>
          <a:p>
            <a:r>
              <a:rPr lang="fr-FR" sz="2000" dirty="0"/>
              <a:t>Communication</a:t>
            </a:r>
          </a:p>
          <a:p>
            <a:pPr marL="171450" indent="-171450">
              <a:buFont typeface="Arial" panose="020B0604020202020204" pitchFamily="34" charset="0"/>
              <a:buChar char="•"/>
            </a:pPr>
            <a:r>
              <a:rPr lang="fr-FR" sz="1200" dirty="0"/>
              <a:t>Importance des échanges</a:t>
            </a:r>
          </a:p>
          <a:p>
            <a:pPr marL="171450" indent="-171450">
              <a:buFont typeface="Arial" panose="020B0604020202020204" pitchFamily="34" charset="0"/>
              <a:buChar char="•"/>
            </a:pPr>
            <a:r>
              <a:rPr lang="fr-FR" sz="1200" dirty="0"/>
              <a:t>Présentation des résultats</a:t>
            </a:r>
          </a:p>
          <a:p>
            <a:pPr marL="171450" indent="-171450">
              <a:buFont typeface="Arial" panose="020B0604020202020204" pitchFamily="34" charset="0"/>
              <a:buChar char="•"/>
            </a:pPr>
            <a:r>
              <a:rPr lang="fr-FR" sz="1200" dirty="0"/>
              <a:t>Interaction avec différentes équipes</a:t>
            </a:r>
          </a:p>
        </p:txBody>
      </p:sp>
      <p:sp>
        <p:nvSpPr>
          <p:cNvPr id="59" name="Organigramme : Alternative 58">
            <a:extLst>
              <a:ext uri="{FF2B5EF4-FFF2-40B4-BE49-F238E27FC236}">
                <a16:creationId xmlns:a16="http://schemas.microsoft.com/office/drawing/2014/main" id="{24037A3B-4E3B-A168-671E-BB40CA64DA72}"/>
              </a:ext>
            </a:extLst>
          </p:cNvPr>
          <p:cNvSpPr/>
          <p:nvPr/>
        </p:nvSpPr>
        <p:spPr>
          <a:xfrm>
            <a:off x="5203826" y="2312239"/>
            <a:ext cx="2463799" cy="1173912"/>
          </a:xfrm>
          <a:prstGeom prst="flowChartAlternateProcess">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ZoneTexte 60">
            <a:extLst>
              <a:ext uri="{FF2B5EF4-FFF2-40B4-BE49-F238E27FC236}">
                <a16:creationId xmlns:a16="http://schemas.microsoft.com/office/drawing/2014/main" id="{7E180027-4127-7992-314F-3C84CF9E13E0}"/>
              </a:ext>
            </a:extLst>
          </p:cNvPr>
          <p:cNvSpPr txBox="1"/>
          <p:nvPr/>
        </p:nvSpPr>
        <p:spPr>
          <a:xfrm>
            <a:off x="5286374" y="2342740"/>
            <a:ext cx="2381251" cy="1138773"/>
          </a:xfrm>
          <a:prstGeom prst="rect">
            <a:avLst/>
          </a:prstGeom>
          <a:noFill/>
        </p:spPr>
        <p:txBody>
          <a:bodyPr wrap="square" rtlCol="0">
            <a:spAutoFit/>
          </a:bodyPr>
          <a:lstStyle/>
          <a:p>
            <a:r>
              <a:rPr lang="fr-FR" sz="2000" dirty="0"/>
              <a:t>Vision d’ingénieur</a:t>
            </a:r>
          </a:p>
          <a:p>
            <a:pPr marL="171450" indent="-171450">
              <a:buFont typeface="Arial" panose="020B0604020202020204" pitchFamily="34" charset="0"/>
              <a:buChar char="•"/>
            </a:pPr>
            <a:r>
              <a:rPr lang="fr-FR" sz="1200" dirty="0"/>
              <a:t>Arbitrer entre performance, coût et maintenance</a:t>
            </a:r>
          </a:p>
          <a:p>
            <a:pPr marL="171450" indent="-171450">
              <a:buFont typeface="Arial" panose="020B0604020202020204" pitchFamily="34" charset="0"/>
              <a:buChar char="•"/>
            </a:pPr>
            <a:r>
              <a:rPr lang="fr-FR" sz="1200" dirty="0"/>
              <a:t>Prendre du recul sur les choix</a:t>
            </a:r>
          </a:p>
          <a:p>
            <a:pPr marL="171450" indent="-171450">
              <a:buFont typeface="Arial" panose="020B0604020202020204" pitchFamily="34" charset="0"/>
              <a:buChar char="•"/>
            </a:pPr>
            <a:r>
              <a:rPr lang="fr-FR" sz="1200" dirty="0"/>
              <a:t>Comprendre les enjeux métier</a:t>
            </a:r>
          </a:p>
        </p:txBody>
      </p:sp>
      <p:sp>
        <p:nvSpPr>
          <p:cNvPr id="63" name="Organigramme : Alternative 62">
            <a:extLst>
              <a:ext uri="{FF2B5EF4-FFF2-40B4-BE49-F238E27FC236}">
                <a16:creationId xmlns:a16="http://schemas.microsoft.com/office/drawing/2014/main" id="{7B8F0416-9EB2-BB3A-2E22-98830AEBE899}"/>
              </a:ext>
            </a:extLst>
          </p:cNvPr>
          <p:cNvSpPr/>
          <p:nvPr/>
        </p:nvSpPr>
        <p:spPr>
          <a:xfrm>
            <a:off x="2571750" y="3597147"/>
            <a:ext cx="4248150" cy="1041528"/>
          </a:xfrm>
          <a:prstGeom prst="flowChartAlternateProcess">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ZoneTexte 64">
            <a:extLst>
              <a:ext uri="{FF2B5EF4-FFF2-40B4-BE49-F238E27FC236}">
                <a16:creationId xmlns:a16="http://schemas.microsoft.com/office/drawing/2014/main" id="{C7E82E87-BBBD-9BA4-1A9C-771FE1DC3E91}"/>
              </a:ext>
            </a:extLst>
          </p:cNvPr>
          <p:cNvSpPr txBox="1"/>
          <p:nvPr/>
        </p:nvSpPr>
        <p:spPr>
          <a:xfrm>
            <a:off x="2654297" y="3684798"/>
            <a:ext cx="3927478" cy="769441"/>
          </a:xfrm>
          <a:prstGeom prst="rect">
            <a:avLst/>
          </a:prstGeom>
          <a:noFill/>
        </p:spPr>
        <p:txBody>
          <a:bodyPr wrap="square" rtlCol="0">
            <a:spAutoFit/>
          </a:bodyPr>
          <a:lstStyle/>
          <a:p>
            <a:r>
              <a:rPr lang="fr-FR" sz="2000" dirty="0"/>
              <a:t>Projection professionnelle</a:t>
            </a:r>
            <a:endParaRPr lang="fr-FR" sz="1200" dirty="0"/>
          </a:p>
          <a:p>
            <a:pPr marL="171450" indent="-171450">
              <a:buFont typeface="Arial" panose="020B0604020202020204" pitchFamily="34" charset="0"/>
              <a:buChar char="•"/>
            </a:pPr>
            <a:r>
              <a:rPr lang="fr-FR" sz="1200" dirty="0"/>
              <a:t>Confirmation d </a:t>
            </a:r>
            <a:r>
              <a:rPr lang="fr-FR" sz="1200" dirty="0" err="1"/>
              <a:t>emon</a:t>
            </a:r>
            <a:r>
              <a:rPr lang="fr-FR" sz="1200" dirty="0"/>
              <a:t> intérêt pour le logiciel embarqué</a:t>
            </a:r>
          </a:p>
          <a:p>
            <a:pPr marL="171450" indent="-171450">
              <a:buFont typeface="Arial" panose="020B0604020202020204" pitchFamily="34" charset="0"/>
              <a:buChar char="•"/>
            </a:pPr>
            <a:r>
              <a:rPr lang="fr-FR" sz="1200" dirty="0"/>
              <a:t>Poursuivre dans une démarche </a:t>
            </a:r>
            <a:r>
              <a:rPr lang="fr-FR" sz="1200" dirty="0" err="1"/>
              <a:t>DevSecOps</a:t>
            </a:r>
            <a:endParaRPr lang="fr-FR" sz="1200" dirty="0"/>
          </a:p>
        </p:txBody>
      </p:sp>
    </p:spTree>
    <p:extLst>
      <p:ext uri="{BB962C8B-B14F-4D97-AF65-F5344CB8AC3E}">
        <p14:creationId xmlns:p14="http://schemas.microsoft.com/office/powerpoint/2010/main" val="541318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0BD0D-28F3-C289-631C-3711C45B158B}"/>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5EEC399B-5D0B-8BE5-4587-48F8B8EAE2ED}"/>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0D50AAD0-8B55-5637-5891-D60A63B38674}"/>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C1C30308-679D-4F53-8D29-A9195C3349DC}" type="slidenum">
              <a:rPr lang="en-US" sz="600" b="0" i="0" u="none" strike="noStrike" kern="1200" cap="none" spc="0" baseline="0">
                <a:solidFill>
                  <a:srgbClr val="0A2F24"/>
                </a:solidFill>
                <a:uFillTx/>
                <a:latin typeface="Poppins"/>
                <a:ea typeface="Zalando Sans Medium" pitchFamily="2"/>
                <a:cs typeface="Arial"/>
              </a:rPr>
              <a:t>11</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07335095-74D4-C8F0-514E-0153D286CF50}"/>
              </a:ext>
            </a:extLst>
          </p:cNvPr>
          <p:cNvSpPr/>
          <p:nvPr/>
        </p:nvSpPr>
        <p:spPr>
          <a:xfrm>
            <a:off x="395285" y="583026"/>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dirty="0">
                <a:solidFill>
                  <a:srgbClr val="47D45A"/>
                </a:solidFill>
                <a:latin typeface="Arial"/>
                <a:cs typeface="Arial"/>
              </a:rPr>
              <a:t>Conclusion</a:t>
            </a:r>
            <a:endParaRPr lang="en-PL" sz="2400" b="1" i="0" u="none" strike="noStrike" kern="1200" cap="none" spc="0" baseline="0" dirty="0">
              <a:solidFill>
                <a:srgbClr val="47D45A"/>
              </a:solidFill>
              <a:uFillTx/>
              <a:latin typeface="Arial"/>
              <a:cs typeface="Arial"/>
            </a:endParaRPr>
          </a:p>
        </p:txBody>
      </p:sp>
      <p:sp>
        <p:nvSpPr>
          <p:cNvPr id="39" name="Organigramme : Alternative 38">
            <a:extLst>
              <a:ext uri="{FF2B5EF4-FFF2-40B4-BE49-F238E27FC236}">
                <a16:creationId xmlns:a16="http://schemas.microsoft.com/office/drawing/2014/main" id="{4EBD2044-21DE-840F-0CB5-A092FAF09B37}"/>
              </a:ext>
            </a:extLst>
          </p:cNvPr>
          <p:cNvSpPr/>
          <p:nvPr/>
        </p:nvSpPr>
        <p:spPr>
          <a:xfrm>
            <a:off x="869950" y="1479445"/>
            <a:ext cx="2159000" cy="2647950"/>
          </a:xfrm>
          <a:prstGeom prst="flowChartAlternateProcess">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41" name="Organigramme : Alternative 40">
            <a:extLst>
              <a:ext uri="{FF2B5EF4-FFF2-40B4-BE49-F238E27FC236}">
                <a16:creationId xmlns:a16="http://schemas.microsoft.com/office/drawing/2014/main" id="{F05597F0-6FFA-C222-CA4A-0C9F28CD2BBB}"/>
              </a:ext>
            </a:extLst>
          </p:cNvPr>
          <p:cNvSpPr/>
          <p:nvPr/>
        </p:nvSpPr>
        <p:spPr>
          <a:xfrm>
            <a:off x="3282950" y="1479445"/>
            <a:ext cx="2159000" cy="2647950"/>
          </a:xfrm>
          <a:prstGeom prst="flowChartAlternateProcess">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5" name="Organigramme : Alternative 44">
            <a:extLst>
              <a:ext uri="{FF2B5EF4-FFF2-40B4-BE49-F238E27FC236}">
                <a16:creationId xmlns:a16="http://schemas.microsoft.com/office/drawing/2014/main" id="{B9167288-017C-25FC-471B-D9C1418E9587}"/>
              </a:ext>
            </a:extLst>
          </p:cNvPr>
          <p:cNvSpPr/>
          <p:nvPr/>
        </p:nvSpPr>
        <p:spPr>
          <a:xfrm>
            <a:off x="5695950" y="1479445"/>
            <a:ext cx="2159000" cy="2647950"/>
          </a:xfrm>
          <a:prstGeom prst="flowChartAlternateProcess">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52FCF99C-A063-8E5B-5B8D-8BD7C1FE5829}"/>
              </a:ext>
            </a:extLst>
          </p:cNvPr>
          <p:cNvSpPr txBox="1"/>
          <p:nvPr/>
        </p:nvSpPr>
        <p:spPr>
          <a:xfrm>
            <a:off x="838200" y="2803420"/>
            <a:ext cx="2222500" cy="369332"/>
          </a:xfrm>
          <a:prstGeom prst="rect">
            <a:avLst/>
          </a:prstGeom>
          <a:noFill/>
        </p:spPr>
        <p:txBody>
          <a:bodyPr wrap="square" rtlCol="0">
            <a:spAutoFit/>
          </a:bodyPr>
          <a:lstStyle/>
          <a:p>
            <a:r>
              <a:rPr lang="fr-FR" dirty="0"/>
              <a:t>Cycle de vie logiciel</a:t>
            </a:r>
          </a:p>
        </p:txBody>
      </p:sp>
      <p:sp>
        <p:nvSpPr>
          <p:cNvPr id="47" name="ZoneTexte 46">
            <a:extLst>
              <a:ext uri="{FF2B5EF4-FFF2-40B4-BE49-F238E27FC236}">
                <a16:creationId xmlns:a16="http://schemas.microsoft.com/office/drawing/2014/main" id="{A8CAB9DC-82EF-7B48-10CF-11BEF2008B2F}"/>
              </a:ext>
            </a:extLst>
          </p:cNvPr>
          <p:cNvSpPr txBox="1"/>
          <p:nvPr/>
        </p:nvSpPr>
        <p:spPr>
          <a:xfrm>
            <a:off x="869950" y="3125029"/>
            <a:ext cx="1911350" cy="276999"/>
          </a:xfrm>
          <a:prstGeom prst="rect">
            <a:avLst/>
          </a:prstGeom>
          <a:noFill/>
        </p:spPr>
        <p:txBody>
          <a:bodyPr wrap="square" rtlCol="0">
            <a:spAutoFit/>
          </a:bodyPr>
          <a:lstStyle/>
          <a:p>
            <a:r>
              <a:rPr lang="fr-FR" sz="1200" dirty="0"/>
              <a:t>Automation CI validée</a:t>
            </a:r>
          </a:p>
        </p:txBody>
      </p:sp>
      <p:pic>
        <p:nvPicPr>
          <p:cNvPr id="49" name="Graphique 48" descr="Fiche avec un remplissage uni">
            <a:extLst>
              <a:ext uri="{FF2B5EF4-FFF2-40B4-BE49-F238E27FC236}">
                <a16:creationId xmlns:a16="http://schemas.microsoft.com/office/drawing/2014/main" id="{E57A9536-5729-64E0-4A26-128430520C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9950" y="2268954"/>
            <a:ext cx="577850" cy="577850"/>
          </a:xfrm>
          <a:prstGeom prst="rect">
            <a:avLst/>
          </a:prstGeom>
        </p:spPr>
      </p:pic>
      <p:sp>
        <p:nvSpPr>
          <p:cNvPr id="55" name="ZoneTexte 54">
            <a:extLst>
              <a:ext uri="{FF2B5EF4-FFF2-40B4-BE49-F238E27FC236}">
                <a16:creationId xmlns:a16="http://schemas.microsoft.com/office/drawing/2014/main" id="{9FB69058-367C-DEC2-5C1B-16BD3B3EACD7}"/>
              </a:ext>
            </a:extLst>
          </p:cNvPr>
          <p:cNvSpPr txBox="1"/>
          <p:nvPr/>
        </p:nvSpPr>
        <p:spPr>
          <a:xfrm>
            <a:off x="3282950" y="2803420"/>
            <a:ext cx="2222500" cy="369332"/>
          </a:xfrm>
          <a:prstGeom prst="rect">
            <a:avLst/>
          </a:prstGeom>
          <a:noFill/>
        </p:spPr>
        <p:txBody>
          <a:bodyPr wrap="square" rtlCol="0">
            <a:spAutoFit/>
          </a:bodyPr>
          <a:lstStyle/>
          <a:p>
            <a:r>
              <a:rPr lang="fr-FR" dirty="0"/>
              <a:t>Infra &amp; Sécurité</a:t>
            </a:r>
          </a:p>
        </p:txBody>
      </p:sp>
      <p:sp>
        <p:nvSpPr>
          <p:cNvPr id="57" name="ZoneTexte 56">
            <a:extLst>
              <a:ext uri="{FF2B5EF4-FFF2-40B4-BE49-F238E27FC236}">
                <a16:creationId xmlns:a16="http://schemas.microsoft.com/office/drawing/2014/main" id="{C4096E8A-4548-2F75-F8B9-211E98DABF3C}"/>
              </a:ext>
            </a:extLst>
          </p:cNvPr>
          <p:cNvSpPr txBox="1"/>
          <p:nvPr/>
        </p:nvSpPr>
        <p:spPr>
          <a:xfrm>
            <a:off x="3314700" y="3125029"/>
            <a:ext cx="1911350" cy="276999"/>
          </a:xfrm>
          <a:prstGeom prst="rect">
            <a:avLst/>
          </a:prstGeom>
          <a:noFill/>
        </p:spPr>
        <p:txBody>
          <a:bodyPr wrap="square" rtlCol="0">
            <a:spAutoFit/>
          </a:bodyPr>
          <a:lstStyle/>
          <a:p>
            <a:r>
              <a:rPr lang="fr-FR" sz="1200" dirty="0"/>
              <a:t>Web et cloud</a:t>
            </a:r>
          </a:p>
        </p:txBody>
      </p:sp>
      <p:pic>
        <p:nvPicPr>
          <p:cNvPr id="59" name="Graphique 58" descr="Serveur avec un remplissage uni">
            <a:extLst>
              <a:ext uri="{FF2B5EF4-FFF2-40B4-BE49-F238E27FC236}">
                <a16:creationId xmlns:a16="http://schemas.microsoft.com/office/drawing/2014/main" id="{14752A66-07FE-5DB3-E91C-84957AB331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4075" y="2389604"/>
            <a:ext cx="457200" cy="457200"/>
          </a:xfrm>
          <a:prstGeom prst="rect">
            <a:avLst/>
          </a:prstGeom>
        </p:spPr>
      </p:pic>
      <p:sp>
        <p:nvSpPr>
          <p:cNvPr id="61" name="ZoneTexte 60">
            <a:extLst>
              <a:ext uri="{FF2B5EF4-FFF2-40B4-BE49-F238E27FC236}">
                <a16:creationId xmlns:a16="http://schemas.microsoft.com/office/drawing/2014/main" id="{94DF35D4-CD48-0440-D618-F9F37301A94E}"/>
              </a:ext>
            </a:extLst>
          </p:cNvPr>
          <p:cNvSpPr txBox="1"/>
          <p:nvPr/>
        </p:nvSpPr>
        <p:spPr>
          <a:xfrm>
            <a:off x="5686425" y="2803420"/>
            <a:ext cx="2222500" cy="369332"/>
          </a:xfrm>
          <a:prstGeom prst="rect">
            <a:avLst/>
          </a:prstGeom>
          <a:noFill/>
        </p:spPr>
        <p:txBody>
          <a:bodyPr wrap="square" rtlCol="0">
            <a:spAutoFit/>
          </a:bodyPr>
          <a:lstStyle/>
          <a:p>
            <a:r>
              <a:rPr lang="fr-FR" dirty="0"/>
              <a:t>Evolution Globale</a:t>
            </a:r>
          </a:p>
        </p:txBody>
      </p:sp>
      <p:sp>
        <p:nvSpPr>
          <p:cNvPr id="63" name="ZoneTexte 62">
            <a:extLst>
              <a:ext uri="{FF2B5EF4-FFF2-40B4-BE49-F238E27FC236}">
                <a16:creationId xmlns:a16="http://schemas.microsoft.com/office/drawing/2014/main" id="{BCBD858A-4231-C92B-BC77-B617C512D5B6}"/>
              </a:ext>
            </a:extLst>
          </p:cNvPr>
          <p:cNvSpPr txBox="1"/>
          <p:nvPr/>
        </p:nvSpPr>
        <p:spPr>
          <a:xfrm>
            <a:off x="5718174" y="3125029"/>
            <a:ext cx="2066925" cy="461665"/>
          </a:xfrm>
          <a:prstGeom prst="rect">
            <a:avLst/>
          </a:prstGeom>
          <a:noFill/>
        </p:spPr>
        <p:txBody>
          <a:bodyPr wrap="square" rtlCol="0">
            <a:spAutoFit/>
          </a:bodyPr>
          <a:lstStyle/>
          <a:p>
            <a:r>
              <a:rPr lang="fr-FR" sz="1200" dirty="0"/>
              <a:t>Compétences personnelles et professionnelles</a:t>
            </a:r>
          </a:p>
        </p:txBody>
      </p:sp>
      <p:pic>
        <p:nvPicPr>
          <p:cNvPr id="69" name="Graphique 68" descr="Tendance à la hausse avec un remplissage uni">
            <a:extLst>
              <a:ext uri="{FF2B5EF4-FFF2-40B4-BE49-F238E27FC236}">
                <a16:creationId xmlns:a16="http://schemas.microsoft.com/office/drawing/2014/main" id="{66B0EDDE-C8C8-870E-A5F8-F254FE4136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9612" y="2403891"/>
            <a:ext cx="428625" cy="428625"/>
          </a:xfrm>
          <a:prstGeom prst="rect">
            <a:avLst/>
          </a:prstGeom>
        </p:spPr>
      </p:pic>
    </p:spTree>
    <p:extLst>
      <p:ext uri="{BB962C8B-B14F-4D97-AF65-F5344CB8AC3E}">
        <p14:creationId xmlns:p14="http://schemas.microsoft.com/office/powerpoint/2010/main" val="3207786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E3321-7C7E-801B-0298-789DCBA1837A}"/>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4B97D39E-0A8A-22CE-2268-80DB52F85E9D}"/>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3A75FCDA-A78D-0181-5057-F7545D785546}"/>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C1C30308-679D-4F53-8D29-A9195C3349DC}" type="slidenum">
              <a:rPr lang="en-US" sz="600" b="0" i="0" u="none" strike="noStrike" kern="1200" cap="none" spc="0" baseline="0">
                <a:solidFill>
                  <a:srgbClr val="0A2F24"/>
                </a:solidFill>
                <a:uFillTx/>
                <a:latin typeface="Poppins"/>
                <a:ea typeface="Zalando Sans Medium" pitchFamily="2"/>
                <a:cs typeface="Arial"/>
              </a:rPr>
              <a:t>12</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61D75267-6A8D-1AB7-CA34-DEB4EE623318}"/>
              </a:ext>
            </a:extLst>
          </p:cNvPr>
          <p:cNvSpPr/>
          <p:nvPr/>
        </p:nvSpPr>
        <p:spPr>
          <a:xfrm>
            <a:off x="1593850" y="2419350"/>
            <a:ext cx="6235700" cy="1066800"/>
          </a:xfrm>
          <a:prstGeom prst="rect">
            <a:avLst/>
          </a:prstGeom>
          <a:noFill/>
          <a:ln cap="flat">
            <a:noFill/>
            <a:prstDash val="solid"/>
          </a:ln>
        </p:spPr>
        <p:txBody>
          <a:bodyPr vert="horz" wrap="square" lIns="0" tIns="0" rIns="0" bIns="0" anchor="t" anchorCtr="0" compatLnSpc="1">
            <a:noAutofit/>
          </a:bodyPr>
          <a:lstStyle/>
          <a:p>
            <a:pPr marL="0" marR="0" lvl="0" indent="0" algn="ctr"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4000" b="1" dirty="0">
                <a:solidFill>
                  <a:srgbClr val="47D45A"/>
                </a:solidFill>
                <a:latin typeface="Arial"/>
                <a:cs typeface="Arial"/>
              </a:rPr>
              <a:t>Merci de votre attention</a:t>
            </a:r>
          </a:p>
          <a:p>
            <a:pPr marL="0" marR="0" lvl="0" indent="0" algn="ctr"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1600" b="1" i="0" u="none" strike="noStrike" kern="1200" cap="none" spc="0" baseline="0" dirty="0">
                <a:solidFill>
                  <a:srgbClr val="47D45A"/>
                </a:solidFill>
                <a:uFillTx/>
                <a:latin typeface="Arial"/>
                <a:cs typeface="Arial"/>
              </a:rPr>
              <a:t>Plac</a:t>
            </a:r>
            <a:r>
              <a:rPr lang="fr-FR" sz="1600" b="1" dirty="0">
                <a:solidFill>
                  <a:srgbClr val="47D45A"/>
                </a:solidFill>
                <a:latin typeface="Arial"/>
                <a:cs typeface="Arial"/>
              </a:rPr>
              <a:t>e aux questions</a:t>
            </a:r>
            <a:endParaRPr lang="en-PL" sz="3600" b="1" i="0" u="none" strike="noStrike" kern="1200" cap="none" spc="0" baseline="0" dirty="0">
              <a:solidFill>
                <a:srgbClr val="47D45A"/>
              </a:solidFill>
              <a:uFillTx/>
              <a:latin typeface="Arial"/>
              <a:cs typeface="Arial"/>
            </a:endParaRPr>
          </a:p>
        </p:txBody>
      </p:sp>
    </p:spTree>
    <p:extLst>
      <p:ext uri="{BB962C8B-B14F-4D97-AF65-F5344CB8AC3E}">
        <p14:creationId xmlns:p14="http://schemas.microsoft.com/office/powerpoint/2010/main" val="2572560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106">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4D3EA69-EF3C-5CB6-F3CF-41D50E4B6339}"/>
              </a:ext>
            </a:extLst>
          </p:cNvPr>
          <p:cNvSpPr txBox="1">
            <a:spLocks noGrp="1"/>
          </p:cNvSpPr>
          <p:nvPr>
            <p:ph type="title"/>
          </p:nvPr>
        </p:nvSpPr>
        <p:spPr>
          <a:xfrm>
            <a:off x="457200" y="-510683"/>
            <a:ext cx="8229600" cy="510683"/>
          </a:xfrm>
          <a:prstGeom prst="rect">
            <a:avLst/>
          </a:prstGeom>
          <a:noFill/>
          <a:ln>
            <a:noFill/>
          </a:ln>
        </p:spPr>
        <p:txBody>
          <a:bodyPr vert="horz" wrap="square" lIns="0" tIns="0" rIns="0" bIns="0" anchor="t" anchorCtr="0" compatLnSpc="1">
            <a:noAutofit/>
          </a:bodyPr>
          <a:lstStyle/>
          <a:p>
            <a:pPr lvl="0"/>
            <a:r>
              <a:rPr lang="en-US" sz="1600" b="1">
                <a:solidFill>
                  <a:srgbClr val="3CCD58"/>
                </a:solidFill>
              </a:rPr>
              <a:t>CLOSING SLIDE – </a:t>
            </a:r>
            <a:r>
              <a:rPr lang="en-US" sz="1600">
                <a:solidFill>
                  <a:srgbClr val="3CCD58"/>
                </a:solidFill>
              </a:rPr>
              <a:t>Please keep this this slide in final presentation</a:t>
            </a:r>
            <a:endParaRPr lang="en-US"/>
          </a:p>
          <a:p>
            <a:pPr lvl="0"/>
            <a:endParaRPr lang="en-US"/>
          </a:p>
        </p:txBody>
      </p:sp>
    </p:spTree>
  </p:cSld>
  <p:clrMapOvr>
    <a:masterClrMapping/>
  </p:clrMapOvr>
</p:sld>
</file>

<file path=ppt/theme/theme1.xml><?xml version="1.0" encoding="utf-8"?>
<a:theme xmlns:a="http://schemas.openxmlformats.org/drawingml/2006/main" name="White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ight green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Dark green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radient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b8550a4-2e99-4a6c-8183-172f0f693b2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A8BB059E8E2043B86FA8F7554B702A" ma:contentTypeVersion="9" ma:contentTypeDescription="Create a new document." ma:contentTypeScope="" ma:versionID="b6fca60b4dd384e316b3d2d9d853ecc3">
  <xsd:schema xmlns:xsd="http://www.w3.org/2001/XMLSchema" xmlns:xs="http://www.w3.org/2001/XMLSchema" xmlns:p="http://schemas.microsoft.com/office/2006/metadata/properties" xmlns:ns3="6b8550a4-2e99-4a6c-8183-172f0f693b24" targetNamespace="http://schemas.microsoft.com/office/2006/metadata/properties" ma:root="true" ma:fieldsID="c8f543340187eadb581f81dfac7e50fa" ns3:_="">
    <xsd:import namespace="6b8550a4-2e99-4a6c-8183-172f0f693b24"/>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8550a4-2e99-4a6c-8183-172f0f693b2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DD63F2-EB8B-461F-8D35-861D719C754F}">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6b8550a4-2e99-4a6c-8183-172f0f693b24"/>
    <ds:schemaRef ds:uri="http://www.w3.org/XML/1998/namespace"/>
  </ds:schemaRefs>
</ds:datastoreItem>
</file>

<file path=customXml/itemProps2.xml><?xml version="1.0" encoding="utf-8"?>
<ds:datastoreItem xmlns:ds="http://schemas.openxmlformats.org/officeDocument/2006/customXml" ds:itemID="{369FC5F4-2E70-4468-B24E-6D46104E66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8550a4-2e99-4a6c-8183-172f0f693b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6642DDE-39BB-4574-B1B3-3228AED5F6B6}">
  <ds:schemaRefs>
    <ds:schemaRef ds:uri="http://schemas.microsoft.com/sharepoint/v3/contenttype/forms"/>
  </ds:schemaRefs>
</ds:datastoreItem>
</file>

<file path=docMetadata/LabelInfo.xml><?xml version="1.0" encoding="utf-8"?>
<clbl:labelList xmlns:clbl="http://schemas.microsoft.com/office/2020/mipLabelMetadata">
  <clbl:label id="{23507802-f8e4-4e38-829c-ac8ea9b241e4}" enabled="1" method="Privileged" siteId="{6e51e1ad-c54b-4b39-b598-0ffe9ae68fef}" removed="0"/>
</clbl:labelList>
</file>

<file path=docProps/app.xml><?xml version="1.0" encoding="utf-8"?>
<Properties xmlns="http://schemas.openxmlformats.org/officeDocument/2006/extended-properties" xmlns:vt="http://schemas.openxmlformats.org/officeDocument/2006/docPropsVTypes">
  <Template>SE%20Global%20Template</Template>
  <TotalTime>8441</TotalTime>
  <Words>2849</Words>
  <Application>Microsoft Office PowerPoint</Application>
  <PresentationFormat>Affichage à l'écran (16:9)</PresentationFormat>
  <Paragraphs>290</Paragraphs>
  <Slides>13</Slides>
  <Notes>12</Notes>
  <HiddenSlides>0</HiddenSlides>
  <MMClips>0</MMClips>
  <ScaleCrop>false</ScaleCrop>
  <HeadingPairs>
    <vt:vector size="6" baseType="variant">
      <vt:variant>
        <vt:lpstr>Polices utilisées</vt:lpstr>
      </vt:variant>
      <vt:variant>
        <vt:i4>4</vt:i4>
      </vt:variant>
      <vt:variant>
        <vt:lpstr>Thème</vt:lpstr>
      </vt:variant>
      <vt:variant>
        <vt:i4>4</vt:i4>
      </vt:variant>
      <vt:variant>
        <vt:lpstr>Titres des diapositives</vt:lpstr>
      </vt:variant>
      <vt:variant>
        <vt:i4>13</vt:i4>
      </vt:variant>
    </vt:vector>
  </HeadingPairs>
  <TitlesOfParts>
    <vt:vector size="21" baseType="lpstr">
      <vt:lpstr>Aptos</vt:lpstr>
      <vt:lpstr>Arial</vt:lpstr>
      <vt:lpstr>Calibri</vt:lpstr>
      <vt:lpstr>Poppins</vt:lpstr>
      <vt:lpstr>White content slides</vt:lpstr>
      <vt:lpstr>Light green content slides</vt:lpstr>
      <vt:lpstr>Dark green content slides</vt:lpstr>
      <vt:lpstr>Gradient content slides</vt:lpstr>
      <vt:lpstr>Conception et mise en oeuvre de l’évolution de l’integration Continue CI</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CLOSING SLIDE – Please keep this this slide in final presentation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Valentine FAVET</dc:creator>
  <cp:lastModifiedBy>Abdillahi Mohamed</cp:lastModifiedBy>
  <cp:revision>77</cp:revision>
  <dcterms:created xsi:type="dcterms:W3CDTF">2026-07-07T08:46:57Z</dcterms:created>
  <dcterms:modified xsi:type="dcterms:W3CDTF">2026-10-04T12:29:52Z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0x0101004AA8BB059E8E2043B86FA8F7554B702A</vt:lpwstr>
  </property>
  <property fmtid="{D5CDD505-2E9C-101B-9397-08002B2CF9AE}" pid="3" name="MediaServiceImageTags">
    <vt:lpwstr/>
  </property>
  <property fmtid="{D5CDD505-2E9C-101B-9397-08002B2CF9AE}" pid="4" name="ClassificationContentMarkingFooterLocations">
    <vt:lpwstr>White content slides:10\Light green content slides:10\Dark green content slides:10\Gradient content slides:11</vt:lpwstr>
  </property>
  <property fmtid="{D5CDD505-2E9C-101B-9397-08002B2CF9AE}" pid="5" name="ClassificationContentMarkingFooterText">
    <vt:lpwstr>Public</vt:lpwstr>
  </property>
</Properties>
</file>